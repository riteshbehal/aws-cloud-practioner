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A1E766-EA18-4B38-8012-E091C57043C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B3E43BC-02E4-4A94-898C-74895F4559FB}">
      <dgm:prSet/>
      <dgm:spPr/>
      <dgm:t>
        <a:bodyPr/>
        <a:lstStyle/>
        <a:p>
          <a:r>
            <a:rPr lang="en-US" b="1" i="0" baseline="0"/>
            <a:t>Event-Driven Execution:</a:t>
          </a:r>
          <a:br>
            <a:rPr lang="en-US" b="0" i="0" baseline="0"/>
          </a:br>
          <a:r>
            <a:rPr lang="en-US" b="0" i="0" baseline="0"/>
            <a:t>Functions run automatically in response to triggers (HTTP requests, database updates, file uploads, etc.)</a:t>
          </a:r>
          <a:endParaRPr lang="en-US"/>
        </a:p>
      </dgm:t>
    </dgm:pt>
    <dgm:pt modelId="{8A9E0948-D796-4EAD-8199-9B0C0A31B7C1}" type="parTrans" cxnId="{B56A842D-997D-4DE1-A513-E54C2A1FE89D}">
      <dgm:prSet/>
      <dgm:spPr/>
      <dgm:t>
        <a:bodyPr/>
        <a:lstStyle/>
        <a:p>
          <a:endParaRPr lang="en-US"/>
        </a:p>
      </dgm:t>
    </dgm:pt>
    <dgm:pt modelId="{CCBAB6C0-DD83-41C5-9687-DE36AA3B9405}" type="sibTrans" cxnId="{B56A842D-997D-4DE1-A513-E54C2A1FE89D}">
      <dgm:prSet/>
      <dgm:spPr/>
      <dgm:t>
        <a:bodyPr/>
        <a:lstStyle/>
        <a:p>
          <a:endParaRPr lang="en-US"/>
        </a:p>
      </dgm:t>
    </dgm:pt>
    <dgm:pt modelId="{0B7FB7BE-1BAE-43CC-9C82-15F6EDD84299}">
      <dgm:prSet/>
      <dgm:spPr/>
      <dgm:t>
        <a:bodyPr/>
        <a:lstStyle/>
        <a:p>
          <a:r>
            <a:rPr lang="en-US" b="1" i="0" baseline="0"/>
            <a:t>Micro-billing Model:</a:t>
          </a:r>
          <a:br>
            <a:rPr lang="en-US" b="0" i="0" baseline="0"/>
          </a:br>
          <a:r>
            <a:rPr lang="en-US" b="0" i="0" baseline="0"/>
            <a:t>Billed per execution time, memory used, and number of invocations.</a:t>
          </a:r>
          <a:endParaRPr lang="en-US"/>
        </a:p>
      </dgm:t>
    </dgm:pt>
    <dgm:pt modelId="{936CEE01-10D4-4F30-89FA-124DE3678B24}" type="parTrans" cxnId="{C68B77A9-A878-40E8-9083-A93A5D11299D}">
      <dgm:prSet/>
      <dgm:spPr/>
      <dgm:t>
        <a:bodyPr/>
        <a:lstStyle/>
        <a:p>
          <a:endParaRPr lang="en-US"/>
        </a:p>
      </dgm:t>
    </dgm:pt>
    <dgm:pt modelId="{C9A34195-9A71-4EF0-A1B5-8D245015B802}" type="sibTrans" cxnId="{C68B77A9-A878-40E8-9083-A93A5D11299D}">
      <dgm:prSet/>
      <dgm:spPr/>
      <dgm:t>
        <a:bodyPr/>
        <a:lstStyle/>
        <a:p>
          <a:endParaRPr lang="en-US"/>
        </a:p>
      </dgm:t>
    </dgm:pt>
    <dgm:pt modelId="{2537DB87-9638-4DF1-94B1-C8E78F758BFC}">
      <dgm:prSet/>
      <dgm:spPr/>
      <dgm:t>
        <a:bodyPr/>
        <a:lstStyle/>
        <a:p>
          <a:r>
            <a:rPr lang="en-US" b="1" i="0" baseline="0"/>
            <a:t>Automatic Scaling:</a:t>
          </a:r>
          <a:br>
            <a:rPr lang="en-US" b="0" i="0" baseline="0"/>
          </a:br>
          <a:r>
            <a:rPr lang="en-US" b="0" i="0" baseline="0"/>
            <a:t>Instantly scales to handle 1 or 1 million requests without manual intervention.</a:t>
          </a:r>
          <a:endParaRPr lang="en-US"/>
        </a:p>
      </dgm:t>
    </dgm:pt>
    <dgm:pt modelId="{88AC1162-A62E-4E0E-8F1E-4A310013124D}" type="parTrans" cxnId="{87FD6AA4-5620-4D2F-B32E-0D41EB63678A}">
      <dgm:prSet/>
      <dgm:spPr/>
      <dgm:t>
        <a:bodyPr/>
        <a:lstStyle/>
        <a:p>
          <a:endParaRPr lang="en-US"/>
        </a:p>
      </dgm:t>
    </dgm:pt>
    <dgm:pt modelId="{A2B0FB63-E4A7-4882-B449-76298969B394}" type="sibTrans" cxnId="{87FD6AA4-5620-4D2F-B32E-0D41EB63678A}">
      <dgm:prSet/>
      <dgm:spPr/>
      <dgm:t>
        <a:bodyPr/>
        <a:lstStyle/>
        <a:p>
          <a:endParaRPr lang="en-US"/>
        </a:p>
      </dgm:t>
    </dgm:pt>
    <dgm:pt modelId="{D3353C9D-480E-4656-8AF1-0E8303C865E4}">
      <dgm:prSet/>
      <dgm:spPr/>
      <dgm:t>
        <a:bodyPr/>
        <a:lstStyle/>
        <a:p>
          <a:r>
            <a:rPr lang="en-US" b="1" i="0" baseline="0"/>
            <a:t>Stateless:</a:t>
          </a:r>
          <a:br>
            <a:rPr lang="en-US" b="0" i="0" baseline="0"/>
          </a:br>
          <a:r>
            <a:rPr lang="en-US" b="0" i="0" baseline="0"/>
            <a:t>Each execution is isolated — no persistent local state between invocations.</a:t>
          </a:r>
          <a:endParaRPr lang="en-US"/>
        </a:p>
      </dgm:t>
    </dgm:pt>
    <dgm:pt modelId="{7BD0C1D4-EDC0-473B-B1B7-61E868EC3999}" type="parTrans" cxnId="{37404167-5D35-40EF-9E0D-CECB30E59955}">
      <dgm:prSet/>
      <dgm:spPr/>
      <dgm:t>
        <a:bodyPr/>
        <a:lstStyle/>
        <a:p>
          <a:endParaRPr lang="en-US"/>
        </a:p>
      </dgm:t>
    </dgm:pt>
    <dgm:pt modelId="{66B90EA1-4230-459C-A36B-2330BCC2F3B0}" type="sibTrans" cxnId="{37404167-5D35-40EF-9E0D-CECB30E59955}">
      <dgm:prSet/>
      <dgm:spPr/>
      <dgm:t>
        <a:bodyPr/>
        <a:lstStyle/>
        <a:p>
          <a:endParaRPr lang="en-US"/>
        </a:p>
      </dgm:t>
    </dgm:pt>
    <dgm:pt modelId="{6C84BEBE-65FA-4545-BF93-571224305A1E}">
      <dgm:prSet/>
      <dgm:spPr/>
      <dgm:t>
        <a:bodyPr/>
        <a:lstStyle/>
        <a:p>
          <a:r>
            <a:rPr lang="en-US" b="1" i="0" baseline="0"/>
            <a:t>Fully Managed Environment:</a:t>
          </a:r>
          <a:br>
            <a:rPr lang="en-US" b="0" i="0" baseline="0"/>
          </a:br>
          <a:r>
            <a:rPr lang="en-US" b="0" i="0" baseline="0"/>
            <a:t>Provider handles runtime, OS patches, scaling, and fault tolerance.</a:t>
          </a:r>
          <a:endParaRPr lang="en-US"/>
        </a:p>
      </dgm:t>
    </dgm:pt>
    <dgm:pt modelId="{209AB957-63B1-417B-B4BB-57C949A14164}" type="parTrans" cxnId="{9D744F76-B64E-44D9-9C84-A906440DC54C}">
      <dgm:prSet/>
      <dgm:spPr/>
      <dgm:t>
        <a:bodyPr/>
        <a:lstStyle/>
        <a:p>
          <a:endParaRPr lang="en-US"/>
        </a:p>
      </dgm:t>
    </dgm:pt>
    <dgm:pt modelId="{E5CBB465-E692-450D-B05A-B1B5D687D85C}" type="sibTrans" cxnId="{9D744F76-B64E-44D9-9C84-A906440DC54C}">
      <dgm:prSet/>
      <dgm:spPr/>
      <dgm:t>
        <a:bodyPr/>
        <a:lstStyle/>
        <a:p>
          <a:endParaRPr lang="en-US"/>
        </a:p>
      </dgm:t>
    </dgm:pt>
    <dgm:pt modelId="{709A54A7-89D1-4965-9B51-CEA67C419F07}" type="pres">
      <dgm:prSet presAssocID="{ECA1E766-EA18-4B38-8012-E091C57043C5}" presName="outerComposite" presStyleCnt="0">
        <dgm:presLayoutVars>
          <dgm:chMax val="5"/>
          <dgm:dir/>
          <dgm:resizeHandles val="exact"/>
        </dgm:presLayoutVars>
      </dgm:prSet>
      <dgm:spPr/>
    </dgm:pt>
    <dgm:pt modelId="{20676CED-43B9-44ED-88F4-B2B89DBF6C16}" type="pres">
      <dgm:prSet presAssocID="{ECA1E766-EA18-4B38-8012-E091C57043C5}" presName="dummyMaxCanvas" presStyleCnt="0">
        <dgm:presLayoutVars/>
      </dgm:prSet>
      <dgm:spPr/>
    </dgm:pt>
    <dgm:pt modelId="{567123E1-3879-4C34-96B6-23E26D6DCF4D}" type="pres">
      <dgm:prSet presAssocID="{ECA1E766-EA18-4B38-8012-E091C57043C5}" presName="FiveNodes_1" presStyleLbl="node1" presStyleIdx="0" presStyleCnt="5">
        <dgm:presLayoutVars>
          <dgm:bulletEnabled val="1"/>
        </dgm:presLayoutVars>
      </dgm:prSet>
      <dgm:spPr/>
    </dgm:pt>
    <dgm:pt modelId="{E1CE7175-D1BC-4513-8257-511C84F11691}" type="pres">
      <dgm:prSet presAssocID="{ECA1E766-EA18-4B38-8012-E091C57043C5}" presName="FiveNodes_2" presStyleLbl="node1" presStyleIdx="1" presStyleCnt="5">
        <dgm:presLayoutVars>
          <dgm:bulletEnabled val="1"/>
        </dgm:presLayoutVars>
      </dgm:prSet>
      <dgm:spPr/>
    </dgm:pt>
    <dgm:pt modelId="{28A479BC-CB97-4C8D-B200-D69B8E15F91A}" type="pres">
      <dgm:prSet presAssocID="{ECA1E766-EA18-4B38-8012-E091C57043C5}" presName="FiveNodes_3" presStyleLbl="node1" presStyleIdx="2" presStyleCnt="5">
        <dgm:presLayoutVars>
          <dgm:bulletEnabled val="1"/>
        </dgm:presLayoutVars>
      </dgm:prSet>
      <dgm:spPr/>
    </dgm:pt>
    <dgm:pt modelId="{AF30791C-D6C0-4255-9943-2A29E5B3D710}" type="pres">
      <dgm:prSet presAssocID="{ECA1E766-EA18-4B38-8012-E091C57043C5}" presName="FiveNodes_4" presStyleLbl="node1" presStyleIdx="3" presStyleCnt="5">
        <dgm:presLayoutVars>
          <dgm:bulletEnabled val="1"/>
        </dgm:presLayoutVars>
      </dgm:prSet>
      <dgm:spPr/>
    </dgm:pt>
    <dgm:pt modelId="{F203CDB7-0786-4229-A07B-9A5E9917A86C}" type="pres">
      <dgm:prSet presAssocID="{ECA1E766-EA18-4B38-8012-E091C57043C5}" presName="FiveNodes_5" presStyleLbl="node1" presStyleIdx="4" presStyleCnt="5">
        <dgm:presLayoutVars>
          <dgm:bulletEnabled val="1"/>
        </dgm:presLayoutVars>
      </dgm:prSet>
      <dgm:spPr/>
    </dgm:pt>
    <dgm:pt modelId="{B35B6F13-B956-451B-A87A-232FDECCAB62}" type="pres">
      <dgm:prSet presAssocID="{ECA1E766-EA18-4B38-8012-E091C57043C5}" presName="FiveConn_1-2" presStyleLbl="fgAccFollowNode1" presStyleIdx="0" presStyleCnt="4">
        <dgm:presLayoutVars>
          <dgm:bulletEnabled val="1"/>
        </dgm:presLayoutVars>
      </dgm:prSet>
      <dgm:spPr/>
    </dgm:pt>
    <dgm:pt modelId="{8B73DC7F-B532-47DE-B2F5-A9896018A4B6}" type="pres">
      <dgm:prSet presAssocID="{ECA1E766-EA18-4B38-8012-E091C57043C5}" presName="FiveConn_2-3" presStyleLbl="fgAccFollowNode1" presStyleIdx="1" presStyleCnt="4">
        <dgm:presLayoutVars>
          <dgm:bulletEnabled val="1"/>
        </dgm:presLayoutVars>
      </dgm:prSet>
      <dgm:spPr/>
    </dgm:pt>
    <dgm:pt modelId="{458C45B3-BE35-4377-AD06-3D5EDA0F5989}" type="pres">
      <dgm:prSet presAssocID="{ECA1E766-EA18-4B38-8012-E091C57043C5}" presName="FiveConn_3-4" presStyleLbl="fgAccFollowNode1" presStyleIdx="2" presStyleCnt="4">
        <dgm:presLayoutVars>
          <dgm:bulletEnabled val="1"/>
        </dgm:presLayoutVars>
      </dgm:prSet>
      <dgm:spPr/>
    </dgm:pt>
    <dgm:pt modelId="{40F6FB8A-4E21-4029-91BD-677803577711}" type="pres">
      <dgm:prSet presAssocID="{ECA1E766-EA18-4B38-8012-E091C57043C5}" presName="FiveConn_4-5" presStyleLbl="fgAccFollowNode1" presStyleIdx="3" presStyleCnt="4">
        <dgm:presLayoutVars>
          <dgm:bulletEnabled val="1"/>
        </dgm:presLayoutVars>
      </dgm:prSet>
      <dgm:spPr/>
    </dgm:pt>
    <dgm:pt modelId="{1C621399-00A6-4B39-BAB8-503C364E4582}" type="pres">
      <dgm:prSet presAssocID="{ECA1E766-EA18-4B38-8012-E091C57043C5}" presName="FiveNodes_1_text" presStyleLbl="node1" presStyleIdx="4" presStyleCnt="5">
        <dgm:presLayoutVars>
          <dgm:bulletEnabled val="1"/>
        </dgm:presLayoutVars>
      </dgm:prSet>
      <dgm:spPr/>
    </dgm:pt>
    <dgm:pt modelId="{4BD90C57-E38D-48FD-958C-0A2340155EE6}" type="pres">
      <dgm:prSet presAssocID="{ECA1E766-EA18-4B38-8012-E091C57043C5}" presName="FiveNodes_2_text" presStyleLbl="node1" presStyleIdx="4" presStyleCnt="5">
        <dgm:presLayoutVars>
          <dgm:bulletEnabled val="1"/>
        </dgm:presLayoutVars>
      </dgm:prSet>
      <dgm:spPr/>
    </dgm:pt>
    <dgm:pt modelId="{670AB4A9-3097-4F43-B09F-94A35AEA9505}" type="pres">
      <dgm:prSet presAssocID="{ECA1E766-EA18-4B38-8012-E091C57043C5}" presName="FiveNodes_3_text" presStyleLbl="node1" presStyleIdx="4" presStyleCnt="5">
        <dgm:presLayoutVars>
          <dgm:bulletEnabled val="1"/>
        </dgm:presLayoutVars>
      </dgm:prSet>
      <dgm:spPr/>
    </dgm:pt>
    <dgm:pt modelId="{D72097CC-9AF0-463C-AC3E-E61FCB633E06}" type="pres">
      <dgm:prSet presAssocID="{ECA1E766-EA18-4B38-8012-E091C57043C5}" presName="FiveNodes_4_text" presStyleLbl="node1" presStyleIdx="4" presStyleCnt="5">
        <dgm:presLayoutVars>
          <dgm:bulletEnabled val="1"/>
        </dgm:presLayoutVars>
      </dgm:prSet>
      <dgm:spPr/>
    </dgm:pt>
    <dgm:pt modelId="{9E289189-7865-4BBC-A1CC-39312B38B94E}" type="pres">
      <dgm:prSet presAssocID="{ECA1E766-EA18-4B38-8012-E091C57043C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DC58909-DED3-4A8D-AB62-C14F46711EA1}" type="presOf" srcId="{0B7FB7BE-1BAE-43CC-9C82-15F6EDD84299}" destId="{E1CE7175-D1BC-4513-8257-511C84F11691}" srcOrd="0" destOrd="0" presId="urn:microsoft.com/office/officeart/2005/8/layout/vProcess5"/>
    <dgm:cxn modelId="{6D0CEE0F-E935-488F-A0C3-90F6B2C2CD2B}" type="presOf" srcId="{D3353C9D-480E-4656-8AF1-0E8303C865E4}" destId="{AF30791C-D6C0-4255-9943-2A29E5B3D710}" srcOrd="0" destOrd="0" presId="urn:microsoft.com/office/officeart/2005/8/layout/vProcess5"/>
    <dgm:cxn modelId="{B56A842D-997D-4DE1-A513-E54C2A1FE89D}" srcId="{ECA1E766-EA18-4B38-8012-E091C57043C5}" destId="{2B3E43BC-02E4-4A94-898C-74895F4559FB}" srcOrd="0" destOrd="0" parTransId="{8A9E0948-D796-4EAD-8199-9B0C0A31B7C1}" sibTransId="{CCBAB6C0-DD83-41C5-9687-DE36AA3B9405}"/>
    <dgm:cxn modelId="{06424030-FBA6-45AE-95EB-BCC37AA6F3C1}" type="presOf" srcId="{ECA1E766-EA18-4B38-8012-E091C57043C5}" destId="{709A54A7-89D1-4965-9B51-CEA67C419F07}" srcOrd="0" destOrd="0" presId="urn:microsoft.com/office/officeart/2005/8/layout/vProcess5"/>
    <dgm:cxn modelId="{15D23632-3642-41E0-B26C-6001C25CB13A}" type="presOf" srcId="{A2B0FB63-E4A7-4882-B449-76298969B394}" destId="{458C45B3-BE35-4377-AD06-3D5EDA0F5989}" srcOrd="0" destOrd="0" presId="urn:microsoft.com/office/officeart/2005/8/layout/vProcess5"/>
    <dgm:cxn modelId="{3AA46F45-1F45-4B79-82B4-B108DA8C3925}" type="presOf" srcId="{0B7FB7BE-1BAE-43CC-9C82-15F6EDD84299}" destId="{4BD90C57-E38D-48FD-958C-0A2340155EE6}" srcOrd="1" destOrd="0" presId="urn:microsoft.com/office/officeart/2005/8/layout/vProcess5"/>
    <dgm:cxn modelId="{37404167-5D35-40EF-9E0D-CECB30E59955}" srcId="{ECA1E766-EA18-4B38-8012-E091C57043C5}" destId="{D3353C9D-480E-4656-8AF1-0E8303C865E4}" srcOrd="3" destOrd="0" parTransId="{7BD0C1D4-EDC0-473B-B1B7-61E868EC3999}" sibTransId="{66B90EA1-4230-459C-A36B-2330BCC2F3B0}"/>
    <dgm:cxn modelId="{783BE671-13AB-4F7E-BB26-933CD40F391B}" type="presOf" srcId="{66B90EA1-4230-459C-A36B-2330BCC2F3B0}" destId="{40F6FB8A-4E21-4029-91BD-677803577711}" srcOrd="0" destOrd="0" presId="urn:microsoft.com/office/officeart/2005/8/layout/vProcess5"/>
    <dgm:cxn modelId="{6B44D452-5C31-4852-AD9C-737550E571D6}" type="presOf" srcId="{2537DB87-9638-4DF1-94B1-C8E78F758BFC}" destId="{28A479BC-CB97-4C8D-B200-D69B8E15F91A}" srcOrd="0" destOrd="0" presId="urn:microsoft.com/office/officeart/2005/8/layout/vProcess5"/>
    <dgm:cxn modelId="{71940E75-6988-46F5-95F7-9931A2503395}" type="presOf" srcId="{2537DB87-9638-4DF1-94B1-C8E78F758BFC}" destId="{670AB4A9-3097-4F43-B09F-94A35AEA9505}" srcOrd="1" destOrd="0" presId="urn:microsoft.com/office/officeart/2005/8/layout/vProcess5"/>
    <dgm:cxn modelId="{9D744F76-B64E-44D9-9C84-A906440DC54C}" srcId="{ECA1E766-EA18-4B38-8012-E091C57043C5}" destId="{6C84BEBE-65FA-4545-BF93-571224305A1E}" srcOrd="4" destOrd="0" parTransId="{209AB957-63B1-417B-B4BB-57C949A14164}" sibTransId="{E5CBB465-E692-450D-B05A-B1B5D687D85C}"/>
    <dgm:cxn modelId="{DA129888-8A0D-48F8-B121-3855CC600E50}" type="presOf" srcId="{6C84BEBE-65FA-4545-BF93-571224305A1E}" destId="{F203CDB7-0786-4229-A07B-9A5E9917A86C}" srcOrd="0" destOrd="0" presId="urn:microsoft.com/office/officeart/2005/8/layout/vProcess5"/>
    <dgm:cxn modelId="{74A9EF97-7CA9-4B85-97FC-0EAD51659D0C}" type="presOf" srcId="{6C84BEBE-65FA-4545-BF93-571224305A1E}" destId="{9E289189-7865-4BBC-A1CC-39312B38B94E}" srcOrd="1" destOrd="0" presId="urn:microsoft.com/office/officeart/2005/8/layout/vProcess5"/>
    <dgm:cxn modelId="{87FD6AA4-5620-4D2F-B32E-0D41EB63678A}" srcId="{ECA1E766-EA18-4B38-8012-E091C57043C5}" destId="{2537DB87-9638-4DF1-94B1-C8E78F758BFC}" srcOrd="2" destOrd="0" parTransId="{88AC1162-A62E-4E0E-8F1E-4A310013124D}" sibTransId="{A2B0FB63-E4A7-4882-B449-76298969B394}"/>
    <dgm:cxn modelId="{2D94E0A6-E085-41DF-88C6-8B162755469D}" type="presOf" srcId="{D3353C9D-480E-4656-8AF1-0E8303C865E4}" destId="{D72097CC-9AF0-463C-AC3E-E61FCB633E06}" srcOrd="1" destOrd="0" presId="urn:microsoft.com/office/officeart/2005/8/layout/vProcess5"/>
    <dgm:cxn modelId="{C68B77A9-A878-40E8-9083-A93A5D11299D}" srcId="{ECA1E766-EA18-4B38-8012-E091C57043C5}" destId="{0B7FB7BE-1BAE-43CC-9C82-15F6EDD84299}" srcOrd="1" destOrd="0" parTransId="{936CEE01-10D4-4F30-89FA-124DE3678B24}" sibTransId="{C9A34195-9A71-4EF0-A1B5-8D245015B802}"/>
    <dgm:cxn modelId="{6D385EAB-A0AA-463B-8080-18284A2FCEFB}" type="presOf" srcId="{2B3E43BC-02E4-4A94-898C-74895F4559FB}" destId="{567123E1-3879-4C34-96B6-23E26D6DCF4D}" srcOrd="0" destOrd="0" presId="urn:microsoft.com/office/officeart/2005/8/layout/vProcess5"/>
    <dgm:cxn modelId="{79E386C6-3998-44A7-A2FE-54F25FCDD7C1}" type="presOf" srcId="{C9A34195-9A71-4EF0-A1B5-8D245015B802}" destId="{8B73DC7F-B532-47DE-B2F5-A9896018A4B6}" srcOrd="0" destOrd="0" presId="urn:microsoft.com/office/officeart/2005/8/layout/vProcess5"/>
    <dgm:cxn modelId="{4376C9CF-8B65-490E-89EA-184B065BC3BE}" type="presOf" srcId="{CCBAB6C0-DD83-41C5-9687-DE36AA3B9405}" destId="{B35B6F13-B956-451B-A87A-232FDECCAB62}" srcOrd="0" destOrd="0" presId="urn:microsoft.com/office/officeart/2005/8/layout/vProcess5"/>
    <dgm:cxn modelId="{1B842BD1-2920-4ADE-9DC5-323F04E1D86F}" type="presOf" srcId="{2B3E43BC-02E4-4A94-898C-74895F4559FB}" destId="{1C621399-00A6-4B39-BAB8-503C364E4582}" srcOrd="1" destOrd="0" presId="urn:microsoft.com/office/officeart/2005/8/layout/vProcess5"/>
    <dgm:cxn modelId="{B10E7E0C-B7FA-4849-8E7C-8057A868AA92}" type="presParOf" srcId="{709A54A7-89D1-4965-9B51-CEA67C419F07}" destId="{20676CED-43B9-44ED-88F4-B2B89DBF6C16}" srcOrd="0" destOrd="0" presId="urn:microsoft.com/office/officeart/2005/8/layout/vProcess5"/>
    <dgm:cxn modelId="{2B066C81-27F4-40D7-BC8E-5E6EC2FEF916}" type="presParOf" srcId="{709A54A7-89D1-4965-9B51-CEA67C419F07}" destId="{567123E1-3879-4C34-96B6-23E26D6DCF4D}" srcOrd="1" destOrd="0" presId="urn:microsoft.com/office/officeart/2005/8/layout/vProcess5"/>
    <dgm:cxn modelId="{06CFD744-1D5A-4986-8BEA-AC40B6F3F956}" type="presParOf" srcId="{709A54A7-89D1-4965-9B51-CEA67C419F07}" destId="{E1CE7175-D1BC-4513-8257-511C84F11691}" srcOrd="2" destOrd="0" presId="urn:microsoft.com/office/officeart/2005/8/layout/vProcess5"/>
    <dgm:cxn modelId="{FDA82A5F-F54A-44B1-B0D4-3735F24BFDBD}" type="presParOf" srcId="{709A54A7-89D1-4965-9B51-CEA67C419F07}" destId="{28A479BC-CB97-4C8D-B200-D69B8E15F91A}" srcOrd="3" destOrd="0" presId="urn:microsoft.com/office/officeart/2005/8/layout/vProcess5"/>
    <dgm:cxn modelId="{7455E9F2-165F-4A43-BA28-44109A4B97B2}" type="presParOf" srcId="{709A54A7-89D1-4965-9B51-CEA67C419F07}" destId="{AF30791C-D6C0-4255-9943-2A29E5B3D710}" srcOrd="4" destOrd="0" presId="urn:microsoft.com/office/officeart/2005/8/layout/vProcess5"/>
    <dgm:cxn modelId="{40AA713C-5099-4B20-A653-3B9FFDAA9855}" type="presParOf" srcId="{709A54A7-89D1-4965-9B51-CEA67C419F07}" destId="{F203CDB7-0786-4229-A07B-9A5E9917A86C}" srcOrd="5" destOrd="0" presId="urn:microsoft.com/office/officeart/2005/8/layout/vProcess5"/>
    <dgm:cxn modelId="{9B48D2B3-23CD-482C-9AD5-AD2EFCA1D9A2}" type="presParOf" srcId="{709A54A7-89D1-4965-9B51-CEA67C419F07}" destId="{B35B6F13-B956-451B-A87A-232FDECCAB62}" srcOrd="6" destOrd="0" presId="urn:microsoft.com/office/officeart/2005/8/layout/vProcess5"/>
    <dgm:cxn modelId="{E1D268A2-8FBB-418F-89F5-941331C93F2A}" type="presParOf" srcId="{709A54A7-89D1-4965-9B51-CEA67C419F07}" destId="{8B73DC7F-B532-47DE-B2F5-A9896018A4B6}" srcOrd="7" destOrd="0" presId="urn:microsoft.com/office/officeart/2005/8/layout/vProcess5"/>
    <dgm:cxn modelId="{E355E835-4634-4043-8A8C-43FA85209214}" type="presParOf" srcId="{709A54A7-89D1-4965-9B51-CEA67C419F07}" destId="{458C45B3-BE35-4377-AD06-3D5EDA0F5989}" srcOrd="8" destOrd="0" presId="urn:microsoft.com/office/officeart/2005/8/layout/vProcess5"/>
    <dgm:cxn modelId="{710D6CD6-9958-452E-9A6E-21B389433D36}" type="presParOf" srcId="{709A54A7-89D1-4965-9B51-CEA67C419F07}" destId="{40F6FB8A-4E21-4029-91BD-677803577711}" srcOrd="9" destOrd="0" presId="urn:microsoft.com/office/officeart/2005/8/layout/vProcess5"/>
    <dgm:cxn modelId="{252A54D3-7C40-4136-A7D7-979A2909C280}" type="presParOf" srcId="{709A54A7-89D1-4965-9B51-CEA67C419F07}" destId="{1C621399-00A6-4B39-BAB8-503C364E4582}" srcOrd="10" destOrd="0" presId="urn:microsoft.com/office/officeart/2005/8/layout/vProcess5"/>
    <dgm:cxn modelId="{9985A54E-E1A6-43FD-BEDA-580BCDD4C9ED}" type="presParOf" srcId="{709A54A7-89D1-4965-9B51-CEA67C419F07}" destId="{4BD90C57-E38D-48FD-958C-0A2340155EE6}" srcOrd="11" destOrd="0" presId="urn:microsoft.com/office/officeart/2005/8/layout/vProcess5"/>
    <dgm:cxn modelId="{BCE26B80-A9C8-4B42-9D2A-4369C27C1720}" type="presParOf" srcId="{709A54A7-89D1-4965-9B51-CEA67C419F07}" destId="{670AB4A9-3097-4F43-B09F-94A35AEA9505}" srcOrd="12" destOrd="0" presId="urn:microsoft.com/office/officeart/2005/8/layout/vProcess5"/>
    <dgm:cxn modelId="{9BA431C0-8E66-4B7D-AE56-AB6BFE49B82F}" type="presParOf" srcId="{709A54A7-89D1-4965-9B51-CEA67C419F07}" destId="{D72097CC-9AF0-463C-AC3E-E61FCB633E06}" srcOrd="13" destOrd="0" presId="urn:microsoft.com/office/officeart/2005/8/layout/vProcess5"/>
    <dgm:cxn modelId="{DB5D4712-F38C-404E-8405-FE8763EA7123}" type="presParOf" srcId="{709A54A7-89D1-4965-9B51-CEA67C419F07}" destId="{9E289189-7865-4BBC-A1CC-39312B38B94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DD600A-1D1A-47D4-96DE-376CB7F3847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1C8AB04-C832-451B-AC75-456C4B07D387}">
      <dgm:prSet/>
      <dgm:spPr/>
      <dgm:t>
        <a:bodyPr/>
        <a:lstStyle/>
        <a:p>
          <a:r>
            <a:rPr lang="en-US"/>
            <a:t>AWS Lambda</a:t>
          </a:r>
        </a:p>
      </dgm:t>
    </dgm:pt>
    <dgm:pt modelId="{BEFCB054-4CE9-46B2-89CB-52B5DBF02A3A}" type="parTrans" cxnId="{4E7F6768-E20D-42F1-A5FB-B0E421AF823B}">
      <dgm:prSet/>
      <dgm:spPr/>
      <dgm:t>
        <a:bodyPr/>
        <a:lstStyle/>
        <a:p>
          <a:endParaRPr lang="en-US"/>
        </a:p>
      </dgm:t>
    </dgm:pt>
    <dgm:pt modelId="{76CB6B84-2EDF-4C42-8EA3-D8EC011E2C70}" type="sibTrans" cxnId="{4E7F6768-E20D-42F1-A5FB-B0E421AF823B}">
      <dgm:prSet/>
      <dgm:spPr/>
      <dgm:t>
        <a:bodyPr/>
        <a:lstStyle/>
        <a:p>
          <a:endParaRPr lang="en-US"/>
        </a:p>
      </dgm:t>
    </dgm:pt>
    <dgm:pt modelId="{7DAA7E6D-EEEB-47B4-AC0E-CAB68908007F}">
      <dgm:prSet/>
      <dgm:spPr/>
      <dgm:t>
        <a:bodyPr/>
        <a:lstStyle/>
        <a:p>
          <a:r>
            <a:rPr lang="en-US"/>
            <a:t>API Gateway</a:t>
          </a:r>
        </a:p>
      </dgm:t>
    </dgm:pt>
    <dgm:pt modelId="{5753899D-4804-4486-8721-4476079CB92A}" type="parTrans" cxnId="{7665C6E7-FFEF-41E0-B06A-EF15433C74FB}">
      <dgm:prSet/>
      <dgm:spPr/>
      <dgm:t>
        <a:bodyPr/>
        <a:lstStyle/>
        <a:p>
          <a:endParaRPr lang="en-US"/>
        </a:p>
      </dgm:t>
    </dgm:pt>
    <dgm:pt modelId="{2672D86D-D75C-49D4-9A90-7CD551B2B0E3}" type="sibTrans" cxnId="{7665C6E7-FFEF-41E0-B06A-EF15433C74FB}">
      <dgm:prSet/>
      <dgm:spPr/>
      <dgm:t>
        <a:bodyPr/>
        <a:lstStyle/>
        <a:p>
          <a:endParaRPr lang="en-US"/>
        </a:p>
      </dgm:t>
    </dgm:pt>
    <dgm:pt modelId="{20873056-1B7B-4DE1-ABB5-891672B3A5B0}">
      <dgm:prSet/>
      <dgm:spPr/>
      <dgm:t>
        <a:bodyPr/>
        <a:lstStyle/>
        <a:p>
          <a:r>
            <a:rPr lang="en-US"/>
            <a:t>Amazon DynamoDB</a:t>
          </a:r>
        </a:p>
      </dgm:t>
    </dgm:pt>
    <dgm:pt modelId="{C7D86CC2-2B2A-4CDC-AE43-53FF8096E97B}" type="parTrans" cxnId="{3D53B854-CF41-4A02-A4E7-DF011811FD92}">
      <dgm:prSet/>
      <dgm:spPr/>
      <dgm:t>
        <a:bodyPr/>
        <a:lstStyle/>
        <a:p>
          <a:endParaRPr lang="en-US"/>
        </a:p>
      </dgm:t>
    </dgm:pt>
    <dgm:pt modelId="{F934DBBF-1FDA-4F63-92F6-6BC6270E2D86}" type="sibTrans" cxnId="{3D53B854-CF41-4A02-A4E7-DF011811FD92}">
      <dgm:prSet/>
      <dgm:spPr/>
      <dgm:t>
        <a:bodyPr/>
        <a:lstStyle/>
        <a:p>
          <a:endParaRPr lang="en-US"/>
        </a:p>
      </dgm:t>
    </dgm:pt>
    <dgm:pt modelId="{81C8886B-52FF-46AC-BEC1-B47BDBE23439}">
      <dgm:prSet/>
      <dgm:spPr/>
      <dgm:t>
        <a:bodyPr/>
        <a:lstStyle/>
        <a:p>
          <a:r>
            <a:rPr lang="en-US"/>
            <a:t>Amazon S3 (Simple Storage Service)</a:t>
          </a:r>
        </a:p>
      </dgm:t>
    </dgm:pt>
    <dgm:pt modelId="{9F5E270A-AAC2-4D7B-9EAB-852AFC0B5134}" type="parTrans" cxnId="{C696124A-472C-409E-871A-36FF6B950A47}">
      <dgm:prSet/>
      <dgm:spPr/>
      <dgm:t>
        <a:bodyPr/>
        <a:lstStyle/>
        <a:p>
          <a:endParaRPr lang="en-US"/>
        </a:p>
      </dgm:t>
    </dgm:pt>
    <dgm:pt modelId="{5B21FEBA-FFDE-4B8D-B473-01CDD9864C51}" type="sibTrans" cxnId="{C696124A-472C-409E-871A-36FF6B950A47}">
      <dgm:prSet/>
      <dgm:spPr/>
      <dgm:t>
        <a:bodyPr/>
        <a:lstStyle/>
        <a:p>
          <a:endParaRPr lang="en-US"/>
        </a:p>
      </dgm:t>
    </dgm:pt>
    <dgm:pt modelId="{D8C25993-A89F-451D-ABF9-2C5D61DADE42}">
      <dgm:prSet/>
      <dgm:spPr/>
      <dgm:t>
        <a:bodyPr/>
        <a:lstStyle/>
        <a:p>
          <a:r>
            <a:rPr lang="en-US"/>
            <a:t>Amazon SQS (Simple Queue Service)</a:t>
          </a:r>
        </a:p>
      </dgm:t>
    </dgm:pt>
    <dgm:pt modelId="{260314A9-DE8E-49D7-B8CC-A8460F4B9475}" type="parTrans" cxnId="{9AB2CD9D-9291-4BF2-9786-7DBC63F8B0EB}">
      <dgm:prSet/>
      <dgm:spPr/>
      <dgm:t>
        <a:bodyPr/>
        <a:lstStyle/>
        <a:p>
          <a:endParaRPr lang="en-US"/>
        </a:p>
      </dgm:t>
    </dgm:pt>
    <dgm:pt modelId="{5AB09094-BD0F-4ECE-B996-06CC39364E8E}" type="sibTrans" cxnId="{9AB2CD9D-9291-4BF2-9786-7DBC63F8B0EB}">
      <dgm:prSet/>
      <dgm:spPr/>
      <dgm:t>
        <a:bodyPr/>
        <a:lstStyle/>
        <a:p>
          <a:endParaRPr lang="en-US"/>
        </a:p>
      </dgm:t>
    </dgm:pt>
    <dgm:pt modelId="{845C4ABF-5EB5-464C-972D-19AFA7025A3F}">
      <dgm:prSet/>
      <dgm:spPr/>
      <dgm:t>
        <a:bodyPr/>
        <a:lstStyle/>
        <a:p>
          <a:r>
            <a:rPr lang="en-US"/>
            <a:t>AWS Fargate: </a:t>
          </a:r>
        </a:p>
      </dgm:t>
    </dgm:pt>
    <dgm:pt modelId="{8D660C54-362C-4973-88FF-0A20E6104D44}" type="parTrans" cxnId="{C0669817-EF02-41D1-B415-29DD04AA7EFE}">
      <dgm:prSet/>
      <dgm:spPr/>
      <dgm:t>
        <a:bodyPr/>
        <a:lstStyle/>
        <a:p>
          <a:endParaRPr lang="en-US"/>
        </a:p>
      </dgm:t>
    </dgm:pt>
    <dgm:pt modelId="{FCDBA244-E268-488D-B8D3-E1482EBB2D00}" type="sibTrans" cxnId="{C0669817-EF02-41D1-B415-29DD04AA7EFE}">
      <dgm:prSet/>
      <dgm:spPr/>
      <dgm:t>
        <a:bodyPr/>
        <a:lstStyle/>
        <a:p>
          <a:endParaRPr lang="en-US"/>
        </a:p>
      </dgm:t>
    </dgm:pt>
    <dgm:pt modelId="{1CD031CB-9046-4F39-BBF9-DD373352CB77}">
      <dgm:prSet/>
      <dgm:spPr/>
      <dgm:t>
        <a:bodyPr/>
        <a:lstStyle/>
        <a:p>
          <a:r>
            <a:rPr lang="en-US"/>
            <a:t>Amazon Aurora Serverless</a:t>
          </a:r>
        </a:p>
      </dgm:t>
    </dgm:pt>
    <dgm:pt modelId="{B7BAF26D-339C-4269-B70B-7B5DE994433E}" type="parTrans" cxnId="{D56DB17D-6C77-4EBD-AA89-A1BBA817E2EA}">
      <dgm:prSet/>
      <dgm:spPr/>
      <dgm:t>
        <a:bodyPr/>
        <a:lstStyle/>
        <a:p>
          <a:endParaRPr lang="en-US"/>
        </a:p>
      </dgm:t>
    </dgm:pt>
    <dgm:pt modelId="{32D7C856-397F-4DCB-BC38-F2233E5BAF14}" type="sibTrans" cxnId="{D56DB17D-6C77-4EBD-AA89-A1BBA817E2EA}">
      <dgm:prSet/>
      <dgm:spPr/>
      <dgm:t>
        <a:bodyPr/>
        <a:lstStyle/>
        <a:p>
          <a:endParaRPr lang="en-US"/>
        </a:p>
      </dgm:t>
    </dgm:pt>
    <dgm:pt modelId="{AFA7E1B5-E0A6-4E4D-9328-0A3FE5DF038D}">
      <dgm:prSet/>
      <dgm:spPr/>
      <dgm:t>
        <a:bodyPr/>
        <a:lstStyle/>
        <a:p>
          <a:r>
            <a:rPr lang="en-US"/>
            <a:t>AWS Step Functions</a:t>
          </a:r>
        </a:p>
      </dgm:t>
    </dgm:pt>
    <dgm:pt modelId="{150438F8-F828-4F70-966E-F681D032BB36}" type="parTrans" cxnId="{6340AFEB-A56C-4403-8D4F-F6B7EA308FA2}">
      <dgm:prSet/>
      <dgm:spPr/>
      <dgm:t>
        <a:bodyPr/>
        <a:lstStyle/>
        <a:p>
          <a:endParaRPr lang="en-US"/>
        </a:p>
      </dgm:t>
    </dgm:pt>
    <dgm:pt modelId="{47A5B09C-9E10-41D3-884E-B7465813FEE5}" type="sibTrans" cxnId="{6340AFEB-A56C-4403-8D4F-F6B7EA308FA2}">
      <dgm:prSet/>
      <dgm:spPr/>
      <dgm:t>
        <a:bodyPr/>
        <a:lstStyle/>
        <a:p>
          <a:endParaRPr lang="en-US"/>
        </a:p>
      </dgm:t>
    </dgm:pt>
    <dgm:pt modelId="{ADFDEE81-9ED5-4B77-9911-FD8307A48D3E}" type="pres">
      <dgm:prSet presAssocID="{C8DD600A-1D1A-47D4-96DE-376CB7F3847F}" presName="linear" presStyleCnt="0">
        <dgm:presLayoutVars>
          <dgm:animLvl val="lvl"/>
          <dgm:resizeHandles val="exact"/>
        </dgm:presLayoutVars>
      </dgm:prSet>
      <dgm:spPr/>
    </dgm:pt>
    <dgm:pt modelId="{831C6679-EC54-4BD8-B45C-2803C7607F90}" type="pres">
      <dgm:prSet presAssocID="{81C8AB04-C832-451B-AC75-456C4B07D387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A7AE1B23-8A02-4464-BF3F-D371C17E0980}" type="pres">
      <dgm:prSet presAssocID="{76CB6B84-2EDF-4C42-8EA3-D8EC011E2C70}" presName="spacer" presStyleCnt="0"/>
      <dgm:spPr/>
    </dgm:pt>
    <dgm:pt modelId="{C210EC2A-1CCB-4404-9387-FC7F0774F794}" type="pres">
      <dgm:prSet presAssocID="{7DAA7E6D-EEEB-47B4-AC0E-CAB68908007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92D76812-2C7E-42CF-9AC9-6E6DDAB26ACC}" type="pres">
      <dgm:prSet presAssocID="{2672D86D-D75C-49D4-9A90-7CD551B2B0E3}" presName="spacer" presStyleCnt="0"/>
      <dgm:spPr/>
    </dgm:pt>
    <dgm:pt modelId="{250288C8-501B-4A2D-BD91-2751FD20AECC}" type="pres">
      <dgm:prSet presAssocID="{20873056-1B7B-4DE1-ABB5-891672B3A5B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3460EC07-5C48-45A7-BF51-26BEC65C7E19}" type="pres">
      <dgm:prSet presAssocID="{F934DBBF-1FDA-4F63-92F6-6BC6270E2D86}" presName="spacer" presStyleCnt="0"/>
      <dgm:spPr/>
    </dgm:pt>
    <dgm:pt modelId="{A4EDAC11-7B9C-41DD-A6D9-3A3E8BFE97EF}" type="pres">
      <dgm:prSet presAssocID="{81C8886B-52FF-46AC-BEC1-B47BDBE2343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912059C-10BA-41D1-B065-5BD9A45C0159}" type="pres">
      <dgm:prSet presAssocID="{5B21FEBA-FFDE-4B8D-B473-01CDD9864C51}" presName="spacer" presStyleCnt="0"/>
      <dgm:spPr/>
    </dgm:pt>
    <dgm:pt modelId="{2FAA50D6-24A1-4257-83B8-44C806641353}" type="pres">
      <dgm:prSet presAssocID="{D8C25993-A89F-451D-ABF9-2C5D61DADE4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5BC949F-ABED-49D1-BE90-5347D2CCD952}" type="pres">
      <dgm:prSet presAssocID="{5AB09094-BD0F-4ECE-B996-06CC39364E8E}" presName="spacer" presStyleCnt="0"/>
      <dgm:spPr/>
    </dgm:pt>
    <dgm:pt modelId="{5965F9C0-21CE-499C-A373-09D77129FC25}" type="pres">
      <dgm:prSet presAssocID="{845C4ABF-5EB5-464C-972D-19AFA7025A3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C07295F-5AC4-41D4-AC51-100ED4B341A6}" type="pres">
      <dgm:prSet presAssocID="{FCDBA244-E268-488D-B8D3-E1482EBB2D00}" presName="spacer" presStyleCnt="0"/>
      <dgm:spPr/>
    </dgm:pt>
    <dgm:pt modelId="{1BFC920B-34B0-4CA3-BFF4-241B5B4DC127}" type="pres">
      <dgm:prSet presAssocID="{1CD031CB-9046-4F39-BBF9-DD373352CB77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3C31A274-2B46-4C2C-BEFF-A25D53DA625C}" type="pres">
      <dgm:prSet presAssocID="{32D7C856-397F-4DCB-BC38-F2233E5BAF14}" presName="spacer" presStyleCnt="0"/>
      <dgm:spPr/>
    </dgm:pt>
    <dgm:pt modelId="{8AA7FDFA-0266-4FB0-9802-E573F22D1181}" type="pres">
      <dgm:prSet presAssocID="{AFA7E1B5-E0A6-4E4D-9328-0A3FE5DF038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620A6F03-39DD-4FE0-9B8D-50C67F46D0FE}" type="presOf" srcId="{81C8886B-52FF-46AC-BEC1-B47BDBE23439}" destId="{A4EDAC11-7B9C-41DD-A6D9-3A3E8BFE97EF}" srcOrd="0" destOrd="0" presId="urn:microsoft.com/office/officeart/2005/8/layout/vList2"/>
    <dgm:cxn modelId="{C0669817-EF02-41D1-B415-29DD04AA7EFE}" srcId="{C8DD600A-1D1A-47D4-96DE-376CB7F3847F}" destId="{845C4ABF-5EB5-464C-972D-19AFA7025A3F}" srcOrd="5" destOrd="0" parTransId="{8D660C54-362C-4973-88FF-0A20E6104D44}" sibTransId="{FCDBA244-E268-488D-B8D3-E1482EBB2D00}"/>
    <dgm:cxn modelId="{3DA8C43E-E5BE-4ED2-9900-86A20E82D236}" type="presOf" srcId="{845C4ABF-5EB5-464C-972D-19AFA7025A3F}" destId="{5965F9C0-21CE-499C-A373-09D77129FC25}" srcOrd="0" destOrd="0" presId="urn:microsoft.com/office/officeart/2005/8/layout/vList2"/>
    <dgm:cxn modelId="{4E7F6768-E20D-42F1-A5FB-B0E421AF823B}" srcId="{C8DD600A-1D1A-47D4-96DE-376CB7F3847F}" destId="{81C8AB04-C832-451B-AC75-456C4B07D387}" srcOrd="0" destOrd="0" parTransId="{BEFCB054-4CE9-46B2-89CB-52B5DBF02A3A}" sibTransId="{76CB6B84-2EDF-4C42-8EA3-D8EC011E2C70}"/>
    <dgm:cxn modelId="{FA72FA49-38E8-4501-B78F-6F5A531258F3}" type="presOf" srcId="{81C8AB04-C832-451B-AC75-456C4B07D387}" destId="{831C6679-EC54-4BD8-B45C-2803C7607F90}" srcOrd="0" destOrd="0" presId="urn:microsoft.com/office/officeart/2005/8/layout/vList2"/>
    <dgm:cxn modelId="{C696124A-472C-409E-871A-36FF6B950A47}" srcId="{C8DD600A-1D1A-47D4-96DE-376CB7F3847F}" destId="{81C8886B-52FF-46AC-BEC1-B47BDBE23439}" srcOrd="3" destOrd="0" parTransId="{9F5E270A-AAC2-4D7B-9EAB-852AFC0B5134}" sibTransId="{5B21FEBA-FFDE-4B8D-B473-01CDD9864C51}"/>
    <dgm:cxn modelId="{5C597C71-C7EB-4169-8DCC-F0B878A0C25E}" type="presOf" srcId="{7DAA7E6D-EEEB-47B4-AC0E-CAB68908007F}" destId="{C210EC2A-1CCB-4404-9387-FC7F0774F794}" srcOrd="0" destOrd="0" presId="urn:microsoft.com/office/officeart/2005/8/layout/vList2"/>
    <dgm:cxn modelId="{3D53B854-CF41-4A02-A4E7-DF011811FD92}" srcId="{C8DD600A-1D1A-47D4-96DE-376CB7F3847F}" destId="{20873056-1B7B-4DE1-ABB5-891672B3A5B0}" srcOrd="2" destOrd="0" parTransId="{C7D86CC2-2B2A-4CDC-AE43-53FF8096E97B}" sibTransId="{F934DBBF-1FDA-4F63-92F6-6BC6270E2D86}"/>
    <dgm:cxn modelId="{D56DB17D-6C77-4EBD-AA89-A1BBA817E2EA}" srcId="{C8DD600A-1D1A-47D4-96DE-376CB7F3847F}" destId="{1CD031CB-9046-4F39-BBF9-DD373352CB77}" srcOrd="6" destOrd="0" parTransId="{B7BAF26D-339C-4269-B70B-7B5DE994433E}" sibTransId="{32D7C856-397F-4DCB-BC38-F2233E5BAF14}"/>
    <dgm:cxn modelId="{9AB2CD9D-9291-4BF2-9786-7DBC63F8B0EB}" srcId="{C8DD600A-1D1A-47D4-96DE-376CB7F3847F}" destId="{D8C25993-A89F-451D-ABF9-2C5D61DADE42}" srcOrd="4" destOrd="0" parTransId="{260314A9-DE8E-49D7-B8CC-A8460F4B9475}" sibTransId="{5AB09094-BD0F-4ECE-B996-06CC39364E8E}"/>
    <dgm:cxn modelId="{1EBBA0A4-3EAC-43DB-9DD6-C19DB7720E25}" type="presOf" srcId="{C8DD600A-1D1A-47D4-96DE-376CB7F3847F}" destId="{ADFDEE81-9ED5-4B77-9911-FD8307A48D3E}" srcOrd="0" destOrd="0" presId="urn:microsoft.com/office/officeart/2005/8/layout/vList2"/>
    <dgm:cxn modelId="{CA7A51A9-0504-4325-9B72-09DC6D4054BB}" type="presOf" srcId="{AFA7E1B5-E0A6-4E4D-9328-0A3FE5DF038D}" destId="{8AA7FDFA-0266-4FB0-9802-E573F22D1181}" srcOrd="0" destOrd="0" presId="urn:microsoft.com/office/officeart/2005/8/layout/vList2"/>
    <dgm:cxn modelId="{DDD407B6-40EF-4F9E-81A8-4A00646DA990}" type="presOf" srcId="{D8C25993-A89F-451D-ABF9-2C5D61DADE42}" destId="{2FAA50D6-24A1-4257-83B8-44C806641353}" srcOrd="0" destOrd="0" presId="urn:microsoft.com/office/officeart/2005/8/layout/vList2"/>
    <dgm:cxn modelId="{ED825AD0-C137-4AAC-B024-5D2577FF1105}" type="presOf" srcId="{20873056-1B7B-4DE1-ABB5-891672B3A5B0}" destId="{250288C8-501B-4A2D-BD91-2751FD20AECC}" srcOrd="0" destOrd="0" presId="urn:microsoft.com/office/officeart/2005/8/layout/vList2"/>
    <dgm:cxn modelId="{448223DB-8BBF-4B4F-86AC-4513120DC235}" type="presOf" srcId="{1CD031CB-9046-4F39-BBF9-DD373352CB77}" destId="{1BFC920B-34B0-4CA3-BFF4-241B5B4DC127}" srcOrd="0" destOrd="0" presId="urn:microsoft.com/office/officeart/2005/8/layout/vList2"/>
    <dgm:cxn modelId="{7665C6E7-FFEF-41E0-B06A-EF15433C74FB}" srcId="{C8DD600A-1D1A-47D4-96DE-376CB7F3847F}" destId="{7DAA7E6D-EEEB-47B4-AC0E-CAB68908007F}" srcOrd="1" destOrd="0" parTransId="{5753899D-4804-4486-8721-4476079CB92A}" sibTransId="{2672D86D-D75C-49D4-9A90-7CD551B2B0E3}"/>
    <dgm:cxn modelId="{6340AFEB-A56C-4403-8D4F-F6B7EA308FA2}" srcId="{C8DD600A-1D1A-47D4-96DE-376CB7F3847F}" destId="{AFA7E1B5-E0A6-4E4D-9328-0A3FE5DF038D}" srcOrd="7" destOrd="0" parTransId="{150438F8-F828-4F70-966E-F681D032BB36}" sibTransId="{47A5B09C-9E10-41D3-884E-B7465813FEE5}"/>
    <dgm:cxn modelId="{3A8BC23C-F294-4452-A0CE-A8998BE21E70}" type="presParOf" srcId="{ADFDEE81-9ED5-4B77-9911-FD8307A48D3E}" destId="{831C6679-EC54-4BD8-B45C-2803C7607F90}" srcOrd="0" destOrd="0" presId="urn:microsoft.com/office/officeart/2005/8/layout/vList2"/>
    <dgm:cxn modelId="{A9D2E2CC-4593-44EF-B4B9-FD6067C7924D}" type="presParOf" srcId="{ADFDEE81-9ED5-4B77-9911-FD8307A48D3E}" destId="{A7AE1B23-8A02-4464-BF3F-D371C17E0980}" srcOrd="1" destOrd="0" presId="urn:microsoft.com/office/officeart/2005/8/layout/vList2"/>
    <dgm:cxn modelId="{129AC216-8BA5-4435-90A7-4F6B63C0BA1A}" type="presParOf" srcId="{ADFDEE81-9ED5-4B77-9911-FD8307A48D3E}" destId="{C210EC2A-1CCB-4404-9387-FC7F0774F794}" srcOrd="2" destOrd="0" presId="urn:microsoft.com/office/officeart/2005/8/layout/vList2"/>
    <dgm:cxn modelId="{577A5F27-E37C-4214-BF2B-9D35D6355CD1}" type="presParOf" srcId="{ADFDEE81-9ED5-4B77-9911-FD8307A48D3E}" destId="{92D76812-2C7E-42CF-9AC9-6E6DDAB26ACC}" srcOrd="3" destOrd="0" presId="urn:microsoft.com/office/officeart/2005/8/layout/vList2"/>
    <dgm:cxn modelId="{1B99AEA3-0FE4-4C91-94A7-AB8EBDD962A0}" type="presParOf" srcId="{ADFDEE81-9ED5-4B77-9911-FD8307A48D3E}" destId="{250288C8-501B-4A2D-BD91-2751FD20AECC}" srcOrd="4" destOrd="0" presId="urn:microsoft.com/office/officeart/2005/8/layout/vList2"/>
    <dgm:cxn modelId="{A8AA54EA-4EEF-4310-BD4F-ACD04A28C74D}" type="presParOf" srcId="{ADFDEE81-9ED5-4B77-9911-FD8307A48D3E}" destId="{3460EC07-5C48-45A7-BF51-26BEC65C7E19}" srcOrd="5" destOrd="0" presId="urn:microsoft.com/office/officeart/2005/8/layout/vList2"/>
    <dgm:cxn modelId="{268CB217-36B9-493F-A575-3D7D2D402E27}" type="presParOf" srcId="{ADFDEE81-9ED5-4B77-9911-FD8307A48D3E}" destId="{A4EDAC11-7B9C-41DD-A6D9-3A3E8BFE97EF}" srcOrd="6" destOrd="0" presId="urn:microsoft.com/office/officeart/2005/8/layout/vList2"/>
    <dgm:cxn modelId="{B2B7B864-4175-4E20-902B-667F1F7113F6}" type="presParOf" srcId="{ADFDEE81-9ED5-4B77-9911-FD8307A48D3E}" destId="{E912059C-10BA-41D1-B065-5BD9A45C0159}" srcOrd="7" destOrd="0" presId="urn:microsoft.com/office/officeart/2005/8/layout/vList2"/>
    <dgm:cxn modelId="{02019C66-C06F-46C1-91FF-89DEADC020FC}" type="presParOf" srcId="{ADFDEE81-9ED5-4B77-9911-FD8307A48D3E}" destId="{2FAA50D6-24A1-4257-83B8-44C806641353}" srcOrd="8" destOrd="0" presId="urn:microsoft.com/office/officeart/2005/8/layout/vList2"/>
    <dgm:cxn modelId="{1B4D3FF7-F17E-4DD3-8486-7475B7166DB7}" type="presParOf" srcId="{ADFDEE81-9ED5-4B77-9911-FD8307A48D3E}" destId="{B5BC949F-ABED-49D1-BE90-5347D2CCD952}" srcOrd="9" destOrd="0" presId="urn:microsoft.com/office/officeart/2005/8/layout/vList2"/>
    <dgm:cxn modelId="{19ACC4E3-23CA-4A83-A476-C780D104E3CE}" type="presParOf" srcId="{ADFDEE81-9ED5-4B77-9911-FD8307A48D3E}" destId="{5965F9C0-21CE-499C-A373-09D77129FC25}" srcOrd="10" destOrd="0" presId="urn:microsoft.com/office/officeart/2005/8/layout/vList2"/>
    <dgm:cxn modelId="{BB91AE31-7C13-4869-9A9E-7291DC4CCBA6}" type="presParOf" srcId="{ADFDEE81-9ED5-4B77-9911-FD8307A48D3E}" destId="{5C07295F-5AC4-41D4-AC51-100ED4B341A6}" srcOrd="11" destOrd="0" presId="urn:microsoft.com/office/officeart/2005/8/layout/vList2"/>
    <dgm:cxn modelId="{5DFD01BF-55FC-4A83-A6BA-D93040440AC4}" type="presParOf" srcId="{ADFDEE81-9ED5-4B77-9911-FD8307A48D3E}" destId="{1BFC920B-34B0-4CA3-BFF4-241B5B4DC127}" srcOrd="12" destOrd="0" presId="urn:microsoft.com/office/officeart/2005/8/layout/vList2"/>
    <dgm:cxn modelId="{53F2C3E4-04C4-4FD5-AD7D-CC70D118BA7A}" type="presParOf" srcId="{ADFDEE81-9ED5-4B77-9911-FD8307A48D3E}" destId="{3C31A274-2B46-4C2C-BEFF-A25D53DA625C}" srcOrd="13" destOrd="0" presId="urn:microsoft.com/office/officeart/2005/8/layout/vList2"/>
    <dgm:cxn modelId="{C7062396-4C0B-4A14-BAE2-FA492D659EB7}" type="presParOf" srcId="{ADFDEE81-9ED5-4B77-9911-FD8307A48D3E}" destId="{8AA7FDFA-0266-4FB0-9802-E573F22D1181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0A3F5B-A288-4DA2-A92D-FF940CE5540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64A3980-48A4-40FF-B1AD-C5765E524319}">
      <dgm:prSet/>
      <dgm:spPr/>
      <dgm:t>
        <a:bodyPr/>
        <a:lstStyle/>
        <a:p>
          <a:r>
            <a:rPr lang="en-IN" b="1"/>
            <a:t>No Infrastructure Management</a:t>
          </a:r>
          <a:r>
            <a:rPr lang="en-IN"/>
            <a:t> — focus purely on application logic.</a:t>
          </a:r>
          <a:endParaRPr lang="en-US"/>
        </a:p>
      </dgm:t>
    </dgm:pt>
    <dgm:pt modelId="{96162E06-B32C-41EF-A110-8196F6950960}" type="parTrans" cxnId="{675A610D-7669-4F28-926F-B8D5D2B1C182}">
      <dgm:prSet/>
      <dgm:spPr/>
      <dgm:t>
        <a:bodyPr/>
        <a:lstStyle/>
        <a:p>
          <a:endParaRPr lang="en-US"/>
        </a:p>
      </dgm:t>
    </dgm:pt>
    <dgm:pt modelId="{4679058E-F997-43AD-A6B8-ACD3322898D6}" type="sibTrans" cxnId="{675A610D-7669-4F28-926F-B8D5D2B1C182}">
      <dgm:prSet/>
      <dgm:spPr/>
      <dgm:t>
        <a:bodyPr/>
        <a:lstStyle/>
        <a:p>
          <a:endParaRPr lang="en-US"/>
        </a:p>
      </dgm:t>
    </dgm:pt>
    <dgm:pt modelId="{780B75B5-17A3-45D5-B230-17B469BCBB6D}">
      <dgm:prSet/>
      <dgm:spPr/>
      <dgm:t>
        <a:bodyPr/>
        <a:lstStyle/>
        <a:p>
          <a:r>
            <a:rPr lang="en-IN" b="1"/>
            <a:t>Cost Optimization</a:t>
          </a:r>
          <a:r>
            <a:rPr lang="en-IN"/>
            <a:t> — pay only for compute usage.</a:t>
          </a:r>
          <a:endParaRPr lang="en-US"/>
        </a:p>
      </dgm:t>
    </dgm:pt>
    <dgm:pt modelId="{529A7E27-808D-4E9C-959B-C4C9F656639B}" type="parTrans" cxnId="{5AB314FD-9922-4E29-8A21-2795C29CBE60}">
      <dgm:prSet/>
      <dgm:spPr/>
      <dgm:t>
        <a:bodyPr/>
        <a:lstStyle/>
        <a:p>
          <a:endParaRPr lang="en-US"/>
        </a:p>
      </dgm:t>
    </dgm:pt>
    <dgm:pt modelId="{0098927B-8B48-45A4-AA4B-BF890BAEA0A7}" type="sibTrans" cxnId="{5AB314FD-9922-4E29-8A21-2795C29CBE60}">
      <dgm:prSet/>
      <dgm:spPr/>
      <dgm:t>
        <a:bodyPr/>
        <a:lstStyle/>
        <a:p>
          <a:endParaRPr lang="en-US"/>
        </a:p>
      </dgm:t>
    </dgm:pt>
    <dgm:pt modelId="{5F91B04E-4D9D-4F75-A99E-0BAF061EC6FC}">
      <dgm:prSet/>
      <dgm:spPr/>
      <dgm:t>
        <a:bodyPr/>
        <a:lstStyle/>
        <a:p>
          <a:r>
            <a:rPr lang="en-IN" b="1"/>
            <a:t>Rapid Development &amp; Deployment</a:t>
          </a:r>
          <a:r>
            <a:rPr lang="en-IN"/>
            <a:t> — faster releases with minimal setup.</a:t>
          </a:r>
          <a:endParaRPr lang="en-US"/>
        </a:p>
      </dgm:t>
    </dgm:pt>
    <dgm:pt modelId="{ADD4E677-A67D-49B6-808D-855AFA54EC32}" type="parTrans" cxnId="{60B2D048-2B99-4934-B5F1-3CBB666D16D1}">
      <dgm:prSet/>
      <dgm:spPr/>
      <dgm:t>
        <a:bodyPr/>
        <a:lstStyle/>
        <a:p>
          <a:endParaRPr lang="en-US"/>
        </a:p>
      </dgm:t>
    </dgm:pt>
    <dgm:pt modelId="{A36DB82B-3CBB-494A-B635-C0AAF4BD8D3C}" type="sibTrans" cxnId="{60B2D048-2B99-4934-B5F1-3CBB666D16D1}">
      <dgm:prSet/>
      <dgm:spPr/>
      <dgm:t>
        <a:bodyPr/>
        <a:lstStyle/>
        <a:p>
          <a:endParaRPr lang="en-US"/>
        </a:p>
      </dgm:t>
    </dgm:pt>
    <dgm:pt modelId="{F98AFA09-E0D9-4662-B492-D226A2807A67}">
      <dgm:prSet/>
      <dgm:spPr/>
      <dgm:t>
        <a:bodyPr/>
        <a:lstStyle/>
        <a:p>
          <a:r>
            <a:rPr lang="en-IN" b="1"/>
            <a:t>Built-in High Availability</a:t>
          </a:r>
          <a:r>
            <a:rPr lang="en-IN"/>
            <a:t> — runs across multiple availability zones.</a:t>
          </a:r>
          <a:endParaRPr lang="en-US"/>
        </a:p>
      </dgm:t>
    </dgm:pt>
    <dgm:pt modelId="{9F18CC55-E1D5-4370-B23C-3CBA9B7A03A6}" type="parTrans" cxnId="{6C716C39-D8E6-4559-B374-15B8300F980C}">
      <dgm:prSet/>
      <dgm:spPr/>
      <dgm:t>
        <a:bodyPr/>
        <a:lstStyle/>
        <a:p>
          <a:endParaRPr lang="en-US"/>
        </a:p>
      </dgm:t>
    </dgm:pt>
    <dgm:pt modelId="{A2A8C992-CCCC-47C7-A00A-15B27C9325F9}" type="sibTrans" cxnId="{6C716C39-D8E6-4559-B374-15B8300F980C}">
      <dgm:prSet/>
      <dgm:spPr/>
      <dgm:t>
        <a:bodyPr/>
        <a:lstStyle/>
        <a:p>
          <a:endParaRPr lang="en-US"/>
        </a:p>
      </dgm:t>
    </dgm:pt>
    <dgm:pt modelId="{A511AA49-BF6F-423E-9603-E0AB5AA919BD}">
      <dgm:prSet/>
      <dgm:spPr/>
      <dgm:t>
        <a:bodyPr/>
        <a:lstStyle/>
        <a:p>
          <a:r>
            <a:rPr lang="en-IN" b="1"/>
            <a:t>Scalable by Default</a:t>
          </a:r>
          <a:r>
            <a:rPr lang="en-IN"/>
            <a:t> — responds dynamically to workload changes.</a:t>
          </a:r>
          <a:endParaRPr lang="en-US"/>
        </a:p>
      </dgm:t>
    </dgm:pt>
    <dgm:pt modelId="{EC1FD1D6-9204-4F8E-B28B-A2EA9360BAA7}" type="parTrans" cxnId="{F1A98CB0-D2C7-483D-9E27-674547A8F7FB}">
      <dgm:prSet/>
      <dgm:spPr/>
      <dgm:t>
        <a:bodyPr/>
        <a:lstStyle/>
        <a:p>
          <a:endParaRPr lang="en-US"/>
        </a:p>
      </dgm:t>
    </dgm:pt>
    <dgm:pt modelId="{FFDAC106-7195-49D5-B12E-FE258EA6B43D}" type="sibTrans" cxnId="{F1A98CB0-D2C7-483D-9E27-674547A8F7FB}">
      <dgm:prSet/>
      <dgm:spPr/>
      <dgm:t>
        <a:bodyPr/>
        <a:lstStyle/>
        <a:p>
          <a:endParaRPr lang="en-US"/>
        </a:p>
      </dgm:t>
    </dgm:pt>
    <dgm:pt modelId="{0C643CE3-DB0D-4AE9-AB9B-B13CE914E343}">
      <dgm:prSet/>
      <dgm:spPr/>
      <dgm:t>
        <a:bodyPr/>
        <a:lstStyle/>
        <a:p>
          <a:r>
            <a:rPr lang="en-IN" b="1"/>
            <a:t>Integration with Other Cloud Services</a:t>
          </a:r>
          <a:r>
            <a:rPr lang="en-IN"/>
            <a:t> — easily connects with databases, queues, APIs.</a:t>
          </a:r>
          <a:endParaRPr lang="en-US"/>
        </a:p>
      </dgm:t>
    </dgm:pt>
    <dgm:pt modelId="{CACFFD66-0186-4563-B33F-7E18BE0AE539}" type="parTrans" cxnId="{437F26E6-BAC5-4184-8A82-DBF6995FBB94}">
      <dgm:prSet/>
      <dgm:spPr/>
      <dgm:t>
        <a:bodyPr/>
        <a:lstStyle/>
        <a:p>
          <a:endParaRPr lang="en-US"/>
        </a:p>
      </dgm:t>
    </dgm:pt>
    <dgm:pt modelId="{A2FF4970-993D-4047-8B49-0AC7557E1F7F}" type="sibTrans" cxnId="{437F26E6-BAC5-4184-8A82-DBF6995FBB94}">
      <dgm:prSet/>
      <dgm:spPr/>
      <dgm:t>
        <a:bodyPr/>
        <a:lstStyle/>
        <a:p>
          <a:endParaRPr lang="en-US"/>
        </a:p>
      </dgm:t>
    </dgm:pt>
    <dgm:pt modelId="{FCD970BB-6EE4-4B8B-B631-3D675181F502}" type="pres">
      <dgm:prSet presAssocID="{D20A3F5B-A288-4DA2-A92D-FF940CE5540A}" presName="root" presStyleCnt="0">
        <dgm:presLayoutVars>
          <dgm:dir/>
          <dgm:resizeHandles val="exact"/>
        </dgm:presLayoutVars>
      </dgm:prSet>
      <dgm:spPr/>
    </dgm:pt>
    <dgm:pt modelId="{995E6389-0A8F-4B95-AE1E-CEB997E4DF4D}" type="pres">
      <dgm:prSet presAssocID="{964A3980-48A4-40FF-B1AD-C5765E524319}" presName="compNode" presStyleCnt="0"/>
      <dgm:spPr/>
    </dgm:pt>
    <dgm:pt modelId="{9297AC82-939C-40F0-A197-9AB8B70768DA}" type="pres">
      <dgm:prSet presAssocID="{964A3980-48A4-40FF-B1AD-C5765E524319}" presName="bgRect" presStyleLbl="bgShp" presStyleIdx="0" presStyleCnt="6"/>
      <dgm:spPr/>
    </dgm:pt>
    <dgm:pt modelId="{4DF9B77B-2FCD-4BB7-B3EE-97BB1195CB33}" type="pres">
      <dgm:prSet presAssocID="{964A3980-48A4-40FF-B1AD-C5765E52431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9EB57B-431A-48D8-8E9E-71405125D53F}" type="pres">
      <dgm:prSet presAssocID="{964A3980-48A4-40FF-B1AD-C5765E524319}" presName="spaceRect" presStyleCnt="0"/>
      <dgm:spPr/>
    </dgm:pt>
    <dgm:pt modelId="{9D00C5D7-A6B8-43D4-9EF9-C29F18DC5B33}" type="pres">
      <dgm:prSet presAssocID="{964A3980-48A4-40FF-B1AD-C5765E524319}" presName="parTx" presStyleLbl="revTx" presStyleIdx="0" presStyleCnt="6">
        <dgm:presLayoutVars>
          <dgm:chMax val="0"/>
          <dgm:chPref val="0"/>
        </dgm:presLayoutVars>
      </dgm:prSet>
      <dgm:spPr/>
    </dgm:pt>
    <dgm:pt modelId="{266DBF83-4974-4562-85E8-6079FEF867D1}" type="pres">
      <dgm:prSet presAssocID="{4679058E-F997-43AD-A6B8-ACD3322898D6}" presName="sibTrans" presStyleCnt="0"/>
      <dgm:spPr/>
    </dgm:pt>
    <dgm:pt modelId="{1510B30C-74AE-45F7-B7CB-B50FB5EB015D}" type="pres">
      <dgm:prSet presAssocID="{780B75B5-17A3-45D5-B230-17B469BCBB6D}" presName="compNode" presStyleCnt="0"/>
      <dgm:spPr/>
    </dgm:pt>
    <dgm:pt modelId="{076252F3-8FC9-4A1F-9491-BA1A6691818B}" type="pres">
      <dgm:prSet presAssocID="{780B75B5-17A3-45D5-B230-17B469BCBB6D}" presName="bgRect" presStyleLbl="bgShp" presStyleIdx="1" presStyleCnt="6"/>
      <dgm:spPr/>
    </dgm:pt>
    <dgm:pt modelId="{BDE84191-BDAD-4858-86A1-8D2A25276BDF}" type="pres">
      <dgm:prSet presAssocID="{780B75B5-17A3-45D5-B230-17B469BCBB6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CA5BA98-A517-4DC3-964A-6B08BBBE213A}" type="pres">
      <dgm:prSet presAssocID="{780B75B5-17A3-45D5-B230-17B469BCBB6D}" presName="spaceRect" presStyleCnt="0"/>
      <dgm:spPr/>
    </dgm:pt>
    <dgm:pt modelId="{C7392D09-545D-490D-B73D-916B39CB0E1A}" type="pres">
      <dgm:prSet presAssocID="{780B75B5-17A3-45D5-B230-17B469BCBB6D}" presName="parTx" presStyleLbl="revTx" presStyleIdx="1" presStyleCnt="6">
        <dgm:presLayoutVars>
          <dgm:chMax val="0"/>
          <dgm:chPref val="0"/>
        </dgm:presLayoutVars>
      </dgm:prSet>
      <dgm:spPr/>
    </dgm:pt>
    <dgm:pt modelId="{9CCFA6E7-C300-496B-9FA6-59A3E6837D5D}" type="pres">
      <dgm:prSet presAssocID="{0098927B-8B48-45A4-AA4B-BF890BAEA0A7}" presName="sibTrans" presStyleCnt="0"/>
      <dgm:spPr/>
    </dgm:pt>
    <dgm:pt modelId="{45BF2015-EBCD-4497-820E-39D4D117C458}" type="pres">
      <dgm:prSet presAssocID="{5F91B04E-4D9D-4F75-A99E-0BAF061EC6FC}" presName="compNode" presStyleCnt="0"/>
      <dgm:spPr/>
    </dgm:pt>
    <dgm:pt modelId="{6AAF7E63-5748-423B-9A13-55C8D9ABE0F7}" type="pres">
      <dgm:prSet presAssocID="{5F91B04E-4D9D-4F75-A99E-0BAF061EC6FC}" presName="bgRect" presStyleLbl="bgShp" presStyleIdx="2" presStyleCnt="6"/>
      <dgm:spPr/>
    </dgm:pt>
    <dgm:pt modelId="{33A41C0C-D61F-4AEF-86BE-536719D8FBED}" type="pres">
      <dgm:prSet presAssocID="{5F91B04E-4D9D-4F75-A99E-0BAF061EC6F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F93788E-BAD0-48E5-A04E-656F04AE8385}" type="pres">
      <dgm:prSet presAssocID="{5F91B04E-4D9D-4F75-A99E-0BAF061EC6FC}" presName="spaceRect" presStyleCnt="0"/>
      <dgm:spPr/>
    </dgm:pt>
    <dgm:pt modelId="{FC44A858-E9DF-4188-821C-B96137580E27}" type="pres">
      <dgm:prSet presAssocID="{5F91B04E-4D9D-4F75-A99E-0BAF061EC6FC}" presName="parTx" presStyleLbl="revTx" presStyleIdx="2" presStyleCnt="6">
        <dgm:presLayoutVars>
          <dgm:chMax val="0"/>
          <dgm:chPref val="0"/>
        </dgm:presLayoutVars>
      </dgm:prSet>
      <dgm:spPr/>
    </dgm:pt>
    <dgm:pt modelId="{C964413C-81F5-402B-9E1A-B17E53FFF697}" type="pres">
      <dgm:prSet presAssocID="{A36DB82B-3CBB-494A-B635-C0AAF4BD8D3C}" presName="sibTrans" presStyleCnt="0"/>
      <dgm:spPr/>
    </dgm:pt>
    <dgm:pt modelId="{B5C8BB8D-1F37-4476-8889-1D5D5FA2FCB1}" type="pres">
      <dgm:prSet presAssocID="{F98AFA09-E0D9-4662-B492-D226A2807A67}" presName="compNode" presStyleCnt="0"/>
      <dgm:spPr/>
    </dgm:pt>
    <dgm:pt modelId="{87BB99AF-B29C-4720-B820-F5D29743E4FF}" type="pres">
      <dgm:prSet presAssocID="{F98AFA09-E0D9-4662-B492-D226A2807A67}" presName="bgRect" presStyleLbl="bgShp" presStyleIdx="3" presStyleCnt="6"/>
      <dgm:spPr/>
    </dgm:pt>
    <dgm:pt modelId="{F86F1966-EC52-4BB5-AB1C-707BFF4BF849}" type="pres">
      <dgm:prSet presAssocID="{F98AFA09-E0D9-4662-B492-D226A2807A6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FEA516FF-B0D8-4582-B050-16F5D5159DA9}" type="pres">
      <dgm:prSet presAssocID="{F98AFA09-E0D9-4662-B492-D226A2807A67}" presName="spaceRect" presStyleCnt="0"/>
      <dgm:spPr/>
    </dgm:pt>
    <dgm:pt modelId="{A81E72F0-CE69-4ADE-A120-F4AF8882A286}" type="pres">
      <dgm:prSet presAssocID="{F98AFA09-E0D9-4662-B492-D226A2807A67}" presName="parTx" presStyleLbl="revTx" presStyleIdx="3" presStyleCnt="6">
        <dgm:presLayoutVars>
          <dgm:chMax val="0"/>
          <dgm:chPref val="0"/>
        </dgm:presLayoutVars>
      </dgm:prSet>
      <dgm:spPr/>
    </dgm:pt>
    <dgm:pt modelId="{86021C16-7284-431A-B41A-04302584BC2B}" type="pres">
      <dgm:prSet presAssocID="{A2A8C992-CCCC-47C7-A00A-15B27C9325F9}" presName="sibTrans" presStyleCnt="0"/>
      <dgm:spPr/>
    </dgm:pt>
    <dgm:pt modelId="{397A4D27-72F1-465F-B6CA-DDA41F4C6CA6}" type="pres">
      <dgm:prSet presAssocID="{A511AA49-BF6F-423E-9603-E0AB5AA919BD}" presName="compNode" presStyleCnt="0"/>
      <dgm:spPr/>
    </dgm:pt>
    <dgm:pt modelId="{FFF96421-4594-44EB-A351-A7BEACF847C7}" type="pres">
      <dgm:prSet presAssocID="{A511AA49-BF6F-423E-9603-E0AB5AA919BD}" presName="bgRect" presStyleLbl="bgShp" presStyleIdx="4" presStyleCnt="6"/>
      <dgm:spPr/>
    </dgm:pt>
    <dgm:pt modelId="{DF4B9A21-A24B-4AA2-9EE2-2F2E017971EC}" type="pres">
      <dgm:prSet presAssocID="{A511AA49-BF6F-423E-9603-E0AB5AA919B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6771126-8FF0-417F-9BC4-F06889941C96}" type="pres">
      <dgm:prSet presAssocID="{A511AA49-BF6F-423E-9603-E0AB5AA919BD}" presName="spaceRect" presStyleCnt="0"/>
      <dgm:spPr/>
    </dgm:pt>
    <dgm:pt modelId="{18F64DDE-3D7F-475C-A85F-54CFC8A9FB9F}" type="pres">
      <dgm:prSet presAssocID="{A511AA49-BF6F-423E-9603-E0AB5AA919BD}" presName="parTx" presStyleLbl="revTx" presStyleIdx="4" presStyleCnt="6">
        <dgm:presLayoutVars>
          <dgm:chMax val="0"/>
          <dgm:chPref val="0"/>
        </dgm:presLayoutVars>
      </dgm:prSet>
      <dgm:spPr/>
    </dgm:pt>
    <dgm:pt modelId="{81DC5DD3-D14A-40DC-BB26-D33E7DB9C2CE}" type="pres">
      <dgm:prSet presAssocID="{FFDAC106-7195-49D5-B12E-FE258EA6B43D}" presName="sibTrans" presStyleCnt="0"/>
      <dgm:spPr/>
    </dgm:pt>
    <dgm:pt modelId="{C4F87AA2-72F8-47BC-AFD1-E609243C2877}" type="pres">
      <dgm:prSet presAssocID="{0C643CE3-DB0D-4AE9-AB9B-B13CE914E343}" presName="compNode" presStyleCnt="0"/>
      <dgm:spPr/>
    </dgm:pt>
    <dgm:pt modelId="{7101E508-9189-411D-AA87-C40233D2D385}" type="pres">
      <dgm:prSet presAssocID="{0C643CE3-DB0D-4AE9-AB9B-B13CE914E343}" presName="bgRect" presStyleLbl="bgShp" presStyleIdx="5" presStyleCnt="6"/>
      <dgm:spPr/>
    </dgm:pt>
    <dgm:pt modelId="{C302961D-25AE-4BAC-9FAD-86C84D8C443E}" type="pres">
      <dgm:prSet presAssocID="{0C643CE3-DB0D-4AE9-AB9B-B13CE914E34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AA40AD2-830E-49EB-B38D-A1D14924A449}" type="pres">
      <dgm:prSet presAssocID="{0C643CE3-DB0D-4AE9-AB9B-B13CE914E343}" presName="spaceRect" presStyleCnt="0"/>
      <dgm:spPr/>
    </dgm:pt>
    <dgm:pt modelId="{A4A478F0-203E-4934-8B81-9711CC9C8B12}" type="pres">
      <dgm:prSet presAssocID="{0C643CE3-DB0D-4AE9-AB9B-B13CE914E34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75A610D-7669-4F28-926F-B8D5D2B1C182}" srcId="{D20A3F5B-A288-4DA2-A92D-FF940CE5540A}" destId="{964A3980-48A4-40FF-B1AD-C5765E524319}" srcOrd="0" destOrd="0" parTransId="{96162E06-B32C-41EF-A110-8196F6950960}" sibTransId="{4679058E-F997-43AD-A6B8-ACD3322898D6}"/>
    <dgm:cxn modelId="{6C716C39-D8E6-4559-B374-15B8300F980C}" srcId="{D20A3F5B-A288-4DA2-A92D-FF940CE5540A}" destId="{F98AFA09-E0D9-4662-B492-D226A2807A67}" srcOrd="3" destOrd="0" parTransId="{9F18CC55-E1D5-4370-B23C-3CBA9B7A03A6}" sibTransId="{A2A8C992-CCCC-47C7-A00A-15B27C9325F9}"/>
    <dgm:cxn modelId="{1F447C3E-4469-44AC-A065-3B6ED716ED50}" type="presOf" srcId="{A511AA49-BF6F-423E-9603-E0AB5AA919BD}" destId="{18F64DDE-3D7F-475C-A85F-54CFC8A9FB9F}" srcOrd="0" destOrd="0" presId="urn:microsoft.com/office/officeart/2018/2/layout/IconVerticalSolidList"/>
    <dgm:cxn modelId="{69ACF760-7BE5-49B2-8B8B-443E4FB10731}" type="presOf" srcId="{F98AFA09-E0D9-4662-B492-D226A2807A67}" destId="{A81E72F0-CE69-4ADE-A120-F4AF8882A286}" srcOrd="0" destOrd="0" presId="urn:microsoft.com/office/officeart/2018/2/layout/IconVerticalSolidList"/>
    <dgm:cxn modelId="{60B2D048-2B99-4934-B5F1-3CBB666D16D1}" srcId="{D20A3F5B-A288-4DA2-A92D-FF940CE5540A}" destId="{5F91B04E-4D9D-4F75-A99E-0BAF061EC6FC}" srcOrd="2" destOrd="0" parTransId="{ADD4E677-A67D-49B6-808D-855AFA54EC32}" sibTransId="{A36DB82B-3CBB-494A-B635-C0AAF4BD8D3C}"/>
    <dgm:cxn modelId="{A79F0A6E-1441-40A1-B869-3FD0C3B6609D}" type="presOf" srcId="{964A3980-48A4-40FF-B1AD-C5765E524319}" destId="{9D00C5D7-A6B8-43D4-9EF9-C29F18DC5B33}" srcOrd="0" destOrd="0" presId="urn:microsoft.com/office/officeart/2018/2/layout/IconVerticalSolidList"/>
    <dgm:cxn modelId="{90D77CA5-C5D2-4C2B-BF45-523F780CAE19}" type="presOf" srcId="{5F91B04E-4D9D-4F75-A99E-0BAF061EC6FC}" destId="{FC44A858-E9DF-4188-821C-B96137580E27}" srcOrd="0" destOrd="0" presId="urn:microsoft.com/office/officeart/2018/2/layout/IconVerticalSolidList"/>
    <dgm:cxn modelId="{F1A98CB0-D2C7-483D-9E27-674547A8F7FB}" srcId="{D20A3F5B-A288-4DA2-A92D-FF940CE5540A}" destId="{A511AA49-BF6F-423E-9603-E0AB5AA919BD}" srcOrd="4" destOrd="0" parTransId="{EC1FD1D6-9204-4F8E-B28B-A2EA9360BAA7}" sibTransId="{FFDAC106-7195-49D5-B12E-FE258EA6B43D}"/>
    <dgm:cxn modelId="{ED71A8CA-1143-4C0C-BE02-8796D9371493}" type="presOf" srcId="{D20A3F5B-A288-4DA2-A92D-FF940CE5540A}" destId="{FCD970BB-6EE4-4B8B-B631-3D675181F502}" srcOrd="0" destOrd="0" presId="urn:microsoft.com/office/officeart/2018/2/layout/IconVerticalSolidList"/>
    <dgm:cxn modelId="{B31D8DD5-FC9C-4A2A-9D41-217F7C3AB484}" type="presOf" srcId="{0C643CE3-DB0D-4AE9-AB9B-B13CE914E343}" destId="{A4A478F0-203E-4934-8B81-9711CC9C8B12}" srcOrd="0" destOrd="0" presId="urn:microsoft.com/office/officeart/2018/2/layout/IconVerticalSolidList"/>
    <dgm:cxn modelId="{437F26E6-BAC5-4184-8A82-DBF6995FBB94}" srcId="{D20A3F5B-A288-4DA2-A92D-FF940CE5540A}" destId="{0C643CE3-DB0D-4AE9-AB9B-B13CE914E343}" srcOrd="5" destOrd="0" parTransId="{CACFFD66-0186-4563-B33F-7E18BE0AE539}" sibTransId="{A2FF4970-993D-4047-8B49-0AC7557E1F7F}"/>
    <dgm:cxn modelId="{306EEFF6-872C-497D-B035-2C3789111B33}" type="presOf" srcId="{780B75B5-17A3-45D5-B230-17B469BCBB6D}" destId="{C7392D09-545D-490D-B73D-916B39CB0E1A}" srcOrd="0" destOrd="0" presId="urn:microsoft.com/office/officeart/2018/2/layout/IconVerticalSolidList"/>
    <dgm:cxn modelId="{5AB314FD-9922-4E29-8A21-2795C29CBE60}" srcId="{D20A3F5B-A288-4DA2-A92D-FF940CE5540A}" destId="{780B75B5-17A3-45D5-B230-17B469BCBB6D}" srcOrd="1" destOrd="0" parTransId="{529A7E27-808D-4E9C-959B-C4C9F656639B}" sibTransId="{0098927B-8B48-45A4-AA4B-BF890BAEA0A7}"/>
    <dgm:cxn modelId="{B14B1EFB-DB07-4996-A8F5-39474749678A}" type="presParOf" srcId="{FCD970BB-6EE4-4B8B-B631-3D675181F502}" destId="{995E6389-0A8F-4B95-AE1E-CEB997E4DF4D}" srcOrd="0" destOrd="0" presId="urn:microsoft.com/office/officeart/2018/2/layout/IconVerticalSolidList"/>
    <dgm:cxn modelId="{AE4E4033-E4F3-4B62-931B-A8EEADCD252B}" type="presParOf" srcId="{995E6389-0A8F-4B95-AE1E-CEB997E4DF4D}" destId="{9297AC82-939C-40F0-A197-9AB8B70768DA}" srcOrd="0" destOrd="0" presId="urn:microsoft.com/office/officeart/2018/2/layout/IconVerticalSolidList"/>
    <dgm:cxn modelId="{CF993D3E-51D0-4D38-816C-CB84965754E5}" type="presParOf" srcId="{995E6389-0A8F-4B95-AE1E-CEB997E4DF4D}" destId="{4DF9B77B-2FCD-4BB7-B3EE-97BB1195CB33}" srcOrd="1" destOrd="0" presId="urn:microsoft.com/office/officeart/2018/2/layout/IconVerticalSolidList"/>
    <dgm:cxn modelId="{119C1B25-8A23-462A-88F5-E169BAE88C98}" type="presParOf" srcId="{995E6389-0A8F-4B95-AE1E-CEB997E4DF4D}" destId="{9B9EB57B-431A-48D8-8E9E-71405125D53F}" srcOrd="2" destOrd="0" presId="urn:microsoft.com/office/officeart/2018/2/layout/IconVerticalSolidList"/>
    <dgm:cxn modelId="{82492257-AFEE-412D-A8CD-EE2710A656BD}" type="presParOf" srcId="{995E6389-0A8F-4B95-AE1E-CEB997E4DF4D}" destId="{9D00C5D7-A6B8-43D4-9EF9-C29F18DC5B33}" srcOrd="3" destOrd="0" presId="urn:microsoft.com/office/officeart/2018/2/layout/IconVerticalSolidList"/>
    <dgm:cxn modelId="{2EBA60D4-70BF-43B5-A9DC-D45CAE2EFF6D}" type="presParOf" srcId="{FCD970BB-6EE4-4B8B-B631-3D675181F502}" destId="{266DBF83-4974-4562-85E8-6079FEF867D1}" srcOrd="1" destOrd="0" presId="urn:microsoft.com/office/officeart/2018/2/layout/IconVerticalSolidList"/>
    <dgm:cxn modelId="{D5880BC1-FC9D-47C2-BB1E-2149F1DC11E1}" type="presParOf" srcId="{FCD970BB-6EE4-4B8B-B631-3D675181F502}" destId="{1510B30C-74AE-45F7-B7CB-B50FB5EB015D}" srcOrd="2" destOrd="0" presId="urn:microsoft.com/office/officeart/2018/2/layout/IconVerticalSolidList"/>
    <dgm:cxn modelId="{CBEF5986-00F0-4F02-906E-FD8E42669BFB}" type="presParOf" srcId="{1510B30C-74AE-45F7-B7CB-B50FB5EB015D}" destId="{076252F3-8FC9-4A1F-9491-BA1A6691818B}" srcOrd="0" destOrd="0" presId="urn:microsoft.com/office/officeart/2018/2/layout/IconVerticalSolidList"/>
    <dgm:cxn modelId="{5C9D3ED6-D181-48FF-88D2-FC51BFE2DE1A}" type="presParOf" srcId="{1510B30C-74AE-45F7-B7CB-B50FB5EB015D}" destId="{BDE84191-BDAD-4858-86A1-8D2A25276BDF}" srcOrd="1" destOrd="0" presId="urn:microsoft.com/office/officeart/2018/2/layout/IconVerticalSolidList"/>
    <dgm:cxn modelId="{40F872F2-DA30-4DD7-8CD8-B3426C2B9533}" type="presParOf" srcId="{1510B30C-74AE-45F7-B7CB-B50FB5EB015D}" destId="{BCA5BA98-A517-4DC3-964A-6B08BBBE213A}" srcOrd="2" destOrd="0" presId="urn:microsoft.com/office/officeart/2018/2/layout/IconVerticalSolidList"/>
    <dgm:cxn modelId="{7C16B945-C947-432E-867E-D58DABD44587}" type="presParOf" srcId="{1510B30C-74AE-45F7-B7CB-B50FB5EB015D}" destId="{C7392D09-545D-490D-B73D-916B39CB0E1A}" srcOrd="3" destOrd="0" presId="urn:microsoft.com/office/officeart/2018/2/layout/IconVerticalSolidList"/>
    <dgm:cxn modelId="{EBDE6056-8DB5-4EA7-A578-2566CECB3F77}" type="presParOf" srcId="{FCD970BB-6EE4-4B8B-B631-3D675181F502}" destId="{9CCFA6E7-C300-496B-9FA6-59A3E6837D5D}" srcOrd="3" destOrd="0" presId="urn:microsoft.com/office/officeart/2018/2/layout/IconVerticalSolidList"/>
    <dgm:cxn modelId="{B5E85807-2164-48CB-AA9F-EB0268C01174}" type="presParOf" srcId="{FCD970BB-6EE4-4B8B-B631-3D675181F502}" destId="{45BF2015-EBCD-4497-820E-39D4D117C458}" srcOrd="4" destOrd="0" presId="urn:microsoft.com/office/officeart/2018/2/layout/IconVerticalSolidList"/>
    <dgm:cxn modelId="{B0F9E769-7ED1-457F-9C9A-F37148C3E88B}" type="presParOf" srcId="{45BF2015-EBCD-4497-820E-39D4D117C458}" destId="{6AAF7E63-5748-423B-9A13-55C8D9ABE0F7}" srcOrd="0" destOrd="0" presId="urn:microsoft.com/office/officeart/2018/2/layout/IconVerticalSolidList"/>
    <dgm:cxn modelId="{8D6B7A5B-8389-47D5-95FB-0E41A25A2EEE}" type="presParOf" srcId="{45BF2015-EBCD-4497-820E-39D4D117C458}" destId="{33A41C0C-D61F-4AEF-86BE-536719D8FBED}" srcOrd="1" destOrd="0" presId="urn:microsoft.com/office/officeart/2018/2/layout/IconVerticalSolidList"/>
    <dgm:cxn modelId="{2C4A1EA3-E47A-40A6-95F1-D9328663C557}" type="presParOf" srcId="{45BF2015-EBCD-4497-820E-39D4D117C458}" destId="{1F93788E-BAD0-48E5-A04E-656F04AE8385}" srcOrd="2" destOrd="0" presId="urn:microsoft.com/office/officeart/2018/2/layout/IconVerticalSolidList"/>
    <dgm:cxn modelId="{19321810-7EE2-4DDD-B005-CF681BE3B007}" type="presParOf" srcId="{45BF2015-EBCD-4497-820E-39D4D117C458}" destId="{FC44A858-E9DF-4188-821C-B96137580E27}" srcOrd="3" destOrd="0" presId="urn:microsoft.com/office/officeart/2018/2/layout/IconVerticalSolidList"/>
    <dgm:cxn modelId="{414C3ECF-3DD1-4CD9-826A-8E501AA56FB7}" type="presParOf" srcId="{FCD970BB-6EE4-4B8B-B631-3D675181F502}" destId="{C964413C-81F5-402B-9E1A-B17E53FFF697}" srcOrd="5" destOrd="0" presId="urn:microsoft.com/office/officeart/2018/2/layout/IconVerticalSolidList"/>
    <dgm:cxn modelId="{176F4B4B-2DBB-43D3-BC0D-6ED1F254D0D5}" type="presParOf" srcId="{FCD970BB-6EE4-4B8B-B631-3D675181F502}" destId="{B5C8BB8D-1F37-4476-8889-1D5D5FA2FCB1}" srcOrd="6" destOrd="0" presId="urn:microsoft.com/office/officeart/2018/2/layout/IconVerticalSolidList"/>
    <dgm:cxn modelId="{45A41E0A-6E91-48EE-9F5E-E334CA59407A}" type="presParOf" srcId="{B5C8BB8D-1F37-4476-8889-1D5D5FA2FCB1}" destId="{87BB99AF-B29C-4720-B820-F5D29743E4FF}" srcOrd="0" destOrd="0" presId="urn:microsoft.com/office/officeart/2018/2/layout/IconVerticalSolidList"/>
    <dgm:cxn modelId="{8272A921-17B3-4339-9457-7543090A8068}" type="presParOf" srcId="{B5C8BB8D-1F37-4476-8889-1D5D5FA2FCB1}" destId="{F86F1966-EC52-4BB5-AB1C-707BFF4BF849}" srcOrd="1" destOrd="0" presId="urn:microsoft.com/office/officeart/2018/2/layout/IconVerticalSolidList"/>
    <dgm:cxn modelId="{92330684-174B-4A65-8FF5-1D6B6CEBB76D}" type="presParOf" srcId="{B5C8BB8D-1F37-4476-8889-1D5D5FA2FCB1}" destId="{FEA516FF-B0D8-4582-B050-16F5D5159DA9}" srcOrd="2" destOrd="0" presId="urn:microsoft.com/office/officeart/2018/2/layout/IconVerticalSolidList"/>
    <dgm:cxn modelId="{A7784451-DE04-4D83-8FE5-11FB33A07B6D}" type="presParOf" srcId="{B5C8BB8D-1F37-4476-8889-1D5D5FA2FCB1}" destId="{A81E72F0-CE69-4ADE-A120-F4AF8882A286}" srcOrd="3" destOrd="0" presId="urn:microsoft.com/office/officeart/2018/2/layout/IconVerticalSolidList"/>
    <dgm:cxn modelId="{369D1D99-6B9D-4C6D-9804-8134F81A89E7}" type="presParOf" srcId="{FCD970BB-6EE4-4B8B-B631-3D675181F502}" destId="{86021C16-7284-431A-B41A-04302584BC2B}" srcOrd="7" destOrd="0" presId="urn:microsoft.com/office/officeart/2018/2/layout/IconVerticalSolidList"/>
    <dgm:cxn modelId="{18210CAC-E888-46E4-8FD4-4D6B10F56C43}" type="presParOf" srcId="{FCD970BB-6EE4-4B8B-B631-3D675181F502}" destId="{397A4D27-72F1-465F-B6CA-DDA41F4C6CA6}" srcOrd="8" destOrd="0" presId="urn:microsoft.com/office/officeart/2018/2/layout/IconVerticalSolidList"/>
    <dgm:cxn modelId="{C6274269-556D-476F-9893-D8ADD84F44BE}" type="presParOf" srcId="{397A4D27-72F1-465F-B6CA-DDA41F4C6CA6}" destId="{FFF96421-4594-44EB-A351-A7BEACF847C7}" srcOrd="0" destOrd="0" presId="urn:microsoft.com/office/officeart/2018/2/layout/IconVerticalSolidList"/>
    <dgm:cxn modelId="{9E4CF862-4809-43B3-8621-AAB70659CBAA}" type="presParOf" srcId="{397A4D27-72F1-465F-B6CA-DDA41F4C6CA6}" destId="{DF4B9A21-A24B-4AA2-9EE2-2F2E017971EC}" srcOrd="1" destOrd="0" presId="urn:microsoft.com/office/officeart/2018/2/layout/IconVerticalSolidList"/>
    <dgm:cxn modelId="{6590447C-97F7-4412-88CB-2751399FCA62}" type="presParOf" srcId="{397A4D27-72F1-465F-B6CA-DDA41F4C6CA6}" destId="{B6771126-8FF0-417F-9BC4-F06889941C96}" srcOrd="2" destOrd="0" presId="urn:microsoft.com/office/officeart/2018/2/layout/IconVerticalSolidList"/>
    <dgm:cxn modelId="{49078DE7-1CCA-4524-B306-FB81F2F1AE69}" type="presParOf" srcId="{397A4D27-72F1-465F-B6CA-DDA41F4C6CA6}" destId="{18F64DDE-3D7F-475C-A85F-54CFC8A9FB9F}" srcOrd="3" destOrd="0" presId="urn:microsoft.com/office/officeart/2018/2/layout/IconVerticalSolidList"/>
    <dgm:cxn modelId="{1A511594-B99F-4CE4-8F18-B501C4800A83}" type="presParOf" srcId="{FCD970BB-6EE4-4B8B-B631-3D675181F502}" destId="{81DC5DD3-D14A-40DC-BB26-D33E7DB9C2CE}" srcOrd="9" destOrd="0" presId="urn:microsoft.com/office/officeart/2018/2/layout/IconVerticalSolidList"/>
    <dgm:cxn modelId="{4018FA02-4E08-452E-A875-B6213A01B5D7}" type="presParOf" srcId="{FCD970BB-6EE4-4B8B-B631-3D675181F502}" destId="{C4F87AA2-72F8-47BC-AFD1-E609243C2877}" srcOrd="10" destOrd="0" presId="urn:microsoft.com/office/officeart/2018/2/layout/IconVerticalSolidList"/>
    <dgm:cxn modelId="{4BAC4000-C6D2-4B24-9E9A-FD062291D037}" type="presParOf" srcId="{C4F87AA2-72F8-47BC-AFD1-E609243C2877}" destId="{7101E508-9189-411D-AA87-C40233D2D385}" srcOrd="0" destOrd="0" presId="urn:microsoft.com/office/officeart/2018/2/layout/IconVerticalSolidList"/>
    <dgm:cxn modelId="{591E5698-9C33-40C3-BEA2-C48C02DE1654}" type="presParOf" srcId="{C4F87AA2-72F8-47BC-AFD1-E609243C2877}" destId="{C302961D-25AE-4BAC-9FAD-86C84D8C443E}" srcOrd="1" destOrd="0" presId="urn:microsoft.com/office/officeart/2018/2/layout/IconVerticalSolidList"/>
    <dgm:cxn modelId="{2D80D93F-B5BF-4C79-8696-4D984A1FB29B}" type="presParOf" srcId="{C4F87AA2-72F8-47BC-AFD1-E609243C2877}" destId="{EAA40AD2-830E-49EB-B38D-A1D14924A449}" srcOrd="2" destOrd="0" presId="urn:microsoft.com/office/officeart/2018/2/layout/IconVerticalSolidList"/>
    <dgm:cxn modelId="{FD665317-CA1B-465D-9612-5760C38C2A3C}" type="presParOf" srcId="{C4F87AA2-72F8-47BC-AFD1-E609243C2877}" destId="{A4A478F0-203E-4934-8B81-9711CC9C8B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DF9692-859C-4D0D-A34D-B904460035F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1B2A481-0554-41A8-B316-C4F64E2E87A6}">
      <dgm:prSet/>
      <dgm:spPr/>
      <dgm:t>
        <a:bodyPr/>
        <a:lstStyle/>
        <a:p>
          <a:r>
            <a:rPr lang="en-US" b="0" i="0" baseline="0"/>
            <a:t>Real-time data processing (e.g., IoT, logs, analytics)</a:t>
          </a:r>
          <a:endParaRPr lang="en-US"/>
        </a:p>
      </dgm:t>
    </dgm:pt>
    <dgm:pt modelId="{3C4670E1-B5FC-4FCD-B58C-EC8E4599DFB0}" type="parTrans" cxnId="{75621741-D46E-4ABC-A877-7F9026F522A7}">
      <dgm:prSet/>
      <dgm:spPr/>
      <dgm:t>
        <a:bodyPr/>
        <a:lstStyle/>
        <a:p>
          <a:endParaRPr lang="en-US"/>
        </a:p>
      </dgm:t>
    </dgm:pt>
    <dgm:pt modelId="{D7BF5054-827B-4B5B-B0F1-07C8BBC1774E}" type="sibTrans" cxnId="{75621741-D46E-4ABC-A877-7F9026F522A7}">
      <dgm:prSet/>
      <dgm:spPr/>
      <dgm:t>
        <a:bodyPr/>
        <a:lstStyle/>
        <a:p>
          <a:endParaRPr lang="en-US"/>
        </a:p>
      </dgm:t>
    </dgm:pt>
    <dgm:pt modelId="{45E527FB-43C1-4D54-9693-2C37DC9BF7EA}">
      <dgm:prSet/>
      <dgm:spPr/>
      <dgm:t>
        <a:bodyPr/>
        <a:lstStyle/>
        <a:p>
          <a:r>
            <a:rPr lang="en-US" b="0" i="0" baseline="0"/>
            <a:t>API backends and microservices</a:t>
          </a:r>
          <a:endParaRPr lang="en-US"/>
        </a:p>
      </dgm:t>
    </dgm:pt>
    <dgm:pt modelId="{2AFEF2C3-2359-480A-9BE5-939461091B9D}" type="parTrans" cxnId="{6D94CC35-71C4-471F-9855-60C0E002301B}">
      <dgm:prSet/>
      <dgm:spPr/>
      <dgm:t>
        <a:bodyPr/>
        <a:lstStyle/>
        <a:p>
          <a:endParaRPr lang="en-US"/>
        </a:p>
      </dgm:t>
    </dgm:pt>
    <dgm:pt modelId="{9D0A36E7-4873-454D-9E30-34B415A2876C}" type="sibTrans" cxnId="{6D94CC35-71C4-471F-9855-60C0E002301B}">
      <dgm:prSet/>
      <dgm:spPr/>
      <dgm:t>
        <a:bodyPr/>
        <a:lstStyle/>
        <a:p>
          <a:endParaRPr lang="en-US"/>
        </a:p>
      </dgm:t>
    </dgm:pt>
    <dgm:pt modelId="{D37BE29F-D117-4184-9462-FBD040BFA8EF}">
      <dgm:prSet/>
      <dgm:spPr/>
      <dgm:t>
        <a:bodyPr/>
        <a:lstStyle/>
        <a:p>
          <a:r>
            <a:rPr lang="en-US" b="0" i="0" baseline="0"/>
            <a:t>Image or video transformation on upload</a:t>
          </a:r>
          <a:endParaRPr lang="en-US"/>
        </a:p>
      </dgm:t>
    </dgm:pt>
    <dgm:pt modelId="{9A599C64-1928-4B86-B892-2C20FC2EFD9C}" type="parTrans" cxnId="{B3D87BDD-86C1-4EC4-8B55-1D12BA5FB74F}">
      <dgm:prSet/>
      <dgm:spPr/>
      <dgm:t>
        <a:bodyPr/>
        <a:lstStyle/>
        <a:p>
          <a:endParaRPr lang="en-US"/>
        </a:p>
      </dgm:t>
    </dgm:pt>
    <dgm:pt modelId="{48532E5B-B049-4D63-AC59-D6234439E8C1}" type="sibTrans" cxnId="{B3D87BDD-86C1-4EC4-8B55-1D12BA5FB74F}">
      <dgm:prSet/>
      <dgm:spPr/>
      <dgm:t>
        <a:bodyPr/>
        <a:lstStyle/>
        <a:p>
          <a:endParaRPr lang="en-US"/>
        </a:p>
      </dgm:t>
    </dgm:pt>
    <dgm:pt modelId="{D597A943-EE7F-4654-AEDD-DD69B7A0BA8D}">
      <dgm:prSet/>
      <dgm:spPr/>
      <dgm:t>
        <a:bodyPr/>
        <a:lstStyle/>
        <a:p>
          <a:r>
            <a:rPr lang="en-US" b="0" i="0" baseline="0"/>
            <a:t>Scheduled or event-based automation</a:t>
          </a:r>
          <a:endParaRPr lang="en-US"/>
        </a:p>
      </dgm:t>
    </dgm:pt>
    <dgm:pt modelId="{5BFCE258-6238-4B23-A063-6D60D9C47AEC}" type="parTrans" cxnId="{8D80DF2A-626D-4463-9E98-322A64F2DE92}">
      <dgm:prSet/>
      <dgm:spPr/>
      <dgm:t>
        <a:bodyPr/>
        <a:lstStyle/>
        <a:p>
          <a:endParaRPr lang="en-US"/>
        </a:p>
      </dgm:t>
    </dgm:pt>
    <dgm:pt modelId="{C3BD9C01-1113-4FB1-954B-6684AC19AE70}" type="sibTrans" cxnId="{8D80DF2A-626D-4463-9E98-322A64F2DE92}">
      <dgm:prSet/>
      <dgm:spPr/>
      <dgm:t>
        <a:bodyPr/>
        <a:lstStyle/>
        <a:p>
          <a:endParaRPr lang="en-US"/>
        </a:p>
      </dgm:t>
    </dgm:pt>
    <dgm:pt modelId="{36DD30E9-4D10-43C5-BF96-CF6E4930326C}">
      <dgm:prSet/>
      <dgm:spPr/>
      <dgm:t>
        <a:bodyPr/>
        <a:lstStyle/>
        <a:p>
          <a:r>
            <a:rPr lang="en-US" b="0" i="0" baseline="0"/>
            <a:t>Chatbots and voice assistants</a:t>
          </a:r>
          <a:endParaRPr lang="en-US"/>
        </a:p>
      </dgm:t>
    </dgm:pt>
    <dgm:pt modelId="{279E6705-8FBD-48CB-BF86-0F54A388CB13}" type="parTrans" cxnId="{B1EE4D0A-C855-4A5C-A6E6-45AF7D8136D2}">
      <dgm:prSet/>
      <dgm:spPr/>
      <dgm:t>
        <a:bodyPr/>
        <a:lstStyle/>
        <a:p>
          <a:endParaRPr lang="en-US"/>
        </a:p>
      </dgm:t>
    </dgm:pt>
    <dgm:pt modelId="{398A8BB4-00A0-4473-B8DE-1B77CE42B07F}" type="sibTrans" cxnId="{B1EE4D0A-C855-4A5C-A6E6-45AF7D8136D2}">
      <dgm:prSet/>
      <dgm:spPr/>
      <dgm:t>
        <a:bodyPr/>
        <a:lstStyle/>
        <a:p>
          <a:endParaRPr lang="en-US"/>
        </a:p>
      </dgm:t>
    </dgm:pt>
    <dgm:pt modelId="{318AAE15-B098-4966-8DC7-A2DCF4B85514}">
      <dgm:prSet/>
      <dgm:spPr/>
      <dgm:t>
        <a:bodyPr/>
        <a:lstStyle/>
        <a:p>
          <a:r>
            <a:rPr lang="en-US" b="0" i="0" baseline="0"/>
            <a:t>Event-driven pipelines (ETL, stream processing)</a:t>
          </a:r>
          <a:endParaRPr lang="en-US"/>
        </a:p>
      </dgm:t>
    </dgm:pt>
    <dgm:pt modelId="{BD2865D6-E714-4B1E-848F-86E3E51F06CE}" type="parTrans" cxnId="{A5FADA97-F842-4BD9-B269-493053A8B50D}">
      <dgm:prSet/>
      <dgm:spPr/>
      <dgm:t>
        <a:bodyPr/>
        <a:lstStyle/>
        <a:p>
          <a:endParaRPr lang="en-US"/>
        </a:p>
      </dgm:t>
    </dgm:pt>
    <dgm:pt modelId="{C8FFE53E-DA83-4D4D-AE94-BB56A6685B28}" type="sibTrans" cxnId="{A5FADA97-F842-4BD9-B269-493053A8B50D}">
      <dgm:prSet/>
      <dgm:spPr/>
      <dgm:t>
        <a:bodyPr/>
        <a:lstStyle/>
        <a:p>
          <a:endParaRPr lang="en-US"/>
        </a:p>
      </dgm:t>
    </dgm:pt>
    <dgm:pt modelId="{D17B06FD-5F57-4EB9-97E8-6386719AA8F3}" type="pres">
      <dgm:prSet presAssocID="{CADF9692-859C-4D0D-A34D-B904460035FA}" presName="diagram" presStyleCnt="0">
        <dgm:presLayoutVars>
          <dgm:dir/>
          <dgm:resizeHandles val="exact"/>
        </dgm:presLayoutVars>
      </dgm:prSet>
      <dgm:spPr/>
    </dgm:pt>
    <dgm:pt modelId="{1BCD36FF-FA7B-455F-92DC-F315430886D2}" type="pres">
      <dgm:prSet presAssocID="{51B2A481-0554-41A8-B316-C4F64E2E87A6}" presName="node" presStyleLbl="node1" presStyleIdx="0" presStyleCnt="6">
        <dgm:presLayoutVars>
          <dgm:bulletEnabled val="1"/>
        </dgm:presLayoutVars>
      </dgm:prSet>
      <dgm:spPr/>
    </dgm:pt>
    <dgm:pt modelId="{129C01D0-7987-42BF-8667-45A9A77944E1}" type="pres">
      <dgm:prSet presAssocID="{D7BF5054-827B-4B5B-B0F1-07C8BBC1774E}" presName="sibTrans" presStyleCnt="0"/>
      <dgm:spPr/>
    </dgm:pt>
    <dgm:pt modelId="{B06898B5-D1C9-422B-B647-BB4F56DB4200}" type="pres">
      <dgm:prSet presAssocID="{45E527FB-43C1-4D54-9693-2C37DC9BF7EA}" presName="node" presStyleLbl="node1" presStyleIdx="1" presStyleCnt="6">
        <dgm:presLayoutVars>
          <dgm:bulletEnabled val="1"/>
        </dgm:presLayoutVars>
      </dgm:prSet>
      <dgm:spPr/>
    </dgm:pt>
    <dgm:pt modelId="{B7E0D5EF-3D94-49B5-B098-1C825A8BC6FF}" type="pres">
      <dgm:prSet presAssocID="{9D0A36E7-4873-454D-9E30-34B415A2876C}" presName="sibTrans" presStyleCnt="0"/>
      <dgm:spPr/>
    </dgm:pt>
    <dgm:pt modelId="{3C83CDE9-CB6A-4A1C-B532-ADA43B5F528B}" type="pres">
      <dgm:prSet presAssocID="{D37BE29F-D117-4184-9462-FBD040BFA8EF}" presName="node" presStyleLbl="node1" presStyleIdx="2" presStyleCnt="6">
        <dgm:presLayoutVars>
          <dgm:bulletEnabled val="1"/>
        </dgm:presLayoutVars>
      </dgm:prSet>
      <dgm:spPr/>
    </dgm:pt>
    <dgm:pt modelId="{B11989B2-02D4-4415-8C39-89BFB283AC8D}" type="pres">
      <dgm:prSet presAssocID="{48532E5B-B049-4D63-AC59-D6234439E8C1}" presName="sibTrans" presStyleCnt="0"/>
      <dgm:spPr/>
    </dgm:pt>
    <dgm:pt modelId="{A1B80B09-D54B-4CFF-B25C-FB339EB86A84}" type="pres">
      <dgm:prSet presAssocID="{D597A943-EE7F-4654-AEDD-DD69B7A0BA8D}" presName="node" presStyleLbl="node1" presStyleIdx="3" presStyleCnt="6">
        <dgm:presLayoutVars>
          <dgm:bulletEnabled val="1"/>
        </dgm:presLayoutVars>
      </dgm:prSet>
      <dgm:spPr/>
    </dgm:pt>
    <dgm:pt modelId="{D4FBAE2B-3AA8-40D6-AD76-FA6A8D2EEE98}" type="pres">
      <dgm:prSet presAssocID="{C3BD9C01-1113-4FB1-954B-6684AC19AE70}" presName="sibTrans" presStyleCnt="0"/>
      <dgm:spPr/>
    </dgm:pt>
    <dgm:pt modelId="{11384BDA-9CBE-4FF0-BCC3-AF9BEA04D9A2}" type="pres">
      <dgm:prSet presAssocID="{36DD30E9-4D10-43C5-BF96-CF6E4930326C}" presName="node" presStyleLbl="node1" presStyleIdx="4" presStyleCnt="6">
        <dgm:presLayoutVars>
          <dgm:bulletEnabled val="1"/>
        </dgm:presLayoutVars>
      </dgm:prSet>
      <dgm:spPr/>
    </dgm:pt>
    <dgm:pt modelId="{0BEAC2A0-77A7-487D-BA3F-83976F3A6C6F}" type="pres">
      <dgm:prSet presAssocID="{398A8BB4-00A0-4473-B8DE-1B77CE42B07F}" presName="sibTrans" presStyleCnt="0"/>
      <dgm:spPr/>
    </dgm:pt>
    <dgm:pt modelId="{DC44F852-35DB-4233-B50A-45FF8B808975}" type="pres">
      <dgm:prSet presAssocID="{318AAE15-B098-4966-8DC7-A2DCF4B85514}" presName="node" presStyleLbl="node1" presStyleIdx="5" presStyleCnt="6">
        <dgm:presLayoutVars>
          <dgm:bulletEnabled val="1"/>
        </dgm:presLayoutVars>
      </dgm:prSet>
      <dgm:spPr/>
    </dgm:pt>
  </dgm:ptLst>
  <dgm:cxnLst>
    <dgm:cxn modelId="{C4528507-1A69-4D0B-9F6E-8D641C600E53}" type="presOf" srcId="{CADF9692-859C-4D0D-A34D-B904460035FA}" destId="{D17B06FD-5F57-4EB9-97E8-6386719AA8F3}" srcOrd="0" destOrd="0" presId="urn:microsoft.com/office/officeart/2005/8/layout/default"/>
    <dgm:cxn modelId="{B1EE4D0A-C855-4A5C-A6E6-45AF7D8136D2}" srcId="{CADF9692-859C-4D0D-A34D-B904460035FA}" destId="{36DD30E9-4D10-43C5-BF96-CF6E4930326C}" srcOrd="4" destOrd="0" parTransId="{279E6705-8FBD-48CB-BF86-0F54A388CB13}" sibTransId="{398A8BB4-00A0-4473-B8DE-1B77CE42B07F}"/>
    <dgm:cxn modelId="{8D80DF2A-626D-4463-9E98-322A64F2DE92}" srcId="{CADF9692-859C-4D0D-A34D-B904460035FA}" destId="{D597A943-EE7F-4654-AEDD-DD69B7A0BA8D}" srcOrd="3" destOrd="0" parTransId="{5BFCE258-6238-4B23-A063-6D60D9C47AEC}" sibTransId="{C3BD9C01-1113-4FB1-954B-6684AC19AE70}"/>
    <dgm:cxn modelId="{6D94CC35-71C4-471F-9855-60C0E002301B}" srcId="{CADF9692-859C-4D0D-A34D-B904460035FA}" destId="{45E527FB-43C1-4D54-9693-2C37DC9BF7EA}" srcOrd="1" destOrd="0" parTransId="{2AFEF2C3-2359-480A-9BE5-939461091B9D}" sibTransId="{9D0A36E7-4873-454D-9E30-34B415A2876C}"/>
    <dgm:cxn modelId="{75621741-D46E-4ABC-A877-7F9026F522A7}" srcId="{CADF9692-859C-4D0D-A34D-B904460035FA}" destId="{51B2A481-0554-41A8-B316-C4F64E2E87A6}" srcOrd="0" destOrd="0" parTransId="{3C4670E1-B5FC-4FCD-B58C-EC8E4599DFB0}" sibTransId="{D7BF5054-827B-4B5B-B0F1-07C8BBC1774E}"/>
    <dgm:cxn modelId="{9AC1CC42-0AE9-487E-87CD-45CE028E2E64}" type="presOf" srcId="{36DD30E9-4D10-43C5-BF96-CF6E4930326C}" destId="{11384BDA-9CBE-4FF0-BCC3-AF9BEA04D9A2}" srcOrd="0" destOrd="0" presId="urn:microsoft.com/office/officeart/2005/8/layout/default"/>
    <dgm:cxn modelId="{6017916A-18E4-4251-95E7-4FA3A5FE622D}" type="presOf" srcId="{D37BE29F-D117-4184-9462-FBD040BFA8EF}" destId="{3C83CDE9-CB6A-4A1C-B532-ADA43B5F528B}" srcOrd="0" destOrd="0" presId="urn:microsoft.com/office/officeart/2005/8/layout/default"/>
    <dgm:cxn modelId="{41DB1773-523B-4CA0-BA77-574D6738232B}" type="presOf" srcId="{51B2A481-0554-41A8-B316-C4F64E2E87A6}" destId="{1BCD36FF-FA7B-455F-92DC-F315430886D2}" srcOrd="0" destOrd="0" presId="urn:microsoft.com/office/officeart/2005/8/layout/default"/>
    <dgm:cxn modelId="{B8598657-19AA-4D38-88B1-0311B872E210}" type="presOf" srcId="{45E527FB-43C1-4D54-9693-2C37DC9BF7EA}" destId="{B06898B5-D1C9-422B-B647-BB4F56DB4200}" srcOrd="0" destOrd="0" presId="urn:microsoft.com/office/officeart/2005/8/layout/default"/>
    <dgm:cxn modelId="{77682590-11E7-41F5-ABC1-CFC6457056A8}" type="presOf" srcId="{D597A943-EE7F-4654-AEDD-DD69B7A0BA8D}" destId="{A1B80B09-D54B-4CFF-B25C-FB339EB86A84}" srcOrd="0" destOrd="0" presId="urn:microsoft.com/office/officeart/2005/8/layout/default"/>
    <dgm:cxn modelId="{A5FADA97-F842-4BD9-B269-493053A8B50D}" srcId="{CADF9692-859C-4D0D-A34D-B904460035FA}" destId="{318AAE15-B098-4966-8DC7-A2DCF4B85514}" srcOrd="5" destOrd="0" parTransId="{BD2865D6-E714-4B1E-848F-86E3E51F06CE}" sibTransId="{C8FFE53E-DA83-4D4D-AE94-BB56A6685B28}"/>
    <dgm:cxn modelId="{B3D87BDD-86C1-4EC4-8B55-1D12BA5FB74F}" srcId="{CADF9692-859C-4D0D-A34D-B904460035FA}" destId="{D37BE29F-D117-4184-9462-FBD040BFA8EF}" srcOrd="2" destOrd="0" parTransId="{9A599C64-1928-4B86-B892-2C20FC2EFD9C}" sibTransId="{48532E5B-B049-4D63-AC59-D6234439E8C1}"/>
    <dgm:cxn modelId="{B6D48FEA-5B49-4B1C-91DC-AFBB12C5A8C4}" type="presOf" srcId="{318AAE15-B098-4966-8DC7-A2DCF4B85514}" destId="{DC44F852-35DB-4233-B50A-45FF8B808975}" srcOrd="0" destOrd="0" presId="urn:microsoft.com/office/officeart/2005/8/layout/default"/>
    <dgm:cxn modelId="{254E5FD4-5AF7-4AC1-B45A-BAFB2D54B9A2}" type="presParOf" srcId="{D17B06FD-5F57-4EB9-97E8-6386719AA8F3}" destId="{1BCD36FF-FA7B-455F-92DC-F315430886D2}" srcOrd="0" destOrd="0" presId="urn:microsoft.com/office/officeart/2005/8/layout/default"/>
    <dgm:cxn modelId="{716BFE7C-4DB3-401C-9C72-8234FDF61971}" type="presParOf" srcId="{D17B06FD-5F57-4EB9-97E8-6386719AA8F3}" destId="{129C01D0-7987-42BF-8667-45A9A77944E1}" srcOrd="1" destOrd="0" presId="urn:microsoft.com/office/officeart/2005/8/layout/default"/>
    <dgm:cxn modelId="{98CD4669-9DBE-408D-BE99-D3E69AE05D42}" type="presParOf" srcId="{D17B06FD-5F57-4EB9-97E8-6386719AA8F3}" destId="{B06898B5-D1C9-422B-B647-BB4F56DB4200}" srcOrd="2" destOrd="0" presId="urn:microsoft.com/office/officeart/2005/8/layout/default"/>
    <dgm:cxn modelId="{2E458DC7-8E5D-48A5-AB1C-3512EEFEAEA2}" type="presParOf" srcId="{D17B06FD-5F57-4EB9-97E8-6386719AA8F3}" destId="{B7E0D5EF-3D94-49B5-B098-1C825A8BC6FF}" srcOrd="3" destOrd="0" presId="urn:microsoft.com/office/officeart/2005/8/layout/default"/>
    <dgm:cxn modelId="{97D75155-EADC-41FF-A737-698F3B7C331B}" type="presParOf" srcId="{D17B06FD-5F57-4EB9-97E8-6386719AA8F3}" destId="{3C83CDE9-CB6A-4A1C-B532-ADA43B5F528B}" srcOrd="4" destOrd="0" presId="urn:microsoft.com/office/officeart/2005/8/layout/default"/>
    <dgm:cxn modelId="{2672249C-4010-43AD-BA0C-022F095209E9}" type="presParOf" srcId="{D17B06FD-5F57-4EB9-97E8-6386719AA8F3}" destId="{B11989B2-02D4-4415-8C39-89BFB283AC8D}" srcOrd="5" destOrd="0" presId="urn:microsoft.com/office/officeart/2005/8/layout/default"/>
    <dgm:cxn modelId="{579C34FF-7FC2-40B8-B659-AA2A05F6366B}" type="presParOf" srcId="{D17B06FD-5F57-4EB9-97E8-6386719AA8F3}" destId="{A1B80B09-D54B-4CFF-B25C-FB339EB86A84}" srcOrd="6" destOrd="0" presId="urn:microsoft.com/office/officeart/2005/8/layout/default"/>
    <dgm:cxn modelId="{02211CCD-6C99-4908-96CC-AEEA986422A8}" type="presParOf" srcId="{D17B06FD-5F57-4EB9-97E8-6386719AA8F3}" destId="{D4FBAE2B-3AA8-40D6-AD76-FA6A8D2EEE98}" srcOrd="7" destOrd="0" presId="urn:microsoft.com/office/officeart/2005/8/layout/default"/>
    <dgm:cxn modelId="{C93711C8-488E-4C0C-A12C-C3B5457EB05F}" type="presParOf" srcId="{D17B06FD-5F57-4EB9-97E8-6386719AA8F3}" destId="{11384BDA-9CBE-4FF0-BCC3-AF9BEA04D9A2}" srcOrd="8" destOrd="0" presId="urn:microsoft.com/office/officeart/2005/8/layout/default"/>
    <dgm:cxn modelId="{E95F29F5-DC6C-4F51-A9D1-2419E44BA41D}" type="presParOf" srcId="{D17B06FD-5F57-4EB9-97E8-6386719AA8F3}" destId="{0BEAC2A0-77A7-487D-BA3F-83976F3A6C6F}" srcOrd="9" destOrd="0" presId="urn:microsoft.com/office/officeart/2005/8/layout/default"/>
    <dgm:cxn modelId="{C835EB10-8DA5-4B53-925A-91ECD18E7A86}" type="presParOf" srcId="{D17B06FD-5F57-4EB9-97E8-6386719AA8F3}" destId="{DC44F852-35DB-4233-B50A-45FF8B80897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123E1-3879-4C34-96B6-23E26D6DCF4D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Event-Driven Execution:</a:t>
          </a:r>
          <a:br>
            <a:rPr lang="en-US" sz="1400" b="0" i="0" kern="1200" baseline="0"/>
          </a:br>
          <a:r>
            <a:rPr lang="en-US" sz="1400" b="0" i="0" kern="1200" baseline="0"/>
            <a:t>Functions run automatically in response to triggers (HTTP requests, database updates, file uploads, etc.)</a:t>
          </a:r>
          <a:endParaRPr lang="en-US" sz="1400" kern="1200"/>
        </a:p>
      </dsp:txBody>
      <dsp:txXfrm>
        <a:off x="22940" y="22940"/>
        <a:ext cx="7160195" cy="737360"/>
      </dsp:txXfrm>
    </dsp:sp>
    <dsp:sp modelId="{E1CE7175-D1BC-4513-8257-511C84F11691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Micro-billing Model:</a:t>
          </a:r>
          <a:br>
            <a:rPr lang="en-US" sz="1400" b="0" i="0" kern="1200" baseline="0"/>
          </a:br>
          <a:r>
            <a:rPr lang="en-US" sz="1400" b="0" i="0" kern="1200" baseline="0"/>
            <a:t>Billed per execution time, memory used, and number of invocations.</a:t>
          </a:r>
          <a:endParaRPr lang="en-US" sz="1400" kern="1200"/>
        </a:p>
      </dsp:txBody>
      <dsp:txXfrm>
        <a:off x="627587" y="914964"/>
        <a:ext cx="6937378" cy="737360"/>
      </dsp:txXfrm>
    </dsp:sp>
    <dsp:sp modelId="{28A479BC-CB97-4C8D-B200-D69B8E15F91A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Automatic Scaling:</a:t>
          </a:r>
          <a:br>
            <a:rPr lang="en-US" sz="1400" b="0" i="0" kern="1200" baseline="0"/>
          </a:br>
          <a:r>
            <a:rPr lang="en-US" sz="1400" b="0" i="0" kern="1200" baseline="0"/>
            <a:t>Instantly scales to handle 1 or 1 million requests without manual intervention.</a:t>
          </a:r>
          <a:endParaRPr lang="en-US" sz="1400" kern="1200"/>
        </a:p>
      </dsp:txBody>
      <dsp:txXfrm>
        <a:off x="1232233" y="1806988"/>
        <a:ext cx="6937378" cy="737360"/>
      </dsp:txXfrm>
    </dsp:sp>
    <dsp:sp modelId="{AF30791C-D6C0-4255-9943-2A29E5B3D710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Stateless:</a:t>
          </a:r>
          <a:br>
            <a:rPr lang="en-US" sz="1400" b="0" i="0" kern="1200" baseline="0"/>
          </a:br>
          <a:r>
            <a:rPr lang="en-US" sz="1400" b="0" i="0" kern="1200" baseline="0"/>
            <a:t>Each execution is isolated — no persistent local state between invocations.</a:t>
          </a:r>
          <a:endParaRPr lang="en-US" sz="1400" kern="1200"/>
        </a:p>
      </dsp:txBody>
      <dsp:txXfrm>
        <a:off x="1836880" y="2699012"/>
        <a:ext cx="6937378" cy="737360"/>
      </dsp:txXfrm>
    </dsp:sp>
    <dsp:sp modelId="{F203CDB7-0786-4229-A07B-9A5E9917A86C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Fully Managed Environment:</a:t>
          </a:r>
          <a:br>
            <a:rPr lang="en-US" sz="1400" b="0" i="0" kern="1200" baseline="0"/>
          </a:br>
          <a:r>
            <a:rPr lang="en-US" sz="1400" b="0" i="0" kern="1200" baseline="0"/>
            <a:t>Provider handles runtime, OS patches, scaling, and fault tolerance.</a:t>
          </a:r>
          <a:endParaRPr lang="en-US" sz="1400" kern="1200"/>
        </a:p>
      </dsp:txBody>
      <dsp:txXfrm>
        <a:off x="2441527" y="3591037"/>
        <a:ext cx="6937378" cy="737360"/>
      </dsp:txXfrm>
    </dsp:sp>
    <dsp:sp modelId="{B35B6F13-B956-451B-A87A-232FDECCAB62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8B73DC7F-B532-47DE-B2F5-A9896018A4B6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458C45B3-BE35-4377-AD06-3D5EDA0F5989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40F6FB8A-4E21-4029-91BD-677803577711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C6679-EC54-4BD8-B45C-2803C7607F90}">
      <dsp:nvSpPr>
        <dsp:cNvPr id="0" name=""/>
        <dsp:cNvSpPr/>
      </dsp:nvSpPr>
      <dsp:spPr>
        <a:xfrm>
          <a:off x="0" y="74682"/>
          <a:ext cx="6651253" cy="6142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AWS Lambda</a:t>
          </a:r>
        </a:p>
      </dsp:txBody>
      <dsp:txXfrm>
        <a:off x="29985" y="104667"/>
        <a:ext cx="6591283" cy="554280"/>
      </dsp:txXfrm>
    </dsp:sp>
    <dsp:sp modelId="{C210EC2A-1CCB-4404-9387-FC7F0774F794}">
      <dsp:nvSpPr>
        <dsp:cNvPr id="0" name=""/>
        <dsp:cNvSpPr/>
      </dsp:nvSpPr>
      <dsp:spPr>
        <a:xfrm>
          <a:off x="0" y="760932"/>
          <a:ext cx="6651253" cy="614250"/>
        </a:xfrm>
        <a:prstGeom prst="round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API Gateway</a:t>
          </a:r>
        </a:p>
      </dsp:txBody>
      <dsp:txXfrm>
        <a:off x="29985" y="790917"/>
        <a:ext cx="6591283" cy="554280"/>
      </dsp:txXfrm>
    </dsp:sp>
    <dsp:sp modelId="{250288C8-501B-4A2D-BD91-2751FD20AECC}">
      <dsp:nvSpPr>
        <dsp:cNvPr id="0" name=""/>
        <dsp:cNvSpPr/>
      </dsp:nvSpPr>
      <dsp:spPr>
        <a:xfrm>
          <a:off x="0" y="1447182"/>
          <a:ext cx="6651253" cy="614250"/>
        </a:xfrm>
        <a:prstGeom prst="round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Amazon DynamoDB</a:t>
          </a:r>
        </a:p>
      </dsp:txBody>
      <dsp:txXfrm>
        <a:off x="29985" y="1477167"/>
        <a:ext cx="6591283" cy="554280"/>
      </dsp:txXfrm>
    </dsp:sp>
    <dsp:sp modelId="{A4EDAC11-7B9C-41DD-A6D9-3A3E8BFE97EF}">
      <dsp:nvSpPr>
        <dsp:cNvPr id="0" name=""/>
        <dsp:cNvSpPr/>
      </dsp:nvSpPr>
      <dsp:spPr>
        <a:xfrm>
          <a:off x="0" y="2133432"/>
          <a:ext cx="6651253" cy="614250"/>
        </a:xfrm>
        <a:prstGeom prst="round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Amazon S3 (Simple Storage Service)</a:t>
          </a:r>
        </a:p>
      </dsp:txBody>
      <dsp:txXfrm>
        <a:off x="29985" y="2163417"/>
        <a:ext cx="6591283" cy="554280"/>
      </dsp:txXfrm>
    </dsp:sp>
    <dsp:sp modelId="{2FAA50D6-24A1-4257-83B8-44C806641353}">
      <dsp:nvSpPr>
        <dsp:cNvPr id="0" name=""/>
        <dsp:cNvSpPr/>
      </dsp:nvSpPr>
      <dsp:spPr>
        <a:xfrm>
          <a:off x="0" y="2819682"/>
          <a:ext cx="6651253" cy="614250"/>
        </a:xfrm>
        <a:prstGeom prst="round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Amazon SQS (Simple Queue Service)</a:t>
          </a:r>
        </a:p>
      </dsp:txBody>
      <dsp:txXfrm>
        <a:off x="29985" y="2849667"/>
        <a:ext cx="6591283" cy="554280"/>
      </dsp:txXfrm>
    </dsp:sp>
    <dsp:sp modelId="{5965F9C0-21CE-499C-A373-09D77129FC25}">
      <dsp:nvSpPr>
        <dsp:cNvPr id="0" name=""/>
        <dsp:cNvSpPr/>
      </dsp:nvSpPr>
      <dsp:spPr>
        <a:xfrm>
          <a:off x="0" y="3505932"/>
          <a:ext cx="6651253" cy="614250"/>
        </a:xfrm>
        <a:prstGeom prst="round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AWS Fargate: </a:t>
          </a:r>
        </a:p>
      </dsp:txBody>
      <dsp:txXfrm>
        <a:off x="29985" y="3535917"/>
        <a:ext cx="6591283" cy="554280"/>
      </dsp:txXfrm>
    </dsp:sp>
    <dsp:sp modelId="{1BFC920B-34B0-4CA3-BFF4-241B5B4DC127}">
      <dsp:nvSpPr>
        <dsp:cNvPr id="0" name=""/>
        <dsp:cNvSpPr/>
      </dsp:nvSpPr>
      <dsp:spPr>
        <a:xfrm>
          <a:off x="0" y="4192182"/>
          <a:ext cx="6651253" cy="614250"/>
        </a:xfrm>
        <a:prstGeom prst="round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Amazon Aurora Serverless</a:t>
          </a:r>
        </a:p>
      </dsp:txBody>
      <dsp:txXfrm>
        <a:off x="29985" y="4222167"/>
        <a:ext cx="6591283" cy="554280"/>
      </dsp:txXfrm>
    </dsp:sp>
    <dsp:sp modelId="{8AA7FDFA-0266-4FB0-9802-E573F22D1181}">
      <dsp:nvSpPr>
        <dsp:cNvPr id="0" name=""/>
        <dsp:cNvSpPr/>
      </dsp:nvSpPr>
      <dsp:spPr>
        <a:xfrm>
          <a:off x="0" y="4878432"/>
          <a:ext cx="6651253" cy="61425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AWS Step Functions</a:t>
          </a:r>
        </a:p>
      </dsp:txBody>
      <dsp:txXfrm>
        <a:off x="29985" y="4908417"/>
        <a:ext cx="6591283" cy="554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7AC82-939C-40F0-A197-9AB8B70768DA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9B77B-2FCD-4BB7-B3EE-97BB1195CB33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0C5D7-A6B8-43D4-9EF9-C29F18DC5B33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No Infrastructure Management</a:t>
          </a:r>
          <a:r>
            <a:rPr lang="en-IN" sz="1900" kern="1200"/>
            <a:t> — focus purely on application logic.</a:t>
          </a:r>
          <a:endParaRPr lang="en-US" sz="1900" kern="1200"/>
        </a:p>
      </dsp:txBody>
      <dsp:txXfrm>
        <a:off x="877842" y="1783"/>
        <a:ext cx="5486381" cy="760036"/>
      </dsp:txXfrm>
    </dsp:sp>
    <dsp:sp modelId="{076252F3-8FC9-4A1F-9491-BA1A6691818B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84191-BDAD-4858-86A1-8D2A25276BDF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92D09-545D-490D-B73D-916B39CB0E1A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Cost Optimization</a:t>
          </a:r>
          <a:r>
            <a:rPr lang="en-IN" sz="1900" kern="1200"/>
            <a:t> — pay only for compute usage.</a:t>
          </a:r>
          <a:endParaRPr lang="en-US" sz="1900" kern="1200"/>
        </a:p>
      </dsp:txBody>
      <dsp:txXfrm>
        <a:off x="877842" y="951829"/>
        <a:ext cx="5486381" cy="760036"/>
      </dsp:txXfrm>
    </dsp:sp>
    <dsp:sp modelId="{6AAF7E63-5748-423B-9A13-55C8D9ABE0F7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41C0C-D61F-4AEF-86BE-536719D8FBED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4A858-E9DF-4188-821C-B96137580E27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Rapid Development &amp; Deployment</a:t>
          </a:r>
          <a:r>
            <a:rPr lang="en-IN" sz="1900" kern="1200"/>
            <a:t> — faster releases with minimal setup.</a:t>
          </a:r>
          <a:endParaRPr lang="en-US" sz="1900" kern="1200"/>
        </a:p>
      </dsp:txBody>
      <dsp:txXfrm>
        <a:off x="877842" y="1901874"/>
        <a:ext cx="5486381" cy="760036"/>
      </dsp:txXfrm>
    </dsp:sp>
    <dsp:sp modelId="{87BB99AF-B29C-4720-B820-F5D29743E4FF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F1966-EC52-4BB5-AB1C-707BFF4BF849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E72F0-CE69-4ADE-A120-F4AF8882A286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Built-in High Availability</a:t>
          </a:r>
          <a:r>
            <a:rPr lang="en-IN" sz="1900" kern="1200"/>
            <a:t> — runs across multiple availability zones.</a:t>
          </a:r>
          <a:endParaRPr lang="en-US" sz="1900" kern="1200"/>
        </a:p>
      </dsp:txBody>
      <dsp:txXfrm>
        <a:off x="877842" y="2851920"/>
        <a:ext cx="5486381" cy="760036"/>
      </dsp:txXfrm>
    </dsp:sp>
    <dsp:sp modelId="{FFF96421-4594-44EB-A351-A7BEACF847C7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B9A21-A24B-4AA2-9EE2-2F2E017971EC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64DDE-3D7F-475C-A85F-54CFC8A9FB9F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Scalable by Default</a:t>
          </a:r>
          <a:r>
            <a:rPr lang="en-IN" sz="1900" kern="1200"/>
            <a:t> — responds dynamically to workload changes.</a:t>
          </a:r>
          <a:endParaRPr lang="en-US" sz="1900" kern="1200"/>
        </a:p>
      </dsp:txBody>
      <dsp:txXfrm>
        <a:off x="877842" y="3801966"/>
        <a:ext cx="5486381" cy="760036"/>
      </dsp:txXfrm>
    </dsp:sp>
    <dsp:sp modelId="{7101E508-9189-411D-AA87-C40233D2D385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2961D-25AE-4BAC-9FAD-86C84D8C443E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478F0-203E-4934-8B81-9711CC9C8B12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Integration with Other Cloud Services</a:t>
          </a:r>
          <a:r>
            <a:rPr lang="en-IN" sz="1900" kern="1200"/>
            <a:t> — easily connects with databases, queues, APIs.</a:t>
          </a:r>
          <a:endParaRPr lang="en-US" sz="1900" kern="1200"/>
        </a:p>
      </dsp:txBody>
      <dsp:txXfrm>
        <a:off x="877842" y="4752011"/>
        <a:ext cx="5486381" cy="7600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D36FF-FA7B-455F-92DC-F315430886D2}">
      <dsp:nvSpPr>
        <dsp:cNvPr id="0" name=""/>
        <dsp:cNvSpPr/>
      </dsp:nvSpPr>
      <dsp:spPr>
        <a:xfrm>
          <a:off x="525962" y="3034"/>
          <a:ext cx="2666347" cy="15998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Real-time data processing (e.g., IoT, logs, analytics)</a:t>
          </a:r>
          <a:endParaRPr lang="en-US" sz="2500" kern="1200"/>
        </a:p>
      </dsp:txBody>
      <dsp:txXfrm>
        <a:off x="525962" y="3034"/>
        <a:ext cx="2666347" cy="1599808"/>
      </dsp:txXfrm>
    </dsp:sp>
    <dsp:sp modelId="{B06898B5-D1C9-422B-B647-BB4F56DB4200}">
      <dsp:nvSpPr>
        <dsp:cNvPr id="0" name=""/>
        <dsp:cNvSpPr/>
      </dsp:nvSpPr>
      <dsp:spPr>
        <a:xfrm>
          <a:off x="3458943" y="3034"/>
          <a:ext cx="2666347" cy="1599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API backends and microservices</a:t>
          </a:r>
          <a:endParaRPr lang="en-US" sz="2500" kern="1200"/>
        </a:p>
      </dsp:txBody>
      <dsp:txXfrm>
        <a:off x="3458943" y="3034"/>
        <a:ext cx="2666347" cy="1599808"/>
      </dsp:txXfrm>
    </dsp:sp>
    <dsp:sp modelId="{3C83CDE9-CB6A-4A1C-B532-ADA43B5F528B}">
      <dsp:nvSpPr>
        <dsp:cNvPr id="0" name=""/>
        <dsp:cNvSpPr/>
      </dsp:nvSpPr>
      <dsp:spPr>
        <a:xfrm>
          <a:off x="525962" y="1869477"/>
          <a:ext cx="2666347" cy="15998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Image or video transformation on upload</a:t>
          </a:r>
          <a:endParaRPr lang="en-US" sz="2500" kern="1200"/>
        </a:p>
      </dsp:txBody>
      <dsp:txXfrm>
        <a:off x="525962" y="1869477"/>
        <a:ext cx="2666347" cy="1599808"/>
      </dsp:txXfrm>
    </dsp:sp>
    <dsp:sp modelId="{A1B80B09-D54B-4CFF-B25C-FB339EB86A84}">
      <dsp:nvSpPr>
        <dsp:cNvPr id="0" name=""/>
        <dsp:cNvSpPr/>
      </dsp:nvSpPr>
      <dsp:spPr>
        <a:xfrm>
          <a:off x="3458943" y="1869477"/>
          <a:ext cx="2666347" cy="15998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Scheduled or event-based automation</a:t>
          </a:r>
          <a:endParaRPr lang="en-US" sz="2500" kern="1200"/>
        </a:p>
      </dsp:txBody>
      <dsp:txXfrm>
        <a:off x="3458943" y="1869477"/>
        <a:ext cx="2666347" cy="1599808"/>
      </dsp:txXfrm>
    </dsp:sp>
    <dsp:sp modelId="{11384BDA-9CBE-4FF0-BCC3-AF9BEA04D9A2}">
      <dsp:nvSpPr>
        <dsp:cNvPr id="0" name=""/>
        <dsp:cNvSpPr/>
      </dsp:nvSpPr>
      <dsp:spPr>
        <a:xfrm>
          <a:off x="525962" y="3735920"/>
          <a:ext cx="2666347" cy="15998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Chatbots and voice assistants</a:t>
          </a:r>
          <a:endParaRPr lang="en-US" sz="2500" kern="1200"/>
        </a:p>
      </dsp:txBody>
      <dsp:txXfrm>
        <a:off x="525962" y="3735920"/>
        <a:ext cx="2666347" cy="1599808"/>
      </dsp:txXfrm>
    </dsp:sp>
    <dsp:sp modelId="{DC44F852-35DB-4233-B50A-45FF8B808975}">
      <dsp:nvSpPr>
        <dsp:cNvPr id="0" name=""/>
        <dsp:cNvSpPr/>
      </dsp:nvSpPr>
      <dsp:spPr>
        <a:xfrm>
          <a:off x="3458943" y="3735920"/>
          <a:ext cx="2666347" cy="15998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Event-driven pipelines (ETL, stream processing)</a:t>
          </a:r>
          <a:endParaRPr lang="en-US" sz="2500" kern="1200"/>
        </a:p>
      </dsp:txBody>
      <dsp:txXfrm>
        <a:off x="3458943" y="3735920"/>
        <a:ext cx="2666347" cy="1599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AE0AC-8448-42F2-8E87-1CFBFC6D68B2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D8B10-BAC1-46CE-92D7-FE37ECE89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6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AE0F-7DF4-1083-406E-4098C9B08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A57C2-F194-1CD9-FDF1-59371AE20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6098F-A96A-6277-984E-4C93E10B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66D8B-B7EC-2733-EE62-88509286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092C-C652-5572-5749-9A7FE0CE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44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FB34B-8081-9B60-C93E-6A003A2D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312A-F118-A206-8DB4-4CA2C9162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A03F-C936-BEF7-7908-F26BB906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2A0E-2759-89A8-EF35-0C2CADEC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95E5F-1A0B-5FD2-16B8-8E74898E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8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C7B7-AF3A-8A66-27A0-BBEB1E2D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9DAA1-F352-A59B-DEA0-A6AE7C18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B1FF-7C36-35BF-D692-1A18CB02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6B3DE-BB1A-1921-A07E-B6D62E33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B63B3-8336-587E-DE82-BA836C2E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0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867F-D87E-FAF3-0549-4692E2FB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DF69-CA4F-E319-CEE8-CBC92B38A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D853A-E460-1B0C-F1D9-2C500B906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1CC4C-8586-F590-C49C-8DC17F02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11083-EB75-EF73-8694-AC869721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99F6F-F82B-BFDE-EEE4-0164A85F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77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5075-8831-FD84-FDDA-D61F1FD6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84FA1-4387-54BA-F8C7-DB35028A7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006C8-26AD-906D-7D17-3CA71A420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E78A8-5A00-F4F1-B3E0-1AFE23942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C3CFC-B7A9-024A-2756-C4CF96DD6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0B60D-83F8-9E14-D454-922909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D230D-A906-1B00-EDDD-15993FF2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629675-B5C1-848B-7EA6-5CAF813B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09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441A-05FE-5A4F-BD8F-299A6FB1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364A9-F742-1771-7FDF-76F09E6C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72325-0281-133F-AEB5-E2F95044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5C14A-DC68-1C7A-639B-FEFF306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5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E1C61-EA72-E202-3A0B-C51E0855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46D33-7E85-4C39-A99B-601A52E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F11F-61F5-0F98-17D2-4AC08F05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95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68C5-EA41-F997-EEF6-80E7AF60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2858-7A62-3F4B-F065-FE9099BE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C962B-F071-BE0F-BCCE-0D5C7F73E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81B2D-C483-926F-1594-2F3203B1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3ECCE-3B5B-DA56-7A78-34F997AD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E86B2-ECDC-332A-E6A9-00369EFA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20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A5975-3C08-C1DA-C0F2-D6C3D56D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C15BF-E05D-4B2E-E7F8-E70930647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3E0D2-9288-0158-6E22-E2E23230B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AEB0E-25B8-800C-03A0-650D06CE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2D33E-228C-7F3D-DD0F-D82CBDEC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C0E3A-BA5F-A8A0-69BE-3BD48F56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8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2B8B-C325-0679-ABA8-87F95E7C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760FD-0E0A-90D2-D12C-C4107FAF7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FC32-D4C5-BC18-4D3A-491B74CC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775C-19F9-11F9-C9CC-B85EED61B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932CC-CAD2-FE9B-F324-265BB371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69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3E4DA2-09CF-81E7-D0E2-9F9503BD7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AE0A3-B3A9-FABB-6AAE-7A7D30DC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81D43-85C6-A01A-B938-6E831BE1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61CC6-CAFA-D33E-CA29-E11299BE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11E43-85E8-AA65-0E0D-70B8D275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48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F531E-500A-55A3-507D-BF7C8301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F00AB-D694-CB44-C251-53E64B672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EF6B8-BCD8-72ED-1A25-72ACC38B4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1AA24-3084-4F59-A23D-9CDBE55566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B3CC-BAC8-B80A-A6C0-69ED4ED76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87275-F3F5-1AF3-ED66-3F4F8F47E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DC7AA-8DFE-40BB-A33B-56A326F41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94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6063E-81DC-F3AF-75A6-B04BABDA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955" y="552182"/>
            <a:ext cx="5998840" cy="3343135"/>
          </a:xfrm>
          <a:noFill/>
        </p:spPr>
        <p:txBody>
          <a:bodyPr>
            <a:normAutofit/>
          </a:bodyPr>
          <a:lstStyle/>
          <a:p>
            <a:r>
              <a:rPr lang="en-IN" sz="5200" dirty="0"/>
              <a:t>What is Serverless Computing?</a:t>
            </a:r>
          </a:p>
        </p:txBody>
      </p:sp>
      <p:pic>
        <p:nvPicPr>
          <p:cNvPr id="4" name="Picture 3" descr="Ethernet cables connected to a networking patch">
            <a:extLst>
              <a:ext uri="{FF2B5EF4-FFF2-40B4-BE49-F238E27FC236}">
                <a16:creationId xmlns:a16="http://schemas.microsoft.com/office/drawing/2014/main" id="{8D4ADD17-0AF3-F48D-B901-4E11BFE6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67" r="17928"/>
          <a:stretch>
            <a:fillRect/>
          </a:stretch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2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541B7-32E7-9728-3342-5F1B4FA6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12" y="362376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/>
              <a:t>What is Serverless Computing?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6367EB1-1A38-138A-9339-0516BE326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162" y="2682446"/>
            <a:ext cx="9941319" cy="3334970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Serverless means ≠ No Servers - It means 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don’t manage the servers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.”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Serverless Computing is a cloud-native execution model where the cloud provider dynamically manages the allocation and provisioning of servers.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just deploy your code or logic, and the provider handles: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provisioning and management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 (up/down based on load)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Fault tolerance and availability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pay only when your code runs — no charge for idle infrastructure.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512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B795DAE-CAD8-D615-AD89-920885AB62D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B4A25-0D8D-F2AF-E072-E314A7E5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Characteristics of Serverless</a:t>
            </a: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652133E1-4C8B-F322-6435-52D24ABA3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2432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791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1905000"/>
            <a:ext cx="45368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A6A37-90EC-38AC-1B14-0D17EEF70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7"/>
            <a:ext cx="3733800" cy="402431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Core AWS serverless services</a:t>
            </a:r>
          </a:p>
        </p:txBody>
      </p:sp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227615C4-653C-04EC-F081-0FBBD8E24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291400"/>
              </p:ext>
            </p:extLst>
          </p:nvPr>
        </p:nvGraphicFramePr>
        <p:xfrm>
          <a:off x="4702547" y="609600"/>
          <a:ext cx="6651253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576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3FF8E-86DD-B4BD-4304-43134697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 of Serverless Computing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4E921B-A310-B890-15B8-00DFBAFD4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25981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21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C10E9-E3CC-58D9-51D1-77861BD0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Common Serverless Use Cases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E6EC4BC-6A86-A558-6333-1FE4875E2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25907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905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339</Words>
  <Application>Microsoft Office PowerPoint</Application>
  <PresentationFormat>Widescreen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What is Serverless Computing?</vt:lpstr>
      <vt:lpstr>What is Serverless Computing?</vt:lpstr>
      <vt:lpstr>Characteristics of Serverless</vt:lpstr>
      <vt:lpstr>Core AWS serverless services</vt:lpstr>
      <vt:lpstr>Advantages of Serverless Computing</vt:lpstr>
      <vt:lpstr>Common Serverless 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32</cp:revision>
  <dcterms:created xsi:type="dcterms:W3CDTF">2025-10-19T05:37:21Z</dcterms:created>
  <dcterms:modified xsi:type="dcterms:W3CDTF">2025-10-19T05:48:03Z</dcterms:modified>
</cp:coreProperties>
</file>