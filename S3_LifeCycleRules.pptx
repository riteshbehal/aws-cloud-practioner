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7BFB1C-0071-4ECC-914D-190F0694591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AF0E243-776C-49B4-A317-58B160B0E25B}">
      <dgm:prSet/>
      <dgm:spPr/>
      <dgm:t>
        <a:bodyPr/>
        <a:lstStyle/>
        <a:p>
          <a:r>
            <a:rPr lang="en-US"/>
            <a:t>Cost Optimization: Move rarely accessed data to cheaper storage.</a:t>
          </a:r>
        </a:p>
      </dgm:t>
    </dgm:pt>
    <dgm:pt modelId="{E2299020-296D-4BE4-81A8-D1042DBD6FBE}" type="parTrans" cxnId="{AD75AF6B-CBD9-449F-A2B2-1C36EA4AC649}">
      <dgm:prSet/>
      <dgm:spPr/>
      <dgm:t>
        <a:bodyPr/>
        <a:lstStyle/>
        <a:p>
          <a:endParaRPr lang="en-US"/>
        </a:p>
      </dgm:t>
    </dgm:pt>
    <dgm:pt modelId="{33B75BED-C7E2-40E9-98A9-FC07EC020B08}" type="sibTrans" cxnId="{AD75AF6B-CBD9-449F-A2B2-1C36EA4AC649}">
      <dgm:prSet/>
      <dgm:spPr/>
      <dgm:t>
        <a:bodyPr/>
        <a:lstStyle/>
        <a:p>
          <a:endParaRPr lang="en-US"/>
        </a:p>
      </dgm:t>
    </dgm:pt>
    <dgm:pt modelId="{18FFB68A-F1CB-4EBE-B039-FCAB5D47498E}">
      <dgm:prSet/>
      <dgm:spPr/>
      <dgm:t>
        <a:bodyPr/>
        <a:lstStyle/>
        <a:p>
          <a:r>
            <a:rPr lang="en-US"/>
            <a:t>Data Retention: Automatically delete data after a defined time.</a:t>
          </a:r>
        </a:p>
      </dgm:t>
    </dgm:pt>
    <dgm:pt modelId="{67C7C290-8B12-4AAA-9A0F-BFEED3DD186C}" type="parTrans" cxnId="{14321A3D-8839-42C9-9E3F-39A35A4041DA}">
      <dgm:prSet/>
      <dgm:spPr/>
      <dgm:t>
        <a:bodyPr/>
        <a:lstStyle/>
        <a:p>
          <a:endParaRPr lang="en-US"/>
        </a:p>
      </dgm:t>
    </dgm:pt>
    <dgm:pt modelId="{5AA6F522-41D1-43B8-BC0C-45C0F1BE6BCA}" type="sibTrans" cxnId="{14321A3D-8839-42C9-9E3F-39A35A4041DA}">
      <dgm:prSet/>
      <dgm:spPr/>
      <dgm:t>
        <a:bodyPr/>
        <a:lstStyle/>
        <a:p>
          <a:endParaRPr lang="en-US"/>
        </a:p>
      </dgm:t>
    </dgm:pt>
    <dgm:pt modelId="{4159C6DA-B7D4-4629-8FF3-E722BE5DEFEE}">
      <dgm:prSet/>
      <dgm:spPr/>
      <dgm:t>
        <a:bodyPr/>
        <a:lstStyle/>
        <a:p>
          <a:r>
            <a:rPr lang="en-US"/>
            <a:t>Compliance: Retain data for a specific period, then delete.</a:t>
          </a:r>
        </a:p>
      </dgm:t>
    </dgm:pt>
    <dgm:pt modelId="{44A4D9F8-8F24-42C3-B064-AB5999A2B01A}" type="parTrans" cxnId="{6C8EDD45-E26B-45F8-BD01-4C14C248E318}">
      <dgm:prSet/>
      <dgm:spPr/>
      <dgm:t>
        <a:bodyPr/>
        <a:lstStyle/>
        <a:p>
          <a:endParaRPr lang="en-US"/>
        </a:p>
      </dgm:t>
    </dgm:pt>
    <dgm:pt modelId="{C561620B-5AF3-435B-82A4-20F3A796E840}" type="sibTrans" cxnId="{6C8EDD45-E26B-45F8-BD01-4C14C248E318}">
      <dgm:prSet/>
      <dgm:spPr/>
      <dgm:t>
        <a:bodyPr/>
        <a:lstStyle/>
        <a:p>
          <a:endParaRPr lang="en-US"/>
        </a:p>
      </dgm:t>
    </dgm:pt>
    <dgm:pt modelId="{DC4E59D6-EE7F-4BD0-AB0C-30FECC9D97B5}">
      <dgm:prSet/>
      <dgm:spPr/>
      <dgm:t>
        <a:bodyPr/>
        <a:lstStyle/>
        <a:p>
          <a:r>
            <a:rPr lang="en-US"/>
            <a:t>Operational Efficiency: No manual management needed.</a:t>
          </a:r>
        </a:p>
      </dgm:t>
    </dgm:pt>
    <dgm:pt modelId="{1E9806A4-3292-4E1B-98C9-68463928DB75}" type="parTrans" cxnId="{D685F1D1-422E-4792-8648-BA67EDE2AF25}">
      <dgm:prSet/>
      <dgm:spPr/>
      <dgm:t>
        <a:bodyPr/>
        <a:lstStyle/>
        <a:p>
          <a:endParaRPr lang="en-US"/>
        </a:p>
      </dgm:t>
    </dgm:pt>
    <dgm:pt modelId="{3C5CDAFD-341D-4369-88FF-0FB2F60CCB15}" type="sibTrans" cxnId="{D685F1D1-422E-4792-8648-BA67EDE2AF25}">
      <dgm:prSet/>
      <dgm:spPr/>
      <dgm:t>
        <a:bodyPr/>
        <a:lstStyle/>
        <a:p>
          <a:endParaRPr lang="en-US"/>
        </a:p>
      </dgm:t>
    </dgm:pt>
    <dgm:pt modelId="{314695E7-1120-4991-8AA4-AF5426600AEB}" type="pres">
      <dgm:prSet presAssocID="{2A7BFB1C-0071-4ECC-914D-190F06945919}" presName="root" presStyleCnt="0">
        <dgm:presLayoutVars>
          <dgm:dir/>
          <dgm:resizeHandles val="exact"/>
        </dgm:presLayoutVars>
      </dgm:prSet>
      <dgm:spPr/>
    </dgm:pt>
    <dgm:pt modelId="{F2C03612-5020-4E2B-BA26-019BC3DF535F}" type="pres">
      <dgm:prSet presAssocID="{FAF0E243-776C-49B4-A317-58B160B0E25B}" presName="compNode" presStyleCnt="0"/>
      <dgm:spPr/>
    </dgm:pt>
    <dgm:pt modelId="{D273CCDE-E575-4DDF-A80B-0184639CB1CB}" type="pres">
      <dgm:prSet presAssocID="{FAF0E243-776C-49B4-A317-58B160B0E25B}" presName="bgRect" presStyleLbl="bgShp" presStyleIdx="0" presStyleCnt="4"/>
      <dgm:spPr/>
    </dgm:pt>
    <dgm:pt modelId="{E6EA94B4-F5A2-430D-8C1D-FE25FB70E877}" type="pres">
      <dgm:prSet presAssocID="{FAF0E243-776C-49B4-A317-58B160B0E25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E946266-5BB1-48BB-B80F-FC7ABAF9636E}" type="pres">
      <dgm:prSet presAssocID="{FAF0E243-776C-49B4-A317-58B160B0E25B}" presName="spaceRect" presStyleCnt="0"/>
      <dgm:spPr/>
    </dgm:pt>
    <dgm:pt modelId="{A1E078BE-F18F-411C-A6F5-B35984E05101}" type="pres">
      <dgm:prSet presAssocID="{FAF0E243-776C-49B4-A317-58B160B0E25B}" presName="parTx" presStyleLbl="revTx" presStyleIdx="0" presStyleCnt="4">
        <dgm:presLayoutVars>
          <dgm:chMax val="0"/>
          <dgm:chPref val="0"/>
        </dgm:presLayoutVars>
      </dgm:prSet>
      <dgm:spPr/>
    </dgm:pt>
    <dgm:pt modelId="{E081B3F1-A567-4A83-A9E4-415D86939BF1}" type="pres">
      <dgm:prSet presAssocID="{33B75BED-C7E2-40E9-98A9-FC07EC020B08}" presName="sibTrans" presStyleCnt="0"/>
      <dgm:spPr/>
    </dgm:pt>
    <dgm:pt modelId="{5310A3D5-A984-4D71-8C56-9908C897550F}" type="pres">
      <dgm:prSet presAssocID="{18FFB68A-F1CB-4EBE-B039-FCAB5D47498E}" presName="compNode" presStyleCnt="0"/>
      <dgm:spPr/>
    </dgm:pt>
    <dgm:pt modelId="{3CD1DAC5-3626-4DE3-84D8-211E246C1BE6}" type="pres">
      <dgm:prSet presAssocID="{18FFB68A-F1CB-4EBE-B039-FCAB5D47498E}" presName="bgRect" presStyleLbl="bgShp" presStyleIdx="1" presStyleCnt="4"/>
      <dgm:spPr/>
    </dgm:pt>
    <dgm:pt modelId="{ED6A0EE3-E783-4CE5-98C6-D22CC6858EDB}" type="pres">
      <dgm:prSet presAssocID="{18FFB68A-F1CB-4EBE-B039-FCAB5D47498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FD6DBC3D-8DB4-4225-81B6-013292033666}" type="pres">
      <dgm:prSet presAssocID="{18FFB68A-F1CB-4EBE-B039-FCAB5D47498E}" presName="spaceRect" presStyleCnt="0"/>
      <dgm:spPr/>
    </dgm:pt>
    <dgm:pt modelId="{3D222BBA-E807-4973-94FA-E3B2B12D8B8A}" type="pres">
      <dgm:prSet presAssocID="{18FFB68A-F1CB-4EBE-B039-FCAB5D47498E}" presName="parTx" presStyleLbl="revTx" presStyleIdx="1" presStyleCnt="4">
        <dgm:presLayoutVars>
          <dgm:chMax val="0"/>
          <dgm:chPref val="0"/>
        </dgm:presLayoutVars>
      </dgm:prSet>
      <dgm:spPr/>
    </dgm:pt>
    <dgm:pt modelId="{61ECE321-6D81-492A-8E8B-2ED325DE38A0}" type="pres">
      <dgm:prSet presAssocID="{5AA6F522-41D1-43B8-BC0C-45C0F1BE6BCA}" presName="sibTrans" presStyleCnt="0"/>
      <dgm:spPr/>
    </dgm:pt>
    <dgm:pt modelId="{E926D789-F497-42AF-8CF9-CFA851F0A591}" type="pres">
      <dgm:prSet presAssocID="{4159C6DA-B7D4-4629-8FF3-E722BE5DEFEE}" presName="compNode" presStyleCnt="0"/>
      <dgm:spPr/>
    </dgm:pt>
    <dgm:pt modelId="{F2F7519A-3436-4A69-A6C6-25991655DCF2}" type="pres">
      <dgm:prSet presAssocID="{4159C6DA-B7D4-4629-8FF3-E722BE5DEFEE}" presName="bgRect" presStyleLbl="bgShp" presStyleIdx="2" presStyleCnt="4"/>
      <dgm:spPr/>
    </dgm:pt>
    <dgm:pt modelId="{D39FA684-1679-4462-8078-FE9D3224CEF8}" type="pres">
      <dgm:prSet presAssocID="{4159C6DA-B7D4-4629-8FF3-E722BE5DEFE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43AA2C74-2D47-4D10-A949-A094168DF7DF}" type="pres">
      <dgm:prSet presAssocID="{4159C6DA-B7D4-4629-8FF3-E722BE5DEFEE}" presName="spaceRect" presStyleCnt="0"/>
      <dgm:spPr/>
    </dgm:pt>
    <dgm:pt modelId="{51EB93AC-E8A7-456E-8260-A733B2BA4A90}" type="pres">
      <dgm:prSet presAssocID="{4159C6DA-B7D4-4629-8FF3-E722BE5DEFEE}" presName="parTx" presStyleLbl="revTx" presStyleIdx="2" presStyleCnt="4">
        <dgm:presLayoutVars>
          <dgm:chMax val="0"/>
          <dgm:chPref val="0"/>
        </dgm:presLayoutVars>
      </dgm:prSet>
      <dgm:spPr/>
    </dgm:pt>
    <dgm:pt modelId="{C8A2B32B-6824-4FBC-A5CF-17738523B265}" type="pres">
      <dgm:prSet presAssocID="{C561620B-5AF3-435B-82A4-20F3A796E840}" presName="sibTrans" presStyleCnt="0"/>
      <dgm:spPr/>
    </dgm:pt>
    <dgm:pt modelId="{31272F93-B9A3-4DB5-BCC7-9B3ED4F8ACA4}" type="pres">
      <dgm:prSet presAssocID="{DC4E59D6-EE7F-4BD0-AB0C-30FECC9D97B5}" presName="compNode" presStyleCnt="0"/>
      <dgm:spPr/>
    </dgm:pt>
    <dgm:pt modelId="{254DE456-29BE-49F4-9172-9F21DC09BB8B}" type="pres">
      <dgm:prSet presAssocID="{DC4E59D6-EE7F-4BD0-AB0C-30FECC9D97B5}" presName="bgRect" presStyleLbl="bgShp" presStyleIdx="3" presStyleCnt="4"/>
      <dgm:spPr/>
    </dgm:pt>
    <dgm:pt modelId="{737B3CFD-C16A-483E-904E-3D6CC80E2243}" type="pres">
      <dgm:prSet presAssocID="{DC4E59D6-EE7F-4BD0-AB0C-30FECC9D97B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3E13C773-0DBA-46E5-97FA-D6BE4ADDA880}" type="pres">
      <dgm:prSet presAssocID="{DC4E59D6-EE7F-4BD0-AB0C-30FECC9D97B5}" presName="spaceRect" presStyleCnt="0"/>
      <dgm:spPr/>
    </dgm:pt>
    <dgm:pt modelId="{666AA5A5-2C29-439B-92EA-6645A286D8FA}" type="pres">
      <dgm:prSet presAssocID="{DC4E59D6-EE7F-4BD0-AB0C-30FECC9D97B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4321A3D-8839-42C9-9E3F-39A35A4041DA}" srcId="{2A7BFB1C-0071-4ECC-914D-190F06945919}" destId="{18FFB68A-F1CB-4EBE-B039-FCAB5D47498E}" srcOrd="1" destOrd="0" parTransId="{67C7C290-8B12-4AAA-9A0F-BFEED3DD186C}" sibTransId="{5AA6F522-41D1-43B8-BC0C-45C0F1BE6BCA}"/>
    <dgm:cxn modelId="{6C8EDD45-E26B-45F8-BD01-4C14C248E318}" srcId="{2A7BFB1C-0071-4ECC-914D-190F06945919}" destId="{4159C6DA-B7D4-4629-8FF3-E722BE5DEFEE}" srcOrd="2" destOrd="0" parTransId="{44A4D9F8-8F24-42C3-B064-AB5999A2B01A}" sibTransId="{C561620B-5AF3-435B-82A4-20F3A796E840}"/>
    <dgm:cxn modelId="{F2C99A67-7437-4F09-9C3F-A3028CD37A59}" type="presOf" srcId="{4159C6DA-B7D4-4629-8FF3-E722BE5DEFEE}" destId="{51EB93AC-E8A7-456E-8260-A733B2BA4A90}" srcOrd="0" destOrd="0" presId="urn:microsoft.com/office/officeart/2018/2/layout/IconVerticalSolidList"/>
    <dgm:cxn modelId="{AD75AF6B-CBD9-449F-A2B2-1C36EA4AC649}" srcId="{2A7BFB1C-0071-4ECC-914D-190F06945919}" destId="{FAF0E243-776C-49B4-A317-58B160B0E25B}" srcOrd="0" destOrd="0" parTransId="{E2299020-296D-4BE4-81A8-D1042DBD6FBE}" sibTransId="{33B75BED-C7E2-40E9-98A9-FC07EC020B08}"/>
    <dgm:cxn modelId="{84E63175-0D34-4FEE-868E-ABC4DE95AF48}" type="presOf" srcId="{18FFB68A-F1CB-4EBE-B039-FCAB5D47498E}" destId="{3D222BBA-E807-4973-94FA-E3B2B12D8B8A}" srcOrd="0" destOrd="0" presId="urn:microsoft.com/office/officeart/2018/2/layout/IconVerticalSolidList"/>
    <dgm:cxn modelId="{0B326A7F-25E5-49F9-BC14-8008C70C8AE7}" type="presOf" srcId="{DC4E59D6-EE7F-4BD0-AB0C-30FECC9D97B5}" destId="{666AA5A5-2C29-439B-92EA-6645A286D8FA}" srcOrd="0" destOrd="0" presId="urn:microsoft.com/office/officeart/2018/2/layout/IconVerticalSolidList"/>
    <dgm:cxn modelId="{DD2215BE-A532-405A-B405-7D65D31E1A98}" type="presOf" srcId="{2A7BFB1C-0071-4ECC-914D-190F06945919}" destId="{314695E7-1120-4991-8AA4-AF5426600AEB}" srcOrd="0" destOrd="0" presId="urn:microsoft.com/office/officeart/2018/2/layout/IconVerticalSolidList"/>
    <dgm:cxn modelId="{D685F1D1-422E-4792-8648-BA67EDE2AF25}" srcId="{2A7BFB1C-0071-4ECC-914D-190F06945919}" destId="{DC4E59D6-EE7F-4BD0-AB0C-30FECC9D97B5}" srcOrd="3" destOrd="0" parTransId="{1E9806A4-3292-4E1B-98C9-68463928DB75}" sibTransId="{3C5CDAFD-341D-4369-88FF-0FB2F60CCB15}"/>
    <dgm:cxn modelId="{48F3E6D4-E350-4FE1-9726-B7EBB4A1E95E}" type="presOf" srcId="{FAF0E243-776C-49B4-A317-58B160B0E25B}" destId="{A1E078BE-F18F-411C-A6F5-B35984E05101}" srcOrd="0" destOrd="0" presId="urn:microsoft.com/office/officeart/2018/2/layout/IconVerticalSolidList"/>
    <dgm:cxn modelId="{0241071B-528B-412B-A627-1B74F7E99ADE}" type="presParOf" srcId="{314695E7-1120-4991-8AA4-AF5426600AEB}" destId="{F2C03612-5020-4E2B-BA26-019BC3DF535F}" srcOrd="0" destOrd="0" presId="urn:microsoft.com/office/officeart/2018/2/layout/IconVerticalSolidList"/>
    <dgm:cxn modelId="{D259AB87-7A65-4710-9089-A130C5ED1FC7}" type="presParOf" srcId="{F2C03612-5020-4E2B-BA26-019BC3DF535F}" destId="{D273CCDE-E575-4DDF-A80B-0184639CB1CB}" srcOrd="0" destOrd="0" presId="urn:microsoft.com/office/officeart/2018/2/layout/IconVerticalSolidList"/>
    <dgm:cxn modelId="{F0D365FB-A073-4172-98F6-E1E6C43A2AD5}" type="presParOf" srcId="{F2C03612-5020-4E2B-BA26-019BC3DF535F}" destId="{E6EA94B4-F5A2-430D-8C1D-FE25FB70E877}" srcOrd="1" destOrd="0" presId="urn:microsoft.com/office/officeart/2018/2/layout/IconVerticalSolidList"/>
    <dgm:cxn modelId="{EF49B1F9-2BEE-4B22-94E1-655DCBC3C6C1}" type="presParOf" srcId="{F2C03612-5020-4E2B-BA26-019BC3DF535F}" destId="{1E946266-5BB1-48BB-B80F-FC7ABAF9636E}" srcOrd="2" destOrd="0" presId="urn:microsoft.com/office/officeart/2018/2/layout/IconVerticalSolidList"/>
    <dgm:cxn modelId="{CD3DF58F-3A48-40F5-9AC3-F41FE58F8E45}" type="presParOf" srcId="{F2C03612-5020-4E2B-BA26-019BC3DF535F}" destId="{A1E078BE-F18F-411C-A6F5-B35984E05101}" srcOrd="3" destOrd="0" presId="urn:microsoft.com/office/officeart/2018/2/layout/IconVerticalSolidList"/>
    <dgm:cxn modelId="{948228D2-3B5C-4116-A8BE-A91C6ABB3933}" type="presParOf" srcId="{314695E7-1120-4991-8AA4-AF5426600AEB}" destId="{E081B3F1-A567-4A83-A9E4-415D86939BF1}" srcOrd="1" destOrd="0" presId="urn:microsoft.com/office/officeart/2018/2/layout/IconVerticalSolidList"/>
    <dgm:cxn modelId="{0C7C02D9-9AA2-47D6-BE1B-06AED71EC5C8}" type="presParOf" srcId="{314695E7-1120-4991-8AA4-AF5426600AEB}" destId="{5310A3D5-A984-4D71-8C56-9908C897550F}" srcOrd="2" destOrd="0" presId="urn:microsoft.com/office/officeart/2018/2/layout/IconVerticalSolidList"/>
    <dgm:cxn modelId="{DAC77B2B-2AFF-45E2-A16F-4159B3F49A76}" type="presParOf" srcId="{5310A3D5-A984-4D71-8C56-9908C897550F}" destId="{3CD1DAC5-3626-4DE3-84D8-211E246C1BE6}" srcOrd="0" destOrd="0" presId="urn:microsoft.com/office/officeart/2018/2/layout/IconVerticalSolidList"/>
    <dgm:cxn modelId="{F6C76C3F-E62D-4F0A-88EE-257251C26977}" type="presParOf" srcId="{5310A3D5-A984-4D71-8C56-9908C897550F}" destId="{ED6A0EE3-E783-4CE5-98C6-D22CC6858EDB}" srcOrd="1" destOrd="0" presId="urn:microsoft.com/office/officeart/2018/2/layout/IconVerticalSolidList"/>
    <dgm:cxn modelId="{187EF498-32CD-4610-ACD4-71BD5ECF9350}" type="presParOf" srcId="{5310A3D5-A984-4D71-8C56-9908C897550F}" destId="{FD6DBC3D-8DB4-4225-81B6-013292033666}" srcOrd="2" destOrd="0" presId="urn:microsoft.com/office/officeart/2018/2/layout/IconVerticalSolidList"/>
    <dgm:cxn modelId="{B8B82A9B-9AB3-48CF-B894-C6EF8CD50B0C}" type="presParOf" srcId="{5310A3D5-A984-4D71-8C56-9908C897550F}" destId="{3D222BBA-E807-4973-94FA-E3B2B12D8B8A}" srcOrd="3" destOrd="0" presId="urn:microsoft.com/office/officeart/2018/2/layout/IconVerticalSolidList"/>
    <dgm:cxn modelId="{BE8DDC2B-DA4B-4EC0-8808-42F58F43E2F1}" type="presParOf" srcId="{314695E7-1120-4991-8AA4-AF5426600AEB}" destId="{61ECE321-6D81-492A-8E8B-2ED325DE38A0}" srcOrd="3" destOrd="0" presId="urn:microsoft.com/office/officeart/2018/2/layout/IconVerticalSolidList"/>
    <dgm:cxn modelId="{3974C5C0-AE6E-490E-BFF5-8B29A6AE1D54}" type="presParOf" srcId="{314695E7-1120-4991-8AA4-AF5426600AEB}" destId="{E926D789-F497-42AF-8CF9-CFA851F0A591}" srcOrd="4" destOrd="0" presId="urn:microsoft.com/office/officeart/2018/2/layout/IconVerticalSolidList"/>
    <dgm:cxn modelId="{FF397C77-3CB4-43C5-937B-CB47446CF0AA}" type="presParOf" srcId="{E926D789-F497-42AF-8CF9-CFA851F0A591}" destId="{F2F7519A-3436-4A69-A6C6-25991655DCF2}" srcOrd="0" destOrd="0" presId="urn:microsoft.com/office/officeart/2018/2/layout/IconVerticalSolidList"/>
    <dgm:cxn modelId="{ACECB38C-7C48-41BE-9CB1-A80351B0AA64}" type="presParOf" srcId="{E926D789-F497-42AF-8CF9-CFA851F0A591}" destId="{D39FA684-1679-4462-8078-FE9D3224CEF8}" srcOrd="1" destOrd="0" presId="urn:microsoft.com/office/officeart/2018/2/layout/IconVerticalSolidList"/>
    <dgm:cxn modelId="{C5DA5975-F596-48EB-ABC8-7D04D2C18531}" type="presParOf" srcId="{E926D789-F497-42AF-8CF9-CFA851F0A591}" destId="{43AA2C74-2D47-4D10-A949-A094168DF7DF}" srcOrd="2" destOrd="0" presId="urn:microsoft.com/office/officeart/2018/2/layout/IconVerticalSolidList"/>
    <dgm:cxn modelId="{30942E94-0DF0-402D-8175-AB353B3A7D11}" type="presParOf" srcId="{E926D789-F497-42AF-8CF9-CFA851F0A591}" destId="{51EB93AC-E8A7-456E-8260-A733B2BA4A90}" srcOrd="3" destOrd="0" presId="urn:microsoft.com/office/officeart/2018/2/layout/IconVerticalSolidList"/>
    <dgm:cxn modelId="{A4B8F8A8-0082-401E-8D8D-3AD338CD1435}" type="presParOf" srcId="{314695E7-1120-4991-8AA4-AF5426600AEB}" destId="{C8A2B32B-6824-4FBC-A5CF-17738523B265}" srcOrd="5" destOrd="0" presId="urn:microsoft.com/office/officeart/2018/2/layout/IconVerticalSolidList"/>
    <dgm:cxn modelId="{9AFEEAD3-DE3E-488E-AA23-DCBDCF9A0426}" type="presParOf" srcId="{314695E7-1120-4991-8AA4-AF5426600AEB}" destId="{31272F93-B9A3-4DB5-BCC7-9B3ED4F8ACA4}" srcOrd="6" destOrd="0" presId="urn:microsoft.com/office/officeart/2018/2/layout/IconVerticalSolidList"/>
    <dgm:cxn modelId="{50E7712E-C462-4C7D-834D-27F482ECB8CB}" type="presParOf" srcId="{31272F93-B9A3-4DB5-BCC7-9B3ED4F8ACA4}" destId="{254DE456-29BE-49F4-9172-9F21DC09BB8B}" srcOrd="0" destOrd="0" presId="urn:microsoft.com/office/officeart/2018/2/layout/IconVerticalSolidList"/>
    <dgm:cxn modelId="{FE1A315B-6BBA-45C4-BAA5-96422ABAD33B}" type="presParOf" srcId="{31272F93-B9A3-4DB5-BCC7-9B3ED4F8ACA4}" destId="{737B3CFD-C16A-483E-904E-3D6CC80E2243}" srcOrd="1" destOrd="0" presId="urn:microsoft.com/office/officeart/2018/2/layout/IconVerticalSolidList"/>
    <dgm:cxn modelId="{E8C45D4C-F78F-41CB-A5DE-F648BBA2A799}" type="presParOf" srcId="{31272F93-B9A3-4DB5-BCC7-9B3ED4F8ACA4}" destId="{3E13C773-0DBA-46E5-97FA-D6BE4ADDA880}" srcOrd="2" destOrd="0" presId="urn:microsoft.com/office/officeart/2018/2/layout/IconVerticalSolidList"/>
    <dgm:cxn modelId="{35613941-993D-40DD-BD4A-94FFE1B8B171}" type="presParOf" srcId="{31272F93-B9A3-4DB5-BCC7-9B3ED4F8ACA4}" destId="{666AA5A5-2C29-439B-92EA-6645A286D8F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942BB4-DFAA-4927-9154-401C5D9DF0B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F8C5DCA-2387-4649-A636-F92903A5507C}">
      <dgm:prSet/>
      <dgm:spPr/>
      <dgm:t>
        <a:bodyPr/>
        <a:lstStyle/>
        <a:p>
          <a:r>
            <a:rPr lang="en-US" b="0" i="0" baseline="0"/>
            <a:t>Transition to STANDARD_IA after </a:t>
          </a:r>
          <a:r>
            <a:rPr lang="en-US" b="1" i="0" baseline="0"/>
            <a:t>30 days</a:t>
          </a:r>
          <a:endParaRPr lang="en-US"/>
        </a:p>
      </dgm:t>
    </dgm:pt>
    <dgm:pt modelId="{23B0EEDE-BA8C-4ACA-B00F-E04EDD202110}" type="parTrans" cxnId="{1EDCBF73-3968-4210-BB6D-B1780E4C6736}">
      <dgm:prSet/>
      <dgm:spPr/>
      <dgm:t>
        <a:bodyPr/>
        <a:lstStyle/>
        <a:p>
          <a:endParaRPr lang="en-US"/>
        </a:p>
      </dgm:t>
    </dgm:pt>
    <dgm:pt modelId="{F8CDD31C-EC96-4195-B58F-785C4A1847B1}" type="sibTrans" cxnId="{1EDCBF73-3968-4210-BB6D-B1780E4C6736}">
      <dgm:prSet/>
      <dgm:spPr/>
      <dgm:t>
        <a:bodyPr/>
        <a:lstStyle/>
        <a:p>
          <a:endParaRPr lang="en-US"/>
        </a:p>
      </dgm:t>
    </dgm:pt>
    <dgm:pt modelId="{711748EF-44D9-4E0E-8129-617C2F918E17}">
      <dgm:prSet/>
      <dgm:spPr/>
      <dgm:t>
        <a:bodyPr/>
        <a:lstStyle/>
        <a:p>
          <a:r>
            <a:rPr lang="en-US" b="0" i="0" baseline="0"/>
            <a:t>Transition to GLACIER after </a:t>
          </a:r>
          <a:r>
            <a:rPr lang="en-US" b="1" i="0" baseline="0"/>
            <a:t>90 days</a:t>
          </a:r>
          <a:endParaRPr lang="en-US"/>
        </a:p>
      </dgm:t>
    </dgm:pt>
    <dgm:pt modelId="{776D46D1-4D77-4CC0-9E76-906D923EF028}" type="parTrans" cxnId="{19029F45-F642-49FF-95F4-DC84791C2CFF}">
      <dgm:prSet/>
      <dgm:spPr/>
      <dgm:t>
        <a:bodyPr/>
        <a:lstStyle/>
        <a:p>
          <a:endParaRPr lang="en-US"/>
        </a:p>
      </dgm:t>
    </dgm:pt>
    <dgm:pt modelId="{AF3A34C1-1311-4E7D-B61A-2D391C417EA5}" type="sibTrans" cxnId="{19029F45-F642-49FF-95F4-DC84791C2CFF}">
      <dgm:prSet/>
      <dgm:spPr/>
      <dgm:t>
        <a:bodyPr/>
        <a:lstStyle/>
        <a:p>
          <a:endParaRPr lang="en-US"/>
        </a:p>
      </dgm:t>
    </dgm:pt>
    <dgm:pt modelId="{E5C9B748-9EF5-4B04-84CF-F9271643E6FD}">
      <dgm:prSet/>
      <dgm:spPr/>
      <dgm:t>
        <a:bodyPr/>
        <a:lstStyle/>
        <a:p>
          <a:r>
            <a:rPr lang="en-US" b="0" i="0" baseline="0"/>
            <a:t>Expire after </a:t>
          </a:r>
          <a:r>
            <a:rPr lang="en-US" b="1" i="0" baseline="0"/>
            <a:t>365 days</a:t>
          </a:r>
          <a:endParaRPr lang="en-US"/>
        </a:p>
      </dgm:t>
    </dgm:pt>
    <dgm:pt modelId="{979787F1-623D-462F-BA51-1825395965B2}" type="parTrans" cxnId="{CF40480B-C049-4046-8041-514CBFC40A25}">
      <dgm:prSet/>
      <dgm:spPr/>
      <dgm:t>
        <a:bodyPr/>
        <a:lstStyle/>
        <a:p>
          <a:endParaRPr lang="en-US"/>
        </a:p>
      </dgm:t>
    </dgm:pt>
    <dgm:pt modelId="{56F3D9A9-AE05-4149-8EB2-832E4A625C1C}" type="sibTrans" cxnId="{CF40480B-C049-4046-8041-514CBFC40A25}">
      <dgm:prSet/>
      <dgm:spPr/>
      <dgm:t>
        <a:bodyPr/>
        <a:lstStyle/>
        <a:p>
          <a:endParaRPr lang="en-US"/>
        </a:p>
      </dgm:t>
    </dgm:pt>
    <dgm:pt modelId="{21F15332-C382-4246-8AFD-FE4B89D27A50}" type="pres">
      <dgm:prSet presAssocID="{DA942BB4-DFAA-4927-9154-401C5D9DF0B5}" presName="root" presStyleCnt="0">
        <dgm:presLayoutVars>
          <dgm:dir/>
          <dgm:resizeHandles val="exact"/>
        </dgm:presLayoutVars>
      </dgm:prSet>
      <dgm:spPr/>
    </dgm:pt>
    <dgm:pt modelId="{AE4F3A1C-3F4B-428E-B973-E3952681154B}" type="pres">
      <dgm:prSet presAssocID="{3F8C5DCA-2387-4649-A636-F92903A5507C}" presName="compNode" presStyleCnt="0"/>
      <dgm:spPr/>
    </dgm:pt>
    <dgm:pt modelId="{94B2D0FF-448B-4303-8378-C98027CC3CC4}" type="pres">
      <dgm:prSet presAssocID="{3F8C5DCA-2387-4649-A636-F92903A5507C}" presName="bgRect" presStyleLbl="bgShp" presStyleIdx="0" presStyleCnt="3"/>
      <dgm:spPr/>
    </dgm:pt>
    <dgm:pt modelId="{28B70552-AABA-48E3-A93A-FD9D1174FC1D}" type="pres">
      <dgm:prSet presAssocID="{3F8C5DCA-2387-4649-A636-F92903A5507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AB687925-1AC4-4A2E-875D-D47A5FF19C90}" type="pres">
      <dgm:prSet presAssocID="{3F8C5DCA-2387-4649-A636-F92903A5507C}" presName="spaceRect" presStyleCnt="0"/>
      <dgm:spPr/>
    </dgm:pt>
    <dgm:pt modelId="{08D54190-C882-4B18-8C30-DE03D46A0DF8}" type="pres">
      <dgm:prSet presAssocID="{3F8C5DCA-2387-4649-A636-F92903A5507C}" presName="parTx" presStyleLbl="revTx" presStyleIdx="0" presStyleCnt="3">
        <dgm:presLayoutVars>
          <dgm:chMax val="0"/>
          <dgm:chPref val="0"/>
        </dgm:presLayoutVars>
      </dgm:prSet>
      <dgm:spPr/>
    </dgm:pt>
    <dgm:pt modelId="{3489AB20-7A54-42F9-9720-9D3130D6D79D}" type="pres">
      <dgm:prSet presAssocID="{F8CDD31C-EC96-4195-B58F-785C4A1847B1}" presName="sibTrans" presStyleCnt="0"/>
      <dgm:spPr/>
    </dgm:pt>
    <dgm:pt modelId="{CF2DFB88-F05E-47A7-BC29-DCCF768157AE}" type="pres">
      <dgm:prSet presAssocID="{711748EF-44D9-4E0E-8129-617C2F918E17}" presName="compNode" presStyleCnt="0"/>
      <dgm:spPr/>
    </dgm:pt>
    <dgm:pt modelId="{07809357-73BB-495D-9853-297DFB543EA4}" type="pres">
      <dgm:prSet presAssocID="{711748EF-44D9-4E0E-8129-617C2F918E17}" presName="bgRect" presStyleLbl="bgShp" presStyleIdx="1" presStyleCnt="3"/>
      <dgm:spPr/>
    </dgm:pt>
    <dgm:pt modelId="{01D97345-1C0E-42E6-82F0-A4D380EDD9E2}" type="pres">
      <dgm:prSet presAssocID="{711748EF-44D9-4E0E-8129-617C2F918E1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A0764C26-D273-4ADF-9934-88DE8DF49C6A}" type="pres">
      <dgm:prSet presAssocID="{711748EF-44D9-4E0E-8129-617C2F918E17}" presName="spaceRect" presStyleCnt="0"/>
      <dgm:spPr/>
    </dgm:pt>
    <dgm:pt modelId="{D073A9B2-5844-4650-9B17-927994F01D57}" type="pres">
      <dgm:prSet presAssocID="{711748EF-44D9-4E0E-8129-617C2F918E17}" presName="parTx" presStyleLbl="revTx" presStyleIdx="1" presStyleCnt="3">
        <dgm:presLayoutVars>
          <dgm:chMax val="0"/>
          <dgm:chPref val="0"/>
        </dgm:presLayoutVars>
      </dgm:prSet>
      <dgm:spPr/>
    </dgm:pt>
    <dgm:pt modelId="{4D285FCD-2704-4FA2-BEA9-91660E69FF7F}" type="pres">
      <dgm:prSet presAssocID="{AF3A34C1-1311-4E7D-B61A-2D391C417EA5}" presName="sibTrans" presStyleCnt="0"/>
      <dgm:spPr/>
    </dgm:pt>
    <dgm:pt modelId="{CB0965A8-4738-43E0-A7DA-3C8F777073E8}" type="pres">
      <dgm:prSet presAssocID="{E5C9B748-9EF5-4B04-84CF-F9271643E6FD}" presName="compNode" presStyleCnt="0"/>
      <dgm:spPr/>
    </dgm:pt>
    <dgm:pt modelId="{B8D211C3-0D93-4755-98A2-989113DFA52F}" type="pres">
      <dgm:prSet presAssocID="{E5C9B748-9EF5-4B04-84CF-F9271643E6FD}" presName="bgRect" presStyleLbl="bgShp" presStyleIdx="2" presStyleCnt="3"/>
      <dgm:spPr/>
    </dgm:pt>
    <dgm:pt modelId="{C4ADD3A3-0461-4551-8B90-B1D82A090394}" type="pres">
      <dgm:prSet presAssocID="{E5C9B748-9EF5-4B04-84CF-F9271643E6F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593423B6-EEF5-45F6-84B4-0EC4A8FF4ABB}" type="pres">
      <dgm:prSet presAssocID="{E5C9B748-9EF5-4B04-84CF-F9271643E6FD}" presName="spaceRect" presStyleCnt="0"/>
      <dgm:spPr/>
    </dgm:pt>
    <dgm:pt modelId="{4217C2DB-6DF8-40E7-8928-A44A27DDBFB6}" type="pres">
      <dgm:prSet presAssocID="{E5C9B748-9EF5-4B04-84CF-F9271643E6F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F30EE02-4AEF-4F7A-8514-355C5B7D30A5}" type="presOf" srcId="{3F8C5DCA-2387-4649-A636-F92903A5507C}" destId="{08D54190-C882-4B18-8C30-DE03D46A0DF8}" srcOrd="0" destOrd="0" presId="urn:microsoft.com/office/officeart/2018/2/layout/IconVerticalSolidList"/>
    <dgm:cxn modelId="{CF40480B-C049-4046-8041-514CBFC40A25}" srcId="{DA942BB4-DFAA-4927-9154-401C5D9DF0B5}" destId="{E5C9B748-9EF5-4B04-84CF-F9271643E6FD}" srcOrd="2" destOrd="0" parTransId="{979787F1-623D-462F-BA51-1825395965B2}" sibTransId="{56F3D9A9-AE05-4149-8EB2-832E4A625C1C}"/>
    <dgm:cxn modelId="{19029F45-F642-49FF-95F4-DC84791C2CFF}" srcId="{DA942BB4-DFAA-4927-9154-401C5D9DF0B5}" destId="{711748EF-44D9-4E0E-8129-617C2F918E17}" srcOrd="1" destOrd="0" parTransId="{776D46D1-4D77-4CC0-9E76-906D923EF028}" sibTransId="{AF3A34C1-1311-4E7D-B61A-2D391C417EA5}"/>
    <dgm:cxn modelId="{1EDCBF73-3968-4210-BB6D-B1780E4C6736}" srcId="{DA942BB4-DFAA-4927-9154-401C5D9DF0B5}" destId="{3F8C5DCA-2387-4649-A636-F92903A5507C}" srcOrd="0" destOrd="0" parTransId="{23B0EEDE-BA8C-4ACA-B00F-E04EDD202110}" sibTransId="{F8CDD31C-EC96-4195-B58F-785C4A1847B1}"/>
    <dgm:cxn modelId="{953CD153-596E-4B8A-8D11-2B2D994E0AD0}" type="presOf" srcId="{DA942BB4-DFAA-4927-9154-401C5D9DF0B5}" destId="{21F15332-C382-4246-8AFD-FE4B89D27A50}" srcOrd="0" destOrd="0" presId="urn:microsoft.com/office/officeart/2018/2/layout/IconVerticalSolidList"/>
    <dgm:cxn modelId="{EAB92759-5565-47D2-A6C3-25CCC96A7D44}" type="presOf" srcId="{E5C9B748-9EF5-4B04-84CF-F9271643E6FD}" destId="{4217C2DB-6DF8-40E7-8928-A44A27DDBFB6}" srcOrd="0" destOrd="0" presId="urn:microsoft.com/office/officeart/2018/2/layout/IconVerticalSolidList"/>
    <dgm:cxn modelId="{17FA9E59-2CB6-4202-BFBE-C91ED5A8343E}" type="presOf" srcId="{711748EF-44D9-4E0E-8129-617C2F918E17}" destId="{D073A9B2-5844-4650-9B17-927994F01D57}" srcOrd="0" destOrd="0" presId="urn:microsoft.com/office/officeart/2018/2/layout/IconVerticalSolidList"/>
    <dgm:cxn modelId="{1D3B793F-63FB-4458-B936-A8967F9D8126}" type="presParOf" srcId="{21F15332-C382-4246-8AFD-FE4B89D27A50}" destId="{AE4F3A1C-3F4B-428E-B973-E3952681154B}" srcOrd="0" destOrd="0" presId="urn:microsoft.com/office/officeart/2018/2/layout/IconVerticalSolidList"/>
    <dgm:cxn modelId="{392D7ACF-67DE-4B7E-B82B-7C41F47A4AA0}" type="presParOf" srcId="{AE4F3A1C-3F4B-428E-B973-E3952681154B}" destId="{94B2D0FF-448B-4303-8378-C98027CC3CC4}" srcOrd="0" destOrd="0" presId="urn:microsoft.com/office/officeart/2018/2/layout/IconVerticalSolidList"/>
    <dgm:cxn modelId="{1EBDB482-2225-4BB1-B37F-437BD1D0230E}" type="presParOf" srcId="{AE4F3A1C-3F4B-428E-B973-E3952681154B}" destId="{28B70552-AABA-48E3-A93A-FD9D1174FC1D}" srcOrd="1" destOrd="0" presId="urn:microsoft.com/office/officeart/2018/2/layout/IconVerticalSolidList"/>
    <dgm:cxn modelId="{BDA7D1E8-AE4A-4F45-A379-9A5826474B0A}" type="presParOf" srcId="{AE4F3A1C-3F4B-428E-B973-E3952681154B}" destId="{AB687925-1AC4-4A2E-875D-D47A5FF19C90}" srcOrd="2" destOrd="0" presId="urn:microsoft.com/office/officeart/2018/2/layout/IconVerticalSolidList"/>
    <dgm:cxn modelId="{79B596AF-A2B8-4AE4-BB4B-698B1EC8F9AA}" type="presParOf" srcId="{AE4F3A1C-3F4B-428E-B973-E3952681154B}" destId="{08D54190-C882-4B18-8C30-DE03D46A0DF8}" srcOrd="3" destOrd="0" presId="urn:microsoft.com/office/officeart/2018/2/layout/IconVerticalSolidList"/>
    <dgm:cxn modelId="{F7CD1E8E-8C9C-4FB3-A41F-A6F3EDD1BF81}" type="presParOf" srcId="{21F15332-C382-4246-8AFD-FE4B89D27A50}" destId="{3489AB20-7A54-42F9-9720-9D3130D6D79D}" srcOrd="1" destOrd="0" presId="urn:microsoft.com/office/officeart/2018/2/layout/IconVerticalSolidList"/>
    <dgm:cxn modelId="{B7ED11A8-61A4-4FCA-84F5-113CD744F486}" type="presParOf" srcId="{21F15332-C382-4246-8AFD-FE4B89D27A50}" destId="{CF2DFB88-F05E-47A7-BC29-DCCF768157AE}" srcOrd="2" destOrd="0" presId="urn:microsoft.com/office/officeart/2018/2/layout/IconVerticalSolidList"/>
    <dgm:cxn modelId="{9908DDC2-CADF-445F-8F2A-7CD20921A8AE}" type="presParOf" srcId="{CF2DFB88-F05E-47A7-BC29-DCCF768157AE}" destId="{07809357-73BB-495D-9853-297DFB543EA4}" srcOrd="0" destOrd="0" presId="urn:microsoft.com/office/officeart/2018/2/layout/IconVerticalSolidList"/>
    <dgm:cxn modelId="{B8639726-571F-4721-B717-0F7D05C6561E}" type="presParOf" srcId="{CF2DFB88-F05E-47A7-BC29-DCCF768157AE}" destId="{01D97345-1C0E-42E6-82F0-A4D380EDD9E2}" srcOrd="1" destOrd="0" presId="urn:microsoft.com/office/officeart/2018/2/layout/IconVerticalSolidList"/>
    <dgm:cxn modelId="{AE2BF911-5722-4882-94B3-0B5336731ED3}" type="presParOf" srcId="{CF2DFB88-F05E-47A7-BC29-DCCF768157AE}" destId="{A0764C26-D273-4ADF-9934-88DE8DF49C6A}" srcOrd="2" destOrd="0" presId="urn:microsoft.com/office/officeart/2018/2/layout/IconVerticalSolidList"/>
    <dgm:cxn modelId="{A2B7319B-6DF9-4058-81C8-820A4214AAB6}" type="presParOf" srcId="{CF2DFB88-F05E-47A7-BC29-DCCF768157AE}" destId="{D073A9B2-5844-4650-9B17-927994F01D57}" srcOrd="3" destOrd="0" presId="urn:microsoft.com/office/officeart/2018/2/layout/IconVerticalSolidList"/>
    <dgm:cxn modelId="{86D13B2C-9BBA-4D39-9CA7-35E852196196}" type="presParOf" srcId="{21F15332-C382-4246-8AFD-FE4B89D27A50}" destId="{4D285FCD-2704-4FA2-BEA9-91660E69FF7F}" srcOrd="3" destOrd="0" presId="urn:microsoft.com/office/officeart/2018/2/layout/IconVerticalSolidList"/>
    <dgm:cxn modelId="{A3D47B30-F344-49F2-9D03-68330023579F}" type="presParOf" srcId="{21F15332-C382-4246-8AFD-FE4B89D27A50}" destId="{CB0965A8-4738-43E0-A7DA-3C8F777073E8}" srcOrd="4" destOrd="0" presId="urn:microsoft.com/office/officeart/2018/2/layout/IconVerticalSolidList"/>
    <dgm:cxn modelId="{7F1882EC-26B3-4BB4-9AFC-DEED616889F8}" type="presParOf" srcId="{CB0965A8-4738-43E0-A7DA-3C8F777073E8}" destId="{B8D211C3-0D93-4755-98A2-989113DFA52F}" srcOrd="0" destOrd="0" presId="urn:microsoft.com/office/officeart/2018/2/layout/IconVerticalSolidList"/>
    <dgm:cxn modelId="{861878E6-D8E0-4E63-A3BC-A5E47EEBAC5C}" type="presParOf" srcId="{CB0965A8-4738-43E0-A7DA-3C8F777073E8}" destId="{C4ADD3A3-0461-4551-8B90-B1D82A090394}" srcOrd="1" destOrd="0" presId="urn:microsoft.com/office/officeart/2018/2/layout/IconVerticalSolidList"/>
    <dgm:cxn modelId="{67D0895E-9F49-4224-823B-CE63BD4C77F1}" type="presParOf" srcId="{CB0965A8-4738-43E0-A7DA-3C8F777073E8}" destId="{593423B6-EEF5-45F6-84B4-0EC4A8FF4ABB}" srcOrd="2" destOrd="0" presId="urn:microsoft.com/office/officeart/2018/2/layout/IconVerticalSolidList"/>
    <dgm:cxn modelId="{1BCE986A-620C-4EA3-98FD-FB9E96D373EC}" type="presParOf" srcId="{CB0965A8-4738-43E0-A7DA-3C8F777073E8}" destId="{4217C2DB-6DF8-40E7-8928-A44A27DDBFB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73CCDE-E575-4DDF-A80B-0184639CB1CB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EA94B4-F5A2-430D-8C1D-FE25FB70E877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E078BE-F18F-411C-A6F5-B35984E05101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Cost Optimization: Move rarely accessed data to cheaper storage.</a:t>
          </a:r>
        </a:p>
      </dsp:txBody>
      <dsp:txXfrm>
        <a:off x="1339618" y="2288"/>
        <a:ext cx="5024605" cy="1159843"/>
      </dsp:txXfrm>
    </dsp:sp>
    <dsp:sp modelId="{3CD1DAC5-3626-4DE3-84D8-211E246C1BE6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6A0EE3-E783-4CE5-98C6-D22CC6858EDB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222BBA-E807-4973-94FA-E3B2B12D8B8A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Data Retention: Automatically delete data after a defined time.</a:t>
          </a:r>
        </a:p>
      </dsp:txBody>
      <dsp:txXfrm>
        <a:off x="1339618" y="1452092"/>
        <a:ext cx="5024605" cy="1159843"/>
      </dsp:txXfrm>
    </dsp:sp>
    <dsp:sp modelId="{F2F7519A-3436-4A69-A6C6-25991655DCF2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9FA684-1679-4462-8078-FE9D3224CEF8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EB93AC-E8A7-456E-8260-A733B2BA4A90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Compliance: Retain data for a specific period, then delete.</a:t>
          </a:r>
        </a:p>
      </dsp:txBody>
      <dsp:txXfrm>
        <a:off x="1339618" y="2901896"/>
        <a:ext cx="5024605" cy="1159843"/>
      </dsp:txXfrm>
    </dsp:sp>
    <dsp:sp modelId="{254DE456-29BE-49F4-9172-9F21DC09BB8B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7B3CFD-C16A-483E-904E-3D6CC80E2243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6AA5A5-2C29-439B-92EA-6645A286D8FA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Operational Efficiency: No manual management needed.</a:t>
          </a:r>
        </a:p>
      </dsp:txBody>
      <dsp:txXfrm>
        <a:off x="1339618" y="4351700"/>
        <a:ext cx="5024605" cy="11598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B2D0FF-448B-4303-8378-C98027CC3CC4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B70552-AABA-48E3-A93A-FD9D1174FC1D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D54190-C882-4B18-8C30-DE03D46A0DF8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Transition to STANDARD_IA after </a:t>
          </a:r>
          <a:r>
            <a:rPr lang="en-US" sz="2500" b="1" i="0" kern="1200" baseline="0"/>
            <a:t>30 days</a:t>
          </a:r>
          <a:endParaRPr lang="en-US" sz="2500" kern="1200"/>
        </a:p>
      </dsp:txBody>
      <dsp:txXfrm>
        <a:off x="1819120" y="673"/>
        <a:ext cx="4545103" cy="1574995"/>
      </dsp:txXfrm>
    </dsp:sp>
    <dsp:sp modelId="{07809357-73BB-495D-9853-297DFB543EA4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D97345-1C0E-42E6-82F0-A4D380EDD9E2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73A9B2-5844-4650-9B17-927994F01D57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Transition to GLACIER after </a:t>
          </a:r>
          <a:r>
            <a:rPr lang="en-US" sz="2500" b="1" i="0" kern="1200" baseline="0"/>
            <a:t>90 days</a:t>
          </a:r>
          <a:endParaRPr lang="en-US" sz="2500" kern="1200"/>
        </a:p>
      </dsp:txBody>
      <dsp:txXfrm>
        <a:off x="1819120" y="1969418"/>
        <a:ext cx="4545103" cy="1574995"/>
      </dsp:txXfrm>
    </dsp:sp>
    <dsp:sp modelId="{B8D211C3-0D93-4755-98A2-989113DFA52F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ADD3A3-0461-4551-8B90-B1D82A090394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17C2DB-6DF8-40E7-8928-A44A27DDBFB6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Expire after </a:t>
          </a:r>
          <a:r>
            <a:rPr lang="en-US" sz="2500" b="1" i="0" kern="1200" baseline="0"/>
            <a:t>365 days</a:t>
          </a:r>
          <a:endParaRPr lang="en-US" sz="2500" kern="1200"/>
        </a:p>
      </dsp:txBody>
      <dsp:txXfrm>
        <a:off x="1819120" y="3938162"/>
        <a:ext cx="4545103" cy="1574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A86077-8DE1-498E-B0F8-42B67E00F859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0273C4-D403-4106-B033-7B411E988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770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94F75-3C04-4D6F-8FC7-46B127EF7C2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749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4E89A-64C2-ECF9-8513-A4EDA222A6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722DB0-1775-A3C3-FAB6-617C904FBD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E83C-570E-E493-1838-0280093FA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7CE23-7D36-4AFA-8BEF-D0247813647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7C08E-AD22-F327-0FA5-1161E8959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3B775-AC75-91C4-E3D3-64989C008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777CA-8F17-461B-96D8-1F54BE3C8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883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463C8-F145-5028-C2ED-C56F35859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930F4-13F6-ABBE-1744-257CEEECE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F4B6C-BDD2-FA44-6982-C9A2DBDE8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7CE23-7D36-4AFA-8BEF-D0247813647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9F55F-BC9F-1E8C-01EA-9B549767B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22F32-0D45-1D5B-DC39-B413AFD10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777CA-8F17-461B-96D8-1F54BE3C8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714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2D838-2AF9-5981-B1E6-D16104453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CEBA7-536D-7E28-F711-192BB4718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43857-E7F3-9FB6-5E14-C0FD4E37E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7CE23-7D36-4AFA-8BEF-D0247813647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BC266-4CAF-C248-2455-03C55EB9E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93004-1C16-1540-AFA0-737A47474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777CA-8F17-461B-96D8-1F54BE3C8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907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EBCD6-E23A-E6A6-83A8-84C2593F7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0DDFF-A22D-96E8-2624-EF2C272DE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0F1B35-D955-66F7-B5FD-D2B6B9A06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501E8-7C19-0322-CC3F-004061581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7CE23-7D36-4AFA-8BEF-D0247813647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8D551-50A9-F599-91B7-6027C7FD7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3E069-37CB-3A0F-3F40-AC8E33504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777CA-8F17-461B-96D8-1F54BE3C8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583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63D3E-8F48-D980-4FA1-4A288233A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E92FA-044A-D0C3-6A18-6E49E59DA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4FD8B6-2BF4-3BA9-12F4-192849193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A895E3-3624-15AA-8E99-AF610A1B85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948D49-C409-8C99-EA84-01FE13C0D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D29E70-F08D-0184-EFD2-85F31A344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7CE23-7D36-4AFA-8BEF-D0247813647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E6102C-BC86-A5A5-468E-9972B7B42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5C867B-92FC-8350-6486-C7DF95CF7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777CA-8F17-461B-96D8-1F54BE3C8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746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14617-3606-2F82-DA3C-94195A41F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C2C4D-B7D5-25BB-489F-59BFF77C0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7CE23-7D36-4AFA-8BEF-D0247813647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6301FC-6BF6-E1E1-5B99-3064282D5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F339A-F922-3AD2-4D31-AAAEDB869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777CA-8F17-461B-96D8-1F54BE3C8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09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26AB0A-B7F8-3171-400B-719574E49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7CE23-7D36-4AFA-8BEF-D0247813647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2399C9-0EF2-99AB-623A-EAE37D6EE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9099D-5470-B2B3-9FEE-EC04E9CC7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777CA-8F17-461B-96D8-1F54BE3C8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4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A1722-D0C2-ABEB-0F73-A8826E41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49D5F-0AAE-C2FD-A926-4BF5DAA19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587DB8-8AE9-1756-3DB2-5B6082A112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01E7C-9907-C5EF-576C-58C578584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7CE23-7D36-4AFA-8BEF-D0247813647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53EE1-0CD0-100B-49DB-E14EEFA64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45411-9EC0-D719-C370-F919C6F5E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777CA-8F17-461B-96D8-1F54BE3C8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435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B83A-613B-5C5C-7A43-D360A8A68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4DF0F9-4936-1F17-0DDB-CC8BBC8503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7B3C3-45D6-1239-186D-813CF4ACE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9C0399-2EC2-AE19-6D52-144F244EA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7CE23-7D36-4AFA-8BEF-D0247813647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2F0FE-C0A9-AC2A-ECC9-6DAD0181F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19429-394A-FF34-5DE0-AF76E13C9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777CA-8F17-461B-96D8-1F54BE3C8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898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CBE31-9564-797C-C058-74DA34C90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ACBE9-EA79-F349-E9DB-4BC061EDB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697E1-E96E-0E7D-F938-63303C2A5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7CE23-7D36-4AFA-8BEF-D0247813647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A49AB-7A95-8DFA-1FF9-5A79F36BD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1BC9F-2255-022B-1C44-E71FDD1DD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777CA-8F17-461B-96D8-1F54BE3C8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83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63F29D-60EB-E727-A3A7-B6E3C82D76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47519-5873-FCCE-7F3C-862530FDE3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0F669-1E24-DC95-FB30-C7BC22161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7CE23-7D36-4AFA-8BEF-D0247813647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61D2E-6F5D-EDBF-6CA6-CB1AF092D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CA490-C44A-9241-ACE0-521293FC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777CA-8F17-461B-96D8-1F54BE3C8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577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9C4171-6945-A2E0-7B26-18A9E21B0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EAC3C-BA00-14CE-B9DB-A12F0BB3E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4EBE7-B412-A04F-E666-96A9B62010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B7CE23-7D36-4AFA-8BEF-D0247813647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843DF-8FD0-110F-615D-352DDBDEEE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8C067-A15B-544C-D9DB-E84EC9F20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E777CA-8F17-461B-96D8-1F54BE3C8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118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8D5D2-7F84-69AC-D802-D61CD72C7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030" y="1209220"/>
            <a:ext cx="9147940" cy="2337238"/>
          </a:xfrm>
        </p:spPr>
        <p:txBody>
          <a:bodyPr anchor="b">
            <a:normAutofit/>
          </a:bodyPr>
          <a:lstStyle/>
          <a:p>
            <a:r>
              <a:rPr lang="en-IN" sz="4800" dirty="0">
                <a:solidFill>
                  <a:srgbClr val="FFFFFF"/>
                </a:solidFill>
              </a:rPr>
              <a:t>Amazon S3 Lifecycle Rules</a:t>
            </a:r>
          </a:p>
        </p:txBody>
      </p:sp>
      <p:sp>
        <p:nvSpPr>
          <p:cNvPr id="9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5562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3804E8-E915-C8FD-36AE-351978DE6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S3 Lifecycle Rules?</a:t>
            </a:r>
            <a:endParaRPr lang="en-IN" sz="40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26718A-ED96-66A7-36EF-07196019CD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7233" y="518400"/>
            <a:ext cx="4771607" cy="58379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set of rules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that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automatically manage objects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in a bucket throughout their lifecycle.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Actions: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Transition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(move to cheaper storage classes)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Expiration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(delete objects).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Helps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cost optimization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data retention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compliance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197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B4BBB-75E9-5123-9C1B-5B35BDA11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Use Lifecycle Rules?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A3FEB5-D151-1F86-157E-891206F510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80888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9715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1C8C-C490-B899-0F61-95C3FAEB6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Lifecycle Rules Work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FCA75D-D288-B997-9DAC-CB5346B27C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34149" y="932688"/>
            <a:ext cx="5916603" cy="49926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Defined at bucket or prefix/tag level.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to current versions, previous versions, or expired delete markers.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Automatically evaluated once per day by S3.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Rules can contain multiple filters (prefix, tags).</a:t>
            </a:r>
          </a:p>
        </p:txBody>
      </p:sp>
    </p:spTree>
    <p:extLst>
      <p:ext uri="{BB962C8B-B14F-4D97-AF65-F5344CB8AC3E}">
        <p14:creationId xmlns:p14="http://schemas.microsoft.com/office/powerpoint/2010/main" val="772619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9F80C-5978-D400-5000-8299602DF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4000"/>
              <a:t>Example Rule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B3C8897-1E48-73DB-A524-1811231866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5957661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2186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E837-43AE-27E4-8A13-1567E9A2D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en-US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9D02F-E4EF-457E-F87A-D88C90B43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106" y="2320744"/>
            <a:ext cx="6382966" cy="22165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Explore my other </a:t>
            </a:r>
            <a:r>
              <a:rPr lang="en-US" b="1" dirty="0"/>
              <a:t>Cloud Computing Playlists</a:t>
            </a:r>
            <a:r>
              <a:rPr lang="en-US" dirty="0"/>
              <a:t> for more learning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701CDA-07AF-C32D-549F-4818E1C95BBB}"/>
              </a:ext>
            </a:extLst>
          </p:cNvPr>
          <p:cNvSpPr/>
          <p:nvPr/>
        </p:nvSpPr>
        <p:spPr>
          <a:xfrm>
            <a:off x="6" y="6347637"/>
            <a:ext cx="12191994" cy="49821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2BE5594-B791-6E6D-5081-DB7AA0AA1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13900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0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175</Words>
  <Application>Microsoft Office PowerPoint</Application>
  <PresentationFormat>Widescreen</PresentationFormat>
  <Paragraphs>24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Amazon S3 Lifecycle Rules</vt:lpstr>
      <vt:lpstr>What Are S3 Lifecycle Rules?</vt:lpstr>
      <vt:lpstr>Why Use Lifecycle Rules?</vt:lpstr>
      <vt:lpstr>How Lifecycle Rules Work</vt:lpstr>
      <vt:lpstr>Example Rule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15</cp:revision>
  <dcterms:created xsi:type="dcterms:W3CDTF">2025-10-19T12:31:33Z</dcterms:created>
  <dcterms:modified xsi:type="dcterms:W3CDTF">2025-10-19T12:36:59Z</dcterms:modified>
</cp:coreProperties>
</file>