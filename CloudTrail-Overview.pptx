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340DB3-F334-467A-8529-2E2EA77E88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5D8BF8-04EC-4D7A-97EE-2A6A5DC286E7}">
      <dgm:prSet/>
      <dgm:spPr/>
      <dgm:t>
        <a:bodyPr/>
        <a:lstStyle/>
        <a:p>
          <a:r>
            <a:rPr lang="en-US" i="0" baseline="0"/>
            <a:t>Amazon CloudTrail is a governance, compliance, and auditing service for AWS.</a:t>
          </a:r>
          <a:endParaRPr lang="en-US"/>
        </a:p>
      </dgm:t>
    </dgm:pt>
    <dgm:pt modelId="{FE99ABE1-41F1-4383-9213-06338B66CA06}" type="parTrans" cxnId="{2CAAE338-92DC-4079-A3F0-7DAEDAD90F1F}">
      <dgm:prSet/>
      <dgm:spPr/>
      <dgm:t>
        <a:bodyPr/>
        <a:lstStyle/>
        <a:p>
          <a:endParaRPr lang="en-US"/>
        </a:p>
      </dgm:t>
    </dgm:pt>
    <dgm:pt modelId="{1DACC640-45BC-476A-AA06-DDF7458F5D8D}" type="sibTrans" cxnId="{2CAAE338-92DC-4079-A3F0-7DAEDAD90F1F}">
      <dgm:prSet/>
      <dgm:spPr/>
      <dgm:t>
        <a:bodyPr/>
        <a:lstStyle/>
        <a:p>
          <a:endParaRPr lang="en-US"/>
        </a:p>
      </dgm:t>
    </dgm:pt>
    <dgm:pt modelId="{1997B5D5-8791-461D-A127-3DE64B8134D7}">
      <dgm:prSet/>
      <dgm:spPr/>
      <dgm:t>
        <a:bodyPr/>
        <a:lstStyle/>
        <a:p>
          <a:r>
            <a:rPr lang="en-US" i="0" baseline="0"/>
            <a:t>It records AWS API calls and user activity across your AWS account.</a:t>
          </a:r>
          <a:endParaRPr lang="en-US"/>
        </a:p>
      </dgm:t>
    </dgm:pt>
    <dgm:pt modelId="{12711DBC-E7D6-4F78-8DC0-C99DF79659E8}" type="parTrans" cxnId="{7ECF0E4E-E346-4EBD-B97E-5379C817A84C}">
      <dgm:prSet/>
      <dgm:spPr/>
      <dgm:t>
        <a:bodyPr/>
        <a:lstStyle/>
        <a:p>
          <a:endParaRPr lang="en-US"/>
        </a:p>
      </dgm:t>
    </dgm:pt>
    <dgm:pt modelId="{89ECCE00-DC70-458A-BE41-F44DC374688E}" type="sibTrans" cxnId="{7ECF0E4E-E346-4EBD-B97E-5379C817A84C}">
      <dgm:prSet/>
      <dgm:spPr/>
      <dgm:t>
        <a:bodyPr/>
        <a:lstStyle/>
        <a:p>
          <a:endParaRPr lang="en-US"/>
        </a:p>
      </dgm:t>
    </dgm:pt>
    <dgm:pt modelId="{A815B646-D27A-4ADC-BB32-8D201644E663}">
      <dgm:prSet/>
      <dgm:spPr/>
      <dgm:t>
        <a:bodyPr/>
        <a:lstStyle/>
        <a:p>
          <a:r>
            <a:rPr lang="en-US" i="0" baseline="0"/>
            <a:t>Provides visibility into who did what, when, and from where.</a:t>
          </a:r>
          <a:endParaRPr lang="en-US"/>
        </a:p>
      </dgm:t>
    </dgm:pt>
    <dgm:pt modelId="{230B2C3B-616A-4041-8F5C-13C83788F12C}" type="parTrans" cxnId="{632B6767-6847-42BE-8C2E-78C5AC07B910}">
      <dgm:prSet/>
      <dgm:spPr/>
      <dgm:t>
        <a:bodyPr/>
        <a:lstStyle/>
        <a:p>
          <a:endParaRPr lang="en-US"/>
        </a:p>
      </dgm:t>
    </dgm:pt>
    <dgm:pt modelId="{DBAB8D98-6179-40AF-A212-ADD8925BDCD2}" type="sibTrans" cxnId="{632B6767-6847-42BE-8C2E-78C5AC07B910}">
      <dgm:prSet/>
      <dgm:spPr/>
      <dgm:t>
        <a:bodyPr/>
        <a:lstStyle/>
        <a:p>
          <a:endParaRPr lang="en-US"/>
        </a:p>
      </dgm:t>
    </dgm:pt>
    <dgm:pt modelId="{68B09DD0-9EA7-47BF-838B-FC0C92A1ACD7}">
      <dgm:prSet/>
      <dgm:spPr/>
      <dgm:t>
        <a:bodyPr/>
        <a:lstStyle/>
        <a:p>
          <a:r>
            <a:rPr lang="en-US" i="0" baseline="0"/>
            <a:t>Helps ensure account security and operational transparency</a:t>
          </a:r>
          <a:endParaRPr lang="en-US"/>
        </a:p>
      </dgm:t>
    </dgm:pt>
    <dgm:pt modelId="{05753CDB-575E-4162-B364-4916DD1D080B}" type="parTrans" cxnId="{6D555A9C-F280-4C9B-AAFA-5B768E33F553}">
      <dgm:prSet/>
      <dgm:spPr/>
      <dgm:t>
        <a:bodyPr/>
        <a:lstStyle/>
        <a:p>
          <a:endParaRPr lang="en-US"/>
        </a:p>
      </dgm:t>
    </dgm:pt>
    <dgm:pt modelId="{E520220B-5358-465B-B656-A4172C8FB29D}" type="sibTrans" cxnId="{6D555A9C-F280-4C9B-AAFA-5B768E33F553}">
      <dgm:prSet/>
      <dgm:spPr/>
      <dgm:t>
        <a:bodyPr/>
        <a:lstStyle/>
        <a:p>
          <a:endParaRPr lang="en-US"/>
        </a:p>
      </dgm:t>
    </dgm:pt>
    <dgm:pt modelId="{4BC0E51F-4A98-482B-BD93-C995DE9377A1}" type="pres">
      <dgm:prSet presAssocID="{32340DB3-F334-467A-8529-2E2EA77E88E9}" presName="root" presStyleCnt="0">
        <dgm:presLayoutVars>
          <dgm:dir/>
          <dgm:resizeHandles val="exact"/>
        </dgm:presLayoutVars>
      </dgm:prSet>
      <dgm:spPr/>
    </dgm:pt>
    <dgm:pt modelId="{6993549B-EE90-478E-9842-E747F7635095}" type="pres">
      <dgm:prSet presAssocID="{155D8BF8-04EC-4D7A-97EE-2A6A5DC286E7}" presName="compNode" presStyleCnt="0"/>
      <dgm:spPr/>
    </dgm:pt>
    <dgm:pt modelId="{895CD320-B3B2-48E9-85B0-ED454DD02DD7}" type="pres">
      <dgm:prSet presAssocID="{155D8BF8-04EC-4D7A-97EE-2A6A5DC286E7}" presName="bgRect" presStyleLbl="bgShp" presStyleIdx="0" presStyleCnt="4"/>
      <dgm:spPr/>
    </dgm:pt>
    <dgm:pt modelId="{442BEB9A-9A2F-4426-84A6-48548AFE755B}" type="pres">
      <dgm:prSet presAssocID="{155D8BF8-04EC-4D7A-97EE-2A6A5DC286E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F212319-BC36-4856-A3F5-6FAC6043984D}" type="pres">
      <dgm:prSet presAssocID="{155D8BF8-04EC-4D7A-97EE-2A6A5DC286E7}" presName="spaceRect" presStyleCnt="0"/>
      <dgm:spPr/>
    </dgm:pt>
    <dgm:pt modelId="{7DF4DC43-0EE2-4E78-8907-0DE263562A6E}" type="pres">
      <dgm:prSet presAssocID="{155D8BF8-04EC-4D7A-97EE-2A6A5DC286E7}" presName="parTx" presStyleLbl="revTx" presStyleIdx="0" presStyleCnt="4">
        <dgm:presLayoutVars>
          <dgm:chMax val="0"/>
          <dgm:chPref val="0"/>
        </dgm:presLayoutVars>
      </dgm:prSet>
      <dgm:spPr/>
    </dgm:pt>
    <dgm:pt modelId="{31538EA5-811B-4D0C-832E-DAE3D67228BD}" type="pres">
      <dgm:prSet presAssocID="{1DACC640-45BC-476A-AA06-DDF7458F5D8D}" presName="sibTrans" presStyleCnt="0"/>
      <dgm:spPr/>
    </dgm:pt>
    <dgm:pt modelId="{631D351E-1AD7-44CB-A95F-9239193B4B16}" type="pres">
      <dgm:prSet presAssocID="{1997B5D5-8791-461D-A127-3DE64B8134D7}" presName="compNode" presStyleCnt="0"/>
      <dgm:spPr/>
    </dgm:pt>
    <dgm:pt modelId="{B8AC0DB4-A094-4316-870C-DCA041FDB927}" type="pres">
      <dgm:prSet presAssocID="{1997B5D5-8791-461D-A127-3DE64B8134D7}" presName="bgRect" presStyleLbl="bgShp" presStyleIdx="1" presStyleCnt="4"/>
      <dgm:spPr/>
    </dgm:pt>
    <dgm:pt modelId="{59ED8009-6740-4A32-82FF-64B0FF1310E6}" type="pres">
      <dgm:prSet presAssocID="{1997B5D5-8791-461D-A127-3DE64B8134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D891E15-D54B-4C3D-B337-D2CB065C9338}" type="pres">
      <dgm:prSet presAssocID="{1997B5D5-8791-461D-A127-3DE64B8134D7}" presName="spaceRect" presStyleCnt="0"/>
      <dgm:spPr/>
    </dgm:pt>
    <dgm:pt modelId="{50B3E44A-7B26-4029-9623-C17AB227D567}" type="pres">
      <dgm:prSet presAssocID="{1997B5D5-8791-461D-A127-3DE64B8134D7}" presName="parTx" presStyleLbl="revTx" presStyleIdx="1" presStyleCnt="4">
        <dgm:presLayoutVars>
          <dgm:chMax val="0"/>
          <dgm:chPref val="0"/>
        </dgm:presLayoutVars>
      </dgm:prSet>
      <dgm:spPr/>
    </dgm:pt>
    <dgm:pt modelId="{ED2E832E-FB98-4181-BC5D-499C9AE62F63}" type="pres">
      <dgm:prSet presAssocID="{89ECCE00-DC70-458A-BE41-F44DC374688E}" presName="sibTrans" presStyleCnt="0"/>
      <dgm:spPr/>
    </dgm:pt>
    <dgm:pt modelId="{80BE9FDF-70D2-4CB8-97B8-90ED3D2BD0C5}" type="pres">
      <dgm:prSet presAssocID="{A815B646-D27A-4ADC-BB32-8D201644E663}" presName="compNode" presStyleCnt="0"/>
      <dgm:spPr/>
    </dgm:pt>
    <dgm:pt modelId="{FADB5116-8684-4182-85C7-77B972A6BDDE}" type="pres">
      <dgm:prSet presAssocID="{A815B646-D27A-4ADC-BB32-8D201644E663}" presName="bgRect" presStyleLbl="bgShp" presStyleIdx="2" presStyleCnt="4"/>
      <dgm:spPr/>
    </dgm:pt>
    <dgm:pt modelId="{4226F807-4935-4185-A171-3B9D78AFEC99}" type="pres">
      <dgm:prSet presAssocID="{A815B646-D27A-4ADC-BB32-8D201644E66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945C4405-C861-4C83-861B-0FD239EB048B}" type="pres">
      <dgm:prSet presAssocID="{A815B646-D27A-4ADC-BB32-8D201644E663}" presName="spaceRect" presStyleCnt="0"/>
      <dgm:spPr/>
    </dgm:pt>
    <dgm:pt modelId="{C02DC003-C37F-4CB2-8990-D452240C3CBC}" type="pres">
      <dgm:prSet presAssocID="{A815B646-D27A-4ADC-BB32-8D201644E663}" presName="parTx" presStyleLbl="revTx" presStyleIdx="2" presStyleCnt="4">
        <dgm:presLayoutVars>
          <dgm:chMax val="0"/>
          <dgm:chPref val="0"/>
        </dgm:presLayoutVars>
      </dgm:prSet>
      <dgm:spPr/>
    </dgm:pt>
    <dgm:pt modelId="{18B8E31B-971E-4C29-A637-17AE75BE9FC9}" type="pres">
      <dgm:prSet presAssocID="{DBAB8D98-6179-40AF-A212-ADD8925BDCD2}" presName="sibTrans" presStyleCnt="0"/>
      <dgm:spPr/>
    </dgm:pt>
    <dgm:pt modelId="{CE8A85CB-D65D-46EC-82E3-25FC3FA0C661}" type="pres">
      <dgm:prSet presAssocID="{68B09DD0-9EA7-47BF-838B-FC0C92A1ACD7}" presName="compNode" presStyleCnt="0"/>
      <dgm:spPr/>
    </dgm:pt>
    <dgm:pt modelId="{24F8F940-AAA6-48A6-A449-DC55543105AB}" type="pres">
      <dgm:prSet presAssocID="{68B09DD0-9EA7-47BF-838B-FC0C92A1ACD7}" presName="bgRect" presStyleLbl="bgShp" presStyleIdx="3" presStyleCnt="4"/>
      <dgm:spPr/>
    </dgm:pt>
    <dgm:pt modelId="{D198E01B-9304-4F25-ABF4-ACEC6F413945}" type="pres">
      <dgm:prSet presAssocID="{68B09DD0-9EA7-47BF-838B-FC0C92A1ACD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373AA7D-F0E9-44BC-98BD-F72DF25B86E7}" type="pres">
      <dgm:prSet presAssocID="{68B09DD0-9EA7-47BF-838B-FC0C92A1ACD7}" presName="spaceRect" presStyleCnt="0"/>
      <dgm:spPr/>
    </dgm:pt>
    <dgm:pt modelId="{3E290D8F-39BF-40CA-B585-D623D1D77D71}" type="pres">
      <dgm:prSet presAssocID="{68B09DD0-9EA7-47BF-838B-FC0C92A1ACD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F41EB07-62E2-470B-BE61-00754B896409}" type="presOf" srcId="{1997B5D5-8791-461D-A127-3DE64B8134D7}" destId="{50B3E44A-7B26-4029-9623-C17AB227D567}" srcOrd="0" destOrd="0" presId="urn:microsoft.com/office/officeart/2018/2/layout/IconVerticalSolidList"/>
    <dgm:cxn modelId="{B2803F13-10C3-438E-A808-D5D5A9EB691B}" type="presOf" srcId="{A815B646-D27A-4ADC-BB32-8D201644E663}" destId="{C02DC003-C37F-4CB2-8990-D452240C3CBC}" srcOrd="0" destOrd="0" presId="urn:microsoft.com/office/officeart/2018/2/layout/IconVerticalSolidList"/>
    <dgm:cxn modelId="{2CAAE338-92DC-4079-A3F0-7DAEDAD90F1F}" srcId="{32340DB3-F334-467A-8529-2E2EA77E88E9}" destId="{155D8BF8-04EC-4D7A-97EE-2A6A5DC286E7}" srcOrd="0" destOrd="0" parTransId="{FE99ABE1-41F1-4383-9213-06338B66CA06}" sibTransId="{1DACC640-45BC-476A-AA06-DDF7458F5D8D}"/>
    <dgm:cxn modelId="{632B6767-6847-42BE-8C2E-78C5AC07B910}" srcId="{32340DB3-F334-467A-8529-2E2EA77E88E9}" destId="{A815B646-D27A-4ADC-BB32-8D201644E663}" srcOrd="2" destOrd="0" parTransId="{230B2C3B-616A-4041-8F5C-13C83788F12C}" sibTransId="{DBAB8D98-6179-40AF-A212-ADD8925BDCD2}"/>
    <dgm:cxn modelId="{7ECF0E4E-E346-4EBD-B97E-5379C817A84C}" srcId="{32340DB3-F334-467A-8529-2E2EA77E88E9}" destId="{1997B5D5-8791-461D-A127-3DE64B8134D7}" srcOrd="1" destOrd="0" parTransId="{12711DBC-E7D6-4F78-8DC0-C99DF79659E8}" sibTransId="{89ECCE00-DC70-458A-BE41-F44DC374688E}"/>
    <dgm:cxn modelId="{F064DC8A-ABCD-4165-B2CA-32D4FEF80C98}" type="presOf" srcId="{155D8BF8-04EC-4D7A-97EE-2A6A5DC286E7}" destId="{7DF4DC43-0EE2-4E78-8907-0DE263562A6E}" srcOrd="0" destOrd="0" presId="urn:microsoft.com/office/officeart/2018/2/layout/IconVerticalSolidList"/>
    <dgm:cxn modelId="{6D555A9C-F280-4C9B-AAFA-5B768E33F553}" srcId="{32340DB3-F334-467A-8529-2E2EA77E88E9}" destId="{68B09DD0-9EA7-47BF-838B-FC0C92A1ACD7}" srcOrd="3" destOrd="0" parTransId="{05753CDB-575E-4162-B364-4916DD1D080B}" sibTransId="{E520220B-5358-465B-B656-A4172C8FB29D}"/>
    <dgm:cxn modelId="{4A6DF8FC-2CBA-4876-A1CD-960D945F57E1}" type="presOf" srcId="{32340DB3-F334-467A-8529-2E2EA77E88E9}" destId="{4BC0E51F-4A98-482B-BD93-C995DE9377A1}" srcOrd="0" destOrd="0" presId="urn:microsoft.com/office/officeart/2018/2/layout/IconVerticalSolidList"/>
    <dgm:cxn modelId="{8F68A8FF-82CC-4758-880E-A56B52E98508}" type="presOf" srcId="{68B09DD0-9EA7-47BF-838B-FC0C92A1ACD7}" destId="{3E290D8F-39BF-40CA-B585-D623D1D77D71}" srcOrd="0" destOrd="0" presId="urn:microsoft.com/office/officeart/2018/2/layout/IconVerticalSolidList"/>
    <dgm:cxn modelId="{B97C9E60-1349-4B9C-8B8B-B60B7143176B}" type="presParOf" srcId="{4BC0E51F-4A98-482B-BD93-C995DE9377A1}" destId="{6993549B-EE90-478E-9842-E747F7635095}" srcOrd="0" destOrd="0" presId="urn:microsoft.com/office/officeart/2018/2/layout/IconVerticalSolidList"/>
    <dgm:cxn modelId="{DD6437B0-BDA3-4A92-A81B-DC0FC12FBD25}" type="presParOf" srcId="{6993549B-EE90-478E-9842-E747F7635095}" destId="{895CD320-B3B2-48E9-85B0-ED454DD02DD7}" srcOrd="0" destOrd="0" presId="urn:microsoft.com/office/officeart/2018/2/layout/IconVerticalSolidList"/>
    <dgm:cxn modelId="{A193D0A6-5A6C-46A2-B8CF-8948B936DDFB}" type="presParOf" srcId="{6993549B-EE90-478E-9842-E747F7635095}" destId="{442BEB9A-9A2F-4426-84A6-48548AFE755B}" srcOrd="1" destOrd="0" presId="urn:microsoft.com/office/officeart/2018/2/layout/IconVerticalSolidList"/>
    <dgm:cxn modelId="{47152F8E-0282-4BCD-A7C2-5F242C2645AE}" type="presParOf" srcId="{6993549B-EE90-478E-9842-E747F7635095}" destId="{2F212319-BC36-4856-A3F5-6FAC6043984D}" srcOrd="2" destOrd="0" presId="urn:microsoft.com/office/officeart/2018/2/layout/IconVerticalSolidList"/>
    <dgm:cxn modelId="{06A951A9-3126-464E-BCA5-1BD2406F9011}" type="presParOf" srcId="{6993549B-EE90-478E-9842-E747F7635095}" destId="{7DF4DC43-0EE2-4E78-8907-0DE263562A6E}" srcOrd="3" destOrd="0" presId="urn:microsoft.com/office/officeart/2018/2/layout/IconVerticalSolidList"/>
    <dgm:cxn modelId="{4422BF6A-1F37-4A60-B428-6F410285ED03}" type="presParOf" srcId="{4BC0E51F-4A98-482B-BD93-C995DE9377A1}" destId="{31538EA5-811B-4D0C-832E-DAE3D67228BD}" srcOrd="1" destOrd="0" presId="urn:microsoft.com/office/officeart/2018/2/layout/IconVerticalSolidList"/>
    <dgm:cxn modelId="{1B959E92-1838-4D6F-80E8-4203D32E4029}" type="presParOf" srcId="{4BC0E51F-4A98-482B-BD93-C995DE9377A1}" destId="{631D351E-1AD7-44CB-A95F-9239193B4B16}" srcOrd="2" destOrd="0" presId="urn:microsoft.com/office/officeart/2018/2/layout/IconVerticalSolidList"/>
    <dgm:cxn modelId="{C1F9FF81-1BAA-4CA1-B329-E387E697B404}" type="presParOf" srcId="{631D351E-1AD7-44CB-A95F-9239193B4B16}" destId="{B8AC0DB4-A094-4316-870C-DCA041FDB927}" srcOrd="0" destOrd="0" presId="urn:microsoft.com/office/officeart/2018/2/layout/IconVerticalSolidList"/>
    <dgm:cxn modelId="{D8F41F75-E56A-416B-B551-CBDCD526FC3A}" type="presParOf" srcId="{631D351E-1AD7-44CB-A95F-9239193B4B16}" destId="{59ED8009-6740-4A32-82FF-64B0FF1310E6}" srcOrd="1" destOrd="0" presId="urn:microsoft.com/office/officeart/2018/2/layout/IconVerticalSolidList"/>
    <dgm:cxn modelId="{7B533CD3-59A7-4EEC-8479-BD7FEA17558F}" type="presParOf" srcId="{631D351E-1AD7-44CB-A95F-9239193B4B16}" destId="{CD891E15-D54B-4C3D-B337-D2CB065C9338}" srcOrd="2" destOrd="0" presId="urn:microsoft.com/office/officeart/2018/2/layout/IconVerticalSolidList"/>
    <dgm:cxn modelId="{6E8F35F2-9B1B-45FB-8CC4-EE197799FAFC}" type="presParOf" srcId="{631D351E-1AD7-44CB-A95F-9239193B4B16}" destId="{50B3E44A-7B26-4029-9623-C17AB227D567}" srcOrd="3" destOrd="0" presId="urn:microsoft.com/office/officeart/2018/2/layout/IconVerticalSolidList"/>
    <dgm:cxn modelId="{50CE2AF2-1EB6-4B50-BBDF-3B9C43E6DFE3}" type="presParOf" srcId="{4BC0E51F-4A98-482B-BD93-C995DE9377A1}" destId="{ED2E832E-FB98-4181-BC5D-499C9AE62F63}" srcOrd="3" destOrd="0" presId="urn:microsoft.com/office/officeart/2018/2/layout/IconVerticalSolidList"/>
    <dgm:cxn modelId="{2E76224E-0B2F-4259-A5E2-4C95DE80AF5E}" type="presParOf" srcId="{4BC0E51F-4A98-482B-BD93-C995DE9377A1}" destId="{80BE9FDF-70D2-4CB8-97B8-90ED3D2BD0C5}" srcOrd="4" destOrd="0" presId="urn:microsoft.com/office/officeart/2018/2/layout/IconVerticalSolidList"/>
    <dgm:cxn modelId="{205FE45D-3D3E-4918-91CA-8FBB0C3D17FC}" type="presParOf" srcId="{80BE9FDF-70D2-4CB8-97B8-90ED3D2BD0C5}" destId="{FADB5116-8684-4182-85C7-77B972A6BDDE}" srcOrd="0" destOrd="0" presId="urn:microsoft.com/office/officeart/2018/2/layout/IconVerticalSolidList"/>
    <dgm:cxn modelId="{2B35478B-8C3C-4EAF-A4CC-DEC5230E86C5}" type="presParOf" srcId="{80BE9FDF-70D2-4CB8-97B8-90ED3D2BD0C5}" destId="{4226F807-4935-4185-A171-3B9D78AFEC99}" srcOrd="1" destOrd="0" presId="urn:microsoft.com/office/officeart/2018/2/layout/IconVerticalSolidList"/>
    <dgm:cxn modelId="{05017271-9020-44B1-A611-397E11CB0C80}" type="presParOf" srcId="{80BE9FDF-70D2-4CB8-97B8-90ED3D2BD0C5}" destId="{945C4405-C861-4C83-861B-0FD239EB048B}" srcOrd="2" destOrd="0" presId="urn:microsoft.com/office/officeart/2018/2/layout/IconVerticalSolidList"/>
    <dgm:cxn modelId="{0F8CD872-C990-4F88-A643-A87FB68884D8}" type="presParOf" srcId="{80BE9FDF-70D2-4CB8-97B8-90ED3D2BD0C5}" destId="{C02DC003-C37F-4CB2-8990-D452240C3CBC}" srcOrd="3" destOrd="0" presId="urn:microsoft.com/office/officeart/2018/2/layout/IconVerticalSolidList"/>
    <dgm:cxn modelId="{3ADFFAC3-E25C-41BC-8CA9-A59BB3D5C5AB}" type="presParOf" srcId="{4BC0E51F-4A98-482B-BD93-C995DE9377A1}" destId="{18B8E31B-971E-4C29-A637-17AE75BE9FC9}" srcOrd="5" destOrd="0" presId="urn:microsoft.com/office/officeart/2018/2/layout/IconVerticalSolidList"/>
    <dgm:cxn modelId="{CFF7BC4A-2D29-4F94-BD57-72F6E5604766}" type="presParOf" srcId="{4BC0E51F-4A98-482B-BD93-C995DE9377A1}" destId="{CE8A85CB-D65D-46EC-82E3-25FC3FA0C661}" srcOrd="6" destOrd="0" presId="urn:microsoft.com/office/officeart/2018/2/layout/IconVerticalSolidList"/>
    <dgm:cxn modelId="{08505322-ACF3-4585-AC26-1A277B34D502}" type="presParOf" srcId="{CE8A85CB-D65D-46EC-82E3-25FC3FA0C661}" destId="{24F8F940-AAA6-48A6-A449-DC55543105AB}" srcOrd="0" destOrd="0" presId="urn:microsoft.com/office/officeart/2018/2/layout/IconVerticalSolidList"/>
    <dgm:cxn modelId="{FE8B9134-FA1B-4D2E-AF2F-F00C4CA16DEF}" type="presParOf" srcId="{CE8A85CB-D65D-46EC-82E3-25FC3FA0C661}" destId="{D198E01B-9304-4F25-ABF4-ACEC6F413945}" srcOrd="1" destOrd="0" presId="urn:microsoft.com/office/officeart/2018/2/layout/IconVerticalSolidList"/>
    <dgm:cxn modelId="{070C58A6-988C-4A5C-AC3F-79A7CFAC73AD}" type="presParOf" srcId="{CE8A85CB-D65D-46EC-82E3-25FC3FA0C661}" destId="{1373AA7D-F0E9-44BC-98BD-F72DF25B86E7}" srcOrd="2" destOrd="0" presId="urn:microsoft.com/office/officeart/2018/2/layout/IconVerticalSolidList"/>
    <dgm:cxn modelId="{0B39D4D2-BFE8-4B22-B2EB-D0E04B0F9D0A}" type="presParOf" srcId="{CE8A85CB-D65D-46EC-82E3-25FC3FA0C661}" destId="{3E290D8F-39BF-40CA-B585-D623D1D77D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A51AE2-C157-413E-BF9A-D41F5D2114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C2063D-FAA4-4D75-BC61-CA9D1AE4D60D}">
      <dgm:prSet/>
      <dgm:spPr/>
      <dgm:t>
        <a:bodyPr/>
        <a:lstStyle/>
        <a:p>
          <a:r>
            <a:rPr lang="en-US" i="0" baseline="0" dirty="0"/>
            <a:t>Audit user activity for security and compliance.</a:t>
          </a:r>
          <a:endParaRPr lang="en-US" dirty="0"/>
        </a:p>
      </dgm:t>
    </dgm:pt>
    <dgm:pt modelId="{B4AAFC89-2B6C-4C2D-BB5F-BF1747F21C47}" type="parTrans" cxnId="{A0AB04B5-1B93-4966-80EC-2DFC13B03822}">
      <dgm:prSet/>
      <dgm:spPr/>
      <dgm:t>
        <a:bodyPr/>
        <a:lstStyle/>
        <a:p>
          <a:endParaRPr lang="en-US"/>
        </a:p>
      </dgm:t>
    </dgm:pt>
    <dgm:pt modelId="{BA097957-4A2B-45B6-BC9C-01FD539F0B7B}" type="sibTrans" cxnId="{A0AB04B5-1B93-4966-80EC-2DFC13B03822}">
      <dgm:prSet/>
      <dgm:spPr/>
      <dgm:t>
        <a:bodyPr/>
        <a:lstStyle/>
        <a:p>
          <a:endParaRPr lang="en-US"/>
        </a:p>
      </dgm:t>
    </dgm:pt>
    <dgm:pt modelId="{D445FF7C-6FE7-4651-BA3F-47443E282D38}">
      <dgm:prSet/>
      <dgm:spPr/>
      <dgm:t>
        <a:bodyPr/>
        <a:lstStyle/>
        <a:p>
          <a:r>
            <a:rPr lang="en-US" i="0" baseline="0"/>
            <a:t>Detect unusual API calls or unauthorized access.</a:t>
          </a:r>
          <a:endParaRPr lang="en-US"/>
        </a:p>
      </dgm:t>
    </dgm:pt>
    <dgm:pt modelId="{2E4AF9D6-2C7C-4072-A97A-5C32174CFE83}" type="parTrans" cxnId="{1FE35FCC-B897-4BAA-B531-8372777EA723}">
      <dgm:prSet/>
      <dgm:spPr/>
      <dgm:t>
        <a:bodyPr/>
        <a:lstStyle/>
        <a:p>
          <a:endParaRPr lang="en-US"/>
        </a:p>
      </dgm:t>
    </dgm:pt>
    <dgm:pt modelId="{EBBA1A7D-EEC6-42EC-A0E8-DA65882C3E63}" type="sibTrans" cxnId="{1FE35FCC-B897-4BAA-B531-8372777EA723}">
      <dgm:prSet/>
      <dgm:spPr/>
      <dgm:t>
        <a:bodyPr/>
        <a:lstStyle/>
        <a:p>
          <a:endParaRPr lang="en-US"/>
        </a:p>
      </dgm:t>
    </dgm:pt>
    <dgm:pt modelId="{E32316BF-0E32-449E-A7C2-CA1CD7E7EFF8}">
      <dgm:prSet/>
      <dgm:spPr/>
      <dgm:t>
        <a:bodyPr/>
        <a:lstStyle/>
        <a:p>
          <a:r>
            <a:rPr lang="en-US" i="0" baseline="0"/>
            <a:t>Track resource changes for troubleshooting.</a:t>
          </a:r>
          <a:endParaRPr lang="en-US"/>
        </a:p>
      </dgm:t>
    </dgm:pt>
    <dgm:pt modelId="{906D907C-796C-4076-BFCE-80DC9F2A57CE}" type="parTrans" cxnId="{6DA995B8-0536-4883-9310-DCDB93DCD5F8}">
      <dgm:prSet/>
      <dgm:spPr/>
      <dgm:t>
        <a:bodyPr/>
        <a:lstStyle/>
        <a:p>
          <a:endParaRPr lang="en-US"/>
        </a:p>
      </dgm:t>
    </dgm:pt>
    <dgm:pt modelId="{9144D13A-1B6D-4056-B5D1-98BDA4A025A0}" type="sibTrans" cxnId="{6DA995B8-0536-4883-9310-DCDB93DCD5F8}">
      <dgm:prSet/>
      <dgm:spPr/>
      <dgm:t>
        <a:bodyPr/>
        <a:lstStyle/>
        <a:p>
          <a:endParaRPr lang="en-US"/>
        </a:p>
      </dgm:t>
    </dgm:pt>
    <dgm:pt modelId="{4062E7A5-5282-4CF1-887D-2F4C901944BE}">
      <dgm:prSet/>
      <dgm:spPr/>
      <dgm:t>
        <a:bodyPr/>
        <a:lstStyle/>
        <a:p>
          <a:r>
            <a:rPr lang="en-US" i="0" baseline="0"/>
            <a:t>Support incident investigations.</a:t>
          </a:r>
          <a:endParaRPr lang="en-US"/>
        </a:p>
      </dgm:t>
    </dgm:pt>
    <dgm:pt modelId="{B22E139F-8FB6-4C01-B3BF-AC669B798A14}" type="parTrans" cxnId="{7F731E27-53C9-4BEE-83BE-C7158F7ECFFC}">
      <dgm:prSet/>
      <dgm:spPr/>
      <dgm:t>
        <a:bodyPr/>
        <a:lstStyle/>
        <a:p>
          <a:endParaRPr lang="en-US"/>
        </a:p>
      </dgm:t>
    </dgm:pt>
    <dgm:pt modelId="{D64C307A-C55C-4EEF-9C4B-118F2B79348B}" type="sibTrans" cxnId="{7F731E27-53C9-4BEE-83BE-C7158F7ECFFC}">
      <dgm:prSet/>
      <dgm:spPr/>
      <dgm:t>
        <a:bodyPr/>
        <a:lstStyle/>
        <a:p>
          <a:endParaRPr lang="en-US"/>
        </a:p>
      </dgm:t>
    </dgm:pt>
    <dgm:pt modelId="{CF349C2A-367D-443A-AC35-9869DD3A39AE}">
      <dgm:prSet/>
      <dgm:spPr/>
      <dgm:t>
        <a:bodyPr/>
        <a:lstStyle/>
        <a:p>
          <a:r>
            <a:rPr lang="en-US" i="0" baseline="0"/>
            <a:t>Enable compliance with standards like PCI-DSS, HIPAA, and ISO.</a:t>
          </a:r>
          <a:endParaRPr lang="en-US"/>
        </a:p>
      </dgm:t>
    </dgm:pt>
    <dgm:pt modelId="{2F24680E-6872-4EA1-9E64-C95FF37E9D50}" type="parTrans" cxnId="{E673E8D7-7357-4E70-ABF2-30A83F49D548}">
      <dgm:prSet/>
      <dgm:spPr/>
      <dgm:t>
        <a:bodyPr/>
        <a:lstStyle/>
        <a:p>
          <a:endParaRPr lang="en-US"/>
        </a:p>
      </dgm:t>
    </dgm:pt>
    <dgm:pt modelId="{9B151E63-FAC7-4CFC-8E91-E74BA40BD8C2}" type="sibTrans" cxnId="{E673E8D7-7357-4E70-ABF2-30A83F49D548}">
      <dgm:prSet/>
      <dgm:spPr/>
      <dgm:t>
        <a:bodyPr/>
        <a:lstStyle/>
        <a:p>
          <a:endParaRPr lang="en-US"/>
        </a:p>
      </dgm:t>
    </dgm:pt>
    <dgm:pt modelId="{465F2C28-4297-4DF1-A11D-F17603FA8CF7}" type="pres">
      <dgm:prSet presAssocID="{00A51AE2-C157-413E-BF9A-D41F5D21142D}" presName="root" presStyleCnt="0">
        <dgm:presLayoutVars>
          <dgm:dir/>
          <dgm:resizeHandles val="exact"/>
        </dgm:presLayoutVars>
      </dgm:prSet>
      <dgm:spPr/>
    </dgm:pt>
    <dgm:pt modelId="{64CC9F89-C516-48BB-983D-50487BB10BEC}" type="pres">
      <dgm:prSet presAssocID="{56C2063D-FAA4-4D75-BC61-CA9D1AE4D60D}" presName="compNode" presStyleCnt="0"/>
      <dgm:spPr/>
    </dgm:pt>
    <dgm:pt modelId="{D1D62B01-6696-432D-AECB-12205C6CFA60}" type="pres">
      <dgm:prSet presAssocID="{56C2063D-FAA4-4D75-BC61-CA9D1AE4D60D}" presName="bgRect" presStyleLbl="bgShp" presStyleIdx="0" presStyleCnt="5"/>
      <dgm:spPr/>
    </dgm:pt>
    <dgm:pt modelId="{3B7C7C31-E062-4155-8F03-CE9A18A73C7C}" type="pres">
      <dgm:prSet presAssocID="{56C2063D-FAA4-4D75-BC61-CA9D1AE4D60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21594F4-B143-4C7D-A114-FEE6F90652D0}" type="pres">
      <dgm:prSet presAssocID="{56C2063D-FAA4-4D75-BC61-CA9D1AE4D60D}" presName="spaceRect" presStyleCnt="0"/>
      <dgm:spPr/>
    </dgm:pt>
    <dgm:pt modelId="{DDBD3F12-FC3A-4F82-A82D-E0227055AB53}" type="pres">
      <dgm:prSet presAssocID="{56C2063D-FAA4-4D75-BC61-CA9D1AE4D60D}" presName="parTx" presStyleLbl="revTx" presStyleIdx="0" presStyleCnt="5">
        <dgm:presLayoutVars>
          <dgm:chMax val="0"/>
          <dgm:chPref val="0"/>
        </dgm:presLayoutVars>
      </dgm:prSet>
      <dgm:spPr/>
    </dgm:pt>
    <dgm:pt modelId="{AF43815F-BB02-4A70-A9B9-B815F1AE3883}" type="pres">
      <dgm:prSet presAssocID="{BA097957-4A2B-45B6-BC9C-01FD539F0B7B}" presName="sibTrans" presStyleCnt="0"/>
      <dgm:spPr/>
    </dgm:pt>
    <dgm:pt modelId="{2D5848B8-140F-46FE-AE7A-D5BAFD0183FB}" type="pres">
      <dgm:prSet presAssocID="{D445FF7C-6FE7-4651-BA3F-47443E282D38}" presName="compNode" presStyleCnt="0"/>
      <dgm:spPr/>
    </dgm:pt>
    <dgm:pt modelId="{F3025C09-F0E9-4ACE-9E19-9D99219C2379}" type="pres">
      <dgm:prSet presAssocID="{D445FF7C-6FE7-4651-BA3F-47443E282D38}" presName="bgRect" presStyleLbl="bgShp" presStyleIdx="1" presStyleCnt="5"/>
      <dgm:spPr/>
    </dgm:pt>
    <dgm:pt modelId="{5E94287B-57F5-4AA9-BB66-4F9938DF9894}" type="pres">
      <dgm:prSet presAssocID="{D445FF7C-6FE7-4651-BA3F-47443E282D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0D94008-4AE8-4DD8-BC80-2701DDC9D5D2}" type="pres">
      <dgm:prSet presAssocID="{D445FF7C-6FE7-4651-BA3F-47443E282D38}" presName="spaceRect" presStyleCnt="0"/>
      <dgm:spPr/>
    </dgm:pt>
    <dgm:pt modelId="{44C40966-993B-4EF3-82E5-A92F61F8DE92}" type="pres">
      <dgm:prSet presAssocID="{D445FF7C-6FE7-4651-BA3F-47443E282D38}" presName="parTx" presStyleLbl="revTx" presStyleIdx="1" presStyleCnt="5">
        <dgm:presLayoutVars>
          <dgm:chMax val="0"/>
          <dgm:chPref val="0"/>
        </dgm:presLayoutVars>
      </dgm:prSet>
      <dgm:spPr/>
    </dgm:pt>
    <dgm:pt modelId="{71B913DE-4493-472C-90B6-B739FC0636EE}" type="pres">
      <dgm:prSet presAssocID="{EBBA1A7D-EEC6-42EC-A0E8-DA65882C3E63}" presName="sibTrans" presStyleCnt="0"/>
      <dgm:spPr/>
    </dgm:pt>
    <dgm:pt modelId="{640602E3-EBCF-4BC9-9806-77F193AE41D8}" type="pres">
      <dgm:prSet presAssocID="{E32316BF-0E32-449E-A7C2-CA1CD7E7EFF8}" presName="compNode" presStyleCnt="0"/>
      <dgm:spPr/>
    </dgm:pt>
    <dgm:pt modelId="{C6CC403E-EE06-48F6-A2E7-5570EEDA2410}" type="pres">
      <dgm:prSet presAssocID="{E32316BF-0E32-449E-A7C2-CA1CD7E7EFF8}" presName="bgRect" presStyleLbl="bgShp" presStyleIdx="2" presStyleCnt="5"/>
      <dgm:spPr/>
    </dgm:pt>
    <dgm:pt modelId="{06EBC99F-91D5-4E3E-B265-AFA6FCD2A07A}" type="pres">
      <dgm:prSet presAssocID="{E32316BF-0E32-449E-A7C2-CA1CD7E7EFF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CF8E930F-3364-46DF-887E-3EF8E086BA86}" type="pres">
      <dgm:prSet presAssocID="{E32316BF-0E32-449E-A7C2-CA1CD7E7EFF8}" presName="spaceRect" presStyleCnt="0"/>
      <dgm:spPr/>
    </dgm:pt>
    <dgm:pt modelId="{22DB4A85-D6DC-4DA1-9F71-533D23157924}" type="pres">
      <dgm:prSet presAssocID="{E32316BF-0E32-449E-A7C2-CA1CD7E7EFF8}" presName="parTx" presStyleLbl="revTx" presStyleIdx="2" presStyleCnt="5">
        <dgm:presLayoutVars>
          <dgm:chMax val="0"/>
          <dgm:chPref val="0"/>
        </dgm:presLayoutVars>
      </dgm:prSet>
      <dgm:spPr/>
    </dgm:pt>
    <dgm:pt modelId="{5E15F1C7-8B29-4336-95E0-321DCD5C5534}" type="pres">
      <dgm:prSet presAssocID="{9144D13A-1B6D-4056-B5D1-98BDA4A025A0}" presName="sibTrans" presStyleCnt="0"/>
      <dgm:spPr/>
    </dgm:pt>
    <dgm:pt modelId="{02226047-39E1-4D61-BC83-63F7432A20DE}" type="pres">
      <dgm:prSet presAssocID="{4062E7A5-5282-4CF1-887D-2F4C901944BE}" presName="compNode" presStyleCnt="0"/>
      <dgm:spPr/>
    </dgm:pt>
    <dgm:pt modelId="{2B3AD39E-32E4-4EEF-A8CC-5C4D53010528}" type="pres">
      <dgm:prSet presAssocID="{4062E7A5-5282-4CF1-887D-2F4C901944BE}" presName="bgRect" presStyleLbl="bgShp" presStyleIdx="3" presStyleCnt="5"/>
      <dgm:spPr/>
    </dgm:pt>
    <dgm:pt modelId="{C3220B1B-E425-424E-A90E-79D100AFD298}" type="pres">
      <dgm:prSet presAssocID="{4062E7A5-5282-4CF1-887D-2F4C901944B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F5FB30D-9D8E-4217-99BF-86E499197322}" type="pres">
      <dgm:prSet presAssocID="{4062E7A5-5282-4CF1-887D-2F4C901944BE}" presName="spaceRect" presStyleCnt="0"/>
      <dgm:spPr/>
    </dgm:pt>
    <dgm:pt modelId="{E4454DEB-A7F0-443B-A983-A7850A62615B}" type="pres">
      <dgm:prSet presAssocID="{4062E7A5-5282-4CF1-887D-2F4C901944BE}" presName="parTx" presStyleLbl="revTx" presStyleIdx="3" presStyleCnt="5">
        <dgm:presLayoutVars>
          <dgm:chMax val="0"/>
          <dgm:chPref val="0"/>
        </dgm:presLayoutVars>
      </dgm:prSet>
      <dgm:spPr/>
    </dgm:pt>
    <dgm:pt modelId="{99C215FB-3CC9-44DE-8594-961653441A66}" type="pres">
      <dgm:prSet presAssocID="{D64C307A-C55C-4EEF-9C4B-118F2B79348B}" presName="sibTrans" presStyleCnt="0"/>
      <dgm:spPr/>
    </dgm:pt>
    <dgm:pt modelId="{EEDCBC02-00AA-42ED-AB07-18D54D09164E}" type="pres">
      <dgm:prSet presAssocID="{CF349C2A-367D-443A-AC35-9869DD3A39AE}" presName="compNode" presStyleCnt="0"/>
      <dgm:spPr/>
    </dgm:pt>
    <dgm:pt modelId="{FAEE88D2-71B6-4070-AF96-301110FF115C}" type="pres">
      <dgm:prSet presAssocID="{CF349C2A-367D-443A-AC35-9869DD3A39AE}" presName="bgRect" presStyleLbl="bgShp" presStyleIdx="4" presStyleCnt="5"/>
      <dgm:spPr/>
    </dgm:pt>
    <dgm:pt modelId="{8E4008CF-BCB3-494C-B7D2-51BC74769396}" type="pres">
      <dgm:prSet presAssocID="{CF349C2A-367D-443A-AC35-9869DD3A39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CCC7302B-15BC-4383-B7C5-75592ACE6DE9}" type="pres">
      <dgm:prSet presAssocID="{CF349C2A-367D-443A-AC35-9869DD3A39AE}" presName="spaceRect" presStyleCnt="0"/>
      <dgm:spPr/>
    </dgm:pt>
    <dgm:pt modelId="{9802B47A-E3AF-4DED-9EB0-090C15B56380}" type="pres">
      <dgm:prSet presAssocID="{CF349C2A-367D-443A-AC35-9869DD3A39A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CB5BF1A-587B-4F16-8427-030BD7DD2AD4}" type="presOf" srcId="{4062E7A5-5282-4CF1-887D-2F4C901944BE}" destId="{E4454DEB-A7F0-443B-A983-A7850A62615B}" srcOrd="0" destOrd="0" presId="urn:microsoft.com/office/officeart/2018/2/layout/IconVerticalSolidList"/>
    <dgm:cxn modelId="{7F731E27-53C9-4BEE-83BE-C7158F7ECFFC}" srcId="{00A51AE2-C157-413E-BF9A-D41F5D21142D}" destId="{4062E7A5-5282-4CF1-887D-2F4C901944BE}" srcOrd="3" destOrd="0" parTransId="{B22E139F-8FB6-4C01-B3BF-AC669B798A14}" sibTransId="{D64C307A-C55C-4EEF-9C4B-118F2B79348B}"/>
    <dgm:cxn modelId="{050B602A-EFBB-4D03-949B-BC8464F71352}" type="presOf" srcId="{00A51AE2-C157-413E-BF9A-D41F5D21142D}" destId="{465F2C28-4297-4DF1-A11D-F17603FA8CF7}" srcOrd="0" destOrd="0" presId="urn:microsoft.com/office/officeart/2018/2/layout/IconVerticalSolidList"/>
    <dgm:cxn modelId="{07982238-0DB0-4AD6-921C-D215621FD730}" type="presOf" srcId="{D445FF7C-6FE7-4651-BA3F-47443E282D38}" destId="{44C40966-993B-4EF3-82E5-A92F61F8DE92}" srcOrd="0" destOrd="0" presId="urn:microsoft.com/office/officeart/2018/2/layout/IconVerticalSolidList"/>
    <dgm:cxn modelId="{E81C885B-B7A6-4F7A-8480-0E9D62ACC230}" type="presOf" srcId="{E32316BF-0E32-449E-A7C2-CA1CD7E7EFF8}" destId="{22DB4A85-D6DC-4DA1-9F71-533D23157924}" srcOrd="0" destOrd="0" presId="urn:microsoft.com/office/officeart/2018/2/layout/IconVerticalSolidList"/>
    <dgm:cxn modelId="{9A7EC59C-0E89-4502-8AAE-1F6163E10571}" type="presOf" srcId="{CF349C2A-367D-443A-AC35-9869DD3A39AE}" destId="{9802B47A-E3AF-4DED-9EB0-090C15B56380}" srcOrd="0" destOrd="0" presId="urn:microsoft.com/office/officeart/2018/2/layout/IconVerticalSolidList"/>
    <dgm:cxn modelId="{B6068CA4-234F-4595-A980-EBE73E941DD7}" type="presOf" srcId="{56C2063D-FAA4-4D75-BC61-CA9D1AE4D60D}" destId="{DDBD3F12-FC3A-4F82-A82D-E0227055AB53}" srcOrd="0" destOrd="0" presId="urn:microsoft.com/office/officeart/2018/2/layout/IconVerticalSolidList"/>
    <dgm:cxn modelId="{A0AB04B5-1B93-4966-80EC-2DFC13B03822}" srcId="{00A51AE2-C157-413E-BF9A-D41F5D21142D}" destId="{56C2063D-FAA4-4D75-BC61-CA9D1AE4D60D}" srcOrd="0" destOrd="0" parTransId="{B4AAFC89-2B6C-4C2D-BB5F-BF1747F21C47}" sibTransId="{BA097957-4A2B-45B6-BC9C-01FD539F0B7B}"/>
    <dgm:cxn modelId="{6DA995B8-0536-4883-9310-DCDB93DCD5F8}" srcId="{00A51AE2-C157-413E-BF9A-D41F5D21142D}" destId="{E32316BF-0E32-449E-A7C2-CA1CD7E7EFF8}" srcOrd="2" destOrd="0" parTransId="{906D907C-796C-4076-BFCE-80DC9F2A57CE}" sibTransId="{9144D13A-1B6D-4056-B5D1-98BDA4A025A0}"/>
    <dgm:cxn modelId="{1FE35FCC-B897-4BAA-B531-8372777EA723}" srcId="{00A51AE2-C157-413E-BF9A-D41F5D21142D}" destId="{D445FF7C-6FE7-4651-BA3F-47443E282D38}" srcOrd="1" destOrd="0" parTransId="{2E4AF9D6-2C7C-4072-A97A-5C32174CFE83}" sibTransId="{EBBA1A7D-EEC6-42EC-A0E8-DA65882C3E63}"/>
    <dgm:cxn modelId="{E673E8D7-7357-4E70-ABF2-30A83F49D548}" srcId="{00A51AE2-C157-413E-BF9A-D41F5D21142D}" destId="{CF349C2A-367D-443A-AC35-9869DD3A39AE}" srcOrd="4" destOrd="0" parTransId="{2F24680E-6872-4EA1-9E64-C95FF37E9D50}" sibTransId="{9B151E63-FAC7-4CFC-8E91-E74BA40BD8C2}"/>
    <dgm:cxn modelId="{8C274160-4385-4C59-9F3C-0A6A6A07F0FD}" type="presParOf" srcId="{465F2C28-4297-4DF1-A11D-F17603FA8CF7}" destId="{64CC9F89-C516-48BB-983D-50487BB10BEC}" srcOrd="0" destOrd="0" presId="urn:microsoft.com/office/officeart/2018/2/layout/IconVerticalSolidList"/>
    <dgm:cxn modelId="{23C714E5-A04E-485A-AE11-544D267F23B9}" type="presParOf" srcId="{64CC9F89-C516-48BB-983D-50487BB10BEC}" destId="{D1D62B01-6696-432D-AECB-12205C6CFA60}" srcOrd="0" destOrd="0" presId="urn:microsoft.com/office/officeart/2018/2/layout/IconVerticalSolidList"/>
    <dgm:cxn modelId="{9B3FB1E5-CE1B-42E5-86EC-442E3D881458}" type="presParOf" srcId="{64CC9F89-C516-48BB-983D-50487BB10BEC}" destId="{3B7C7C31-E062-4155-8F03-CE9A18A73C7C}" srcOrd="1" destOrd="0" presId="urn:microsoft.com/office/officeart/2018/2/layout/IconVerticalSolidList"/>
    <dgm:cxn modelId="{D34AF176-E012-4334-9EED-A278DB72E4F0}" type="presParOf" srcId="{64CC9F89-C516-48BB-983D-50487BB10BEC}" destId="{A21594F4-B143-4C7D-A114-FEE6F90652D0}" srcOrd="2" destOrd="0" presId="urn:microsoft.com/office/officeart/2018/2/layout/IconVerticalSolidList"/>
    <dgm:cxn modelId="{3F687D59-7E62-4A35-A5D4-F7C553DE8E5E}" type="presParOf" srcId="{64CC9F89-C516-48BB-983D-50487BB10BEC}" destId="{DDBD3F12-FC3A-4F82-A82D-E0227055AB53}" srcOrd="3" destOrd="0" presId="urn:microsoft.com/office/officeart/2018/2/layout/IconVerticalSolidList"/>
    <dgm:cxn modelId="{DCB3AD36-E647-42FE-8F10-97FA3254ACC0}" type="presParOf" srcId="{465F2C28-4297-4DF1-A11D-F17603FA8CF7}" destId="{AF43815F-BB02-4A70-A9B9-B815F1AE3883}" srcOrd="1" destOrd="0" presId="urn:microsoft.com/office/officeart/2018/2/layout/IconVerticalSolidList"/>
    <dgm:cxn modelId="{C04899BC-367A-4161-834B-0618178B515C}" type="presParOf" srcId="{465F2C28-4297-4DF1-A11D-F17603FA8CF7}" destId="{2D5848B8-140F-46FE-AE7A-D5BAFD0183FB}" srcOrd="2" destOrd="0" presId="urn:microsoft.com/office/officeart/2018/2/layout/IconVerticalSolidList"/>
    <dgm:cxn modelId="{ECFD4433-BC9C-497C-A89E-3E20CF56C624}" type="presParOf" srcId="{2D5848B8-140F-46FE-AE7A-D5BAFD0183FB}" destId="{F3025C09-F0E9-4ACE-9E19-9D99219C2379}" srcOrd="0" destOrd="0" presId="urn:microsoft.com/office/officeart/2018/2/layout/IconVerticalSolidList"/>
    <dgm:cxn modelId="{0343F6B5-4CF0-4923-8174-3C1EF3D12D35}" type="presParOf" srcId="{2D5848B8-140F-46FE-AE7A-D5BAFD0183FB}" destId="{5E94287B-57F5-4AA9-BB66-4F9938DF9894}" srcOrd="1" destOrd="0" presId="urn:microsoft.com/office/officeart/2018/2/layout/IconVerticalSolidList"/>
    <dgm:cxn modelId="{DCEE977E-FE43-44EA-B792-2225A352E0C0}" type="presParOf" srcId="{2D5848B8-140F-46FE-AE7A-D5BAFD0183FB}" destId="{C0D94008-4AE8-4DD8-BC80-2701DDC9D5D2}" srcOrd="2" destOrd="0" presId="urn:microsoft.com/office/officeart/2018/2/layout/IconVerticalSolidList"/>
    <dgm:cxn modelId="{D6A67AD9-B7DB-45BC-BF9F-EF6B60FD48A5}" type="presParOf" srcId="{2D5848B8-140F-46FE-AE7A-D5BAFD0183FB}" destId="{44C40966-993B-4EF3-82E5-A92F61F8DE92}" srcOrd="3" destOrd="0" presId="urn:microsoft.com/office/officeart/2018/2/layout/IconVerticalSolidList"/>
    <dgm:cxn modelId="{0267CDF5-7A4B-46C5-BB48-60733EA12182}" type="presParOf" srcId="{465F2C28-4297-4DF1-A11D-F17603FA8CF7}" destId="{71B913DE-4493-472C-90B6-B739FC0636EE}" srcOrd="3" destOrd="0" presId="urn:microsoft.com/office/officeart/2018/2/layout/IconVerticalSolidList"/>
    <dgm:cxn modelId="{F8212E0F-737F-4633-BC3E-81BB3DC09041}" type="presParOf" srcId="{465F2C28-4297-4DF1-A11D-F17603FA8CF7}" destId="{640602E3-EBCF-4BC9-9806-77F193AE41D8}" srcOrd="4" destOrd="0" presId="urn:microsoft.com/office/officeart/2018/2/layout/IconVerticalSolidList"/>
    <dgm:cxn modelId="{37133B1E-DA6E-403B-A809-058B9165829E}" type="presParOf" srcId="{640602E3-EBCF-4BC9-9806-77F193AE41D8}" destId="{C6CC403E-EE06-48F6-A2E7-5570EEDA2410}" srcOrd="0" destOrd="0" presId="urn:microsoft.com/office/officeart/2018/2/layout/IconVerticalSolidList"/>
    <dgm:cxn modelId="{F9EBA357-E55E-4420-88C6-F3427FC2D69B}" type="presParOf" srcId="{640602E3-EBCF-4BC9-9806-77F193AE41D8}" destId="{06EBC99F-91D5-4E3E-B265-AFA6FCD2A07A}" srcOrd="1" destOrd="0" presId="urn:microsoft.com/office/officeart/2018/2/layout/IconVerticalSolidList"/>
    <dgm:cxn modelId="{B4279780-0B6A-466E-8A3C-F1E0FA497F97}" type="presParOf" srcId="{640602E3-EBCF-4BC9-9806-77F193AE41D8}" destId="{CF8E930F-3364-46DF-887E-3EF8E086BA86}" srcOrd="2" destOrd="0" presId="urn:microsoft.com/office/officeart/2018/2/layout/IconVerticalSolidList"/>
    <dgm:cxn modelId="{BCA54AD0-8F3F-4E0F-9BF4-F77369433B2A}" type="presParOf" srcId="{640602E3-EBCF-4BC9-9806-77F193AE41D8}" destId="{22DB4A85-D6DC-4DA1-9F71-533D23157924}" srcOrd="3" destOrd="0" presId="urn:microsoft.com/office/officeart/2018/2/layout/IconVerticalSolidList"/>
    <dgm:cxn modelId="{18B01DE8-8FF8-40FF-ACF8-DDE7FDAD9500}" type="presParOf" srcId="{465F2C28-4297-4DF1-A11D-F17603FA8CF7}" destId="{5E15F1C7-8B29-4336-95E0-321DCD5C5534}" srcOrd="5" destOrd="0" presId="urn:microsoft.com/office/officeart/2018/2/layout/IconVerticalSolidList"/>
    <dgm:cxn modelId="{3D89F30D-A129-4CA9-821D-C1878C721C74}" type="presParOf" srcId="{465F2C28-4297-4DF1-A11D-F17603FA8CF7}" destId="{02226047-39E1-4D61-BC83-63F7432A20DE}" srcOrd="6" destOrd="0" presId="urn:microsoft.com/office/officeart/2018/2/layout/IconVerticalSolidList"/>
    <dgm:cxn modelId="{99351BAD-01BD-4775-B8B7-F1EFFC26D9DF}" type="presParOf" srcId="{02226047-39E1-4D61-BC83-63F7432A20DE}" destId="{2B3AD39E-32E4-4EEF-A8CC-5C4D53010528}" srcOrd="0" destOrd="0" presId="urn:microsoft.com/office/officeart/2018/2/layout/IconVerticalSolidList"/>
    <dgm:cxn modelId="{07D56E5F-30BB-4E56-8F46-98CE056F8019}" type="presParOf" srcId="{02226047-39E1-4D61-BC83-63F7432A20DE}" destId="{C3220B1B-E425-424E-A90E-79D100AFD298}" srcOrd="1" destOrd="0" presId="urn:microsoft.com/office/officeart/2018/2/layout/IconVerticalSolidList"/>
    <dgm:cxn modelId="{A6C08031-961D-4226-844C-5D8B88A8FE85}" type="presParOf" srcId="{02226047-39E1-4D61-BC83-63F7432A20DE}" destId="{7F5FB30D-9D8E-4217-99BF-86E499197322}" srcOrd="2" destOrd="0" presId="urn:microsoft.com/office/officeart/2018/2/layout/IconVerticalSolidList"/>
    <dgm:cxn modelId="{78AC001C-379D-4B94-861D-3D36F8E56408}" type="presParOf" srcId="{02226047-39E1-4D61-BC83-63F7432A20DE}" destId="{E4454DEB-A7F0-443B-A983-A7850A62615B}" srcOrd="3" destOrd="0" presId="urn:microsoft.com/office/officeart/2018/2/layout/IconVerticalSolidList"/>
    <dgm:cxn modelId="{08448C46-0354-4D91-930C-8B7FA2BFA8FC}" type="presParOf" srcId="{465F2C28-4297-4DF1-A11D-F17603FA8CF7}" destId="{99C215FB-3CC9-44DE-8594-961653441A66}" srcOrd="7" destOrd="0" presId="urn:microsoft.com/office/officeart/2018/2/layout/IconVerticalSolidList"/>
    <dgm:cxn modelId="{89E9FBAD-E652-479F-92A2-E5F267556036}" type="presParOf" srcId="{465F2C28-4297-4DF1-A11D-F17603FA8CF7}" destId="{EEDCBC02-00AA-42ED-AB07-18D54D09164E}" srcOrd="8" destOrd="0" presId="urn:microsoft.com/office/officeart/2018/2/layout/IconVerticalSolidList"/>
    <dgm:cxn modelId="{53016EAC-AD2C-4900-A4B7-A7B2C83C1E0C}" type="presParOf" srcId="{EEDCBC02-00AA-42ED-AB07-18D54D09164E}" destId="{FAEE88D2-71B6-4070-AF96-301110FF115C}" srcOrd="0" destOrd="0" presId="urn:microsoft.com/office/officeart/2018/2/layout/IconVerticalSolidList"/>
    <dgm:cxn modelId="{1994A18A-390A-4AC0-AB14-6909F49C0DA6}" type="presParOf" srcId="{EEDCBC02-00AA-42ED-AB07-18D54D09164E}" destId="{8E4008CF-BCB3-494C-B7D2-51BC74769396}" srcOrd="1" destOrd="0" presId="urn:microsoft.com/office/officeart/2018/2/layout/IconVerticalSolidList"/>
    <dgm:cxn modelId="{F882C239-9A0B-4745-A640-E38085E44DB2}" type="presParOf" srcId="{EEDCBC02-00AA-42ED-AB07-18D54D09164E}" destId="{CCC7302B-15BC-4383-B7C5-75592ACE6DE9}" srcOrd="2" destOrd="0" presId="urn:microsoft.com/office/officeart/2018/2/layout/IconVerticalSolidList"/>
    <dgm:cxn modelId="{405E3605-BDCB-4FA4-804C-950E68CE7CB8}" type="presParOf" srcId="{EEDCBC02-00AA-42ED-AB07-18D54D09164E}" destId="{9802B47A-E3AF-4DED-9EB0-090C15B563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6AD1F5-E8FC-4240-A552-198FC4C703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CE8795CE-A7E4-48B6-BECC-4D6331522D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 dirty="0"/>
            <a:t>Every action in AWS is an API call (via Console, CLI, SDK, or Service).</a:t>
          </a:r>
          <a:endParaRPr lang="en-US" dirty="0"/>
        </a:p>
      </dgm:t>
    </dgm:pt>
    <dgm:pt modelId="{5BC26A3F-04F3-415B-802C-7E7339579093}" type="parTrans" cxnId="{2953EEDB-93D0-405F-98EF-890297017127}">
      <dgm:prSet/>
      <dgm:spPr/>
      <dgm:t>
        <a:bodyPr/>
        <a:lstStyle/>
        <a:p>
          <a:endParaRPr lang="en-US"/>
        </a:p>
      </dgm:t>
    </dgm:pt>
    <dgm:pt modelId="{3515570D-9FF6-4798-A463-5D10487A84E9}" type="sibTrans" cxnId="{2953EEDB-93D0-405F-98EF-890297017127}">
      <dgm:prSet/>
      <dgm:spPr/>
      <dgm:t>
        <a:bodyPr/>
        <a:lstStyle/>
        <a:p>
          <a:endParaRPr lang="en-US"/>
        </a:p>
      </dgm:t>
    </dgm:pt>
    <dgm:pt modelId="{7B61255F-BD39-451B-AC3F-72EA9E7677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CloudTrail records these calls as events.</a:t>
          </a:r>
          <a:endParaRPr lang="en-US"/>
        </a:p>
      </dgm:t>
    </dgm:pt>
    <dgm:pt modelId="{08BBA563-9431-4F24-A711-8DD4CF9C4DBB}" type="parTrans" cxnId="{A7BA25A4-C409-46A6-9584-91EE54B1A6A2}">
      <dgm:prSet/>
      <dgm:spPr/>
      <dgm:t>
        <a:bodyPr/>
        <a:lstStyle/>
        <a:p>
          <a:endParaRPr lang="en-US"/>
        </a:p>
      </dgm:t>
    </dgm:pt>
    <dgm:pt modelId="{B12C919C-43A4-4DC7-8990-1BB83640D2DE}" type="sibTrans" cxnId="{A7BA25A4-C409-46A6-9584-91EE54B1A6A2}">
      <dgm:prSet/>
      <dgm:spPr/>
      <dgm:t>
        <a:bodyPr/>
        <a:lstStyle/>
        <a:p>
          <a:endParaRPr lang="en-US"/>
        </a:p>
      </dgm:t>
    </dgm:pt>
    <dgm:pt modelId="{8B89AA2D-5B4B-414F-8F3E-F1462F006C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Events are delivered to an S3 bucket or sent to CloudWatch Logs/EventBridge.</a:t>
          </a:r>
          <a:endParaRPr lang="en-US"/>
        </a:p>
      </dgm:t>
    </dgm:pt>
    <dgm:pt modelId="{32378067-3928-402A-8965-A846C097CFBD}" type="parTrans" cxnId="{827DC7DF-26A1-418F-AAF3-B118E6E06017}">
      <dgm:prSet/>
      <dgm:spPr/>
      <dgm:t>
        <a:bodyPr/>
        <a:lstStyle/>
        <a:p>
          <a:endParaRPr lang="en-US"/>
        </a:p>
      </dgm:t>
    </dgm:pt>
    <dgm:pt modelId="{480CC155-B8E5-409A-80A5-9FE4FFDF5EE3}" type="sibTrans" cxnId="{827DC7DF-26A1-418F-AAF3-B118E6E06017}">
      <dgm:prSet/>
      <dgm:spPr/>
      <dgm:t>
        <a:bodyPr/>
        <a:lstStyle/>
        <a:p>
          <a:endParaRPr lang="en-US"/>
        </a:p>
      </dgm:t>
    </dgm:pt>
    <dgm:pt modelId="{669679A8-ACA6-4AD5-897F-0B39FF9BE0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You can analyze logs, set alerts, or automate responses.</a:t>
          </a:r>
          <a:endParaRPr lang="en-US"/>
        </a:p>
      </dgm:t>
    </dgm:pt>
    <dgm:pt modelId="{9AFCD2A6-F5C2-49B6-BC5A-F1AC76DE1876}" type="parTrans" cxnId="{86B71BBA-7AE8-4065-BD62-8CD60073C00F}">
      <dgm:prSet/>
      <dgm:spPr/>
      <dgm:t>
        <a:bodyPr/>
        <a:lstStyle/>
        <a:p>
          <a:endParaRPr lang="en-US"/>
        </a:p>
      </dgm:t>
    </dgm:pt>
    <dgm:pt modelId="{DC16EE8D-7E48-417C-9339-EF5718974C8D}" type="sibTrans" cxnId="{86B71BBA-7AE8-4065-BD62-8CD60073C00F}">
      <dgm:prSet/>
      <dgm:spPr/>
      <dgm:t>
        <a:bodyPr/>
        <a:lstStyle/>
        <a:p>
          <a:endParaRPr lang="en-US"/>
        </a:p>
      </dgm:t>
    </dgm:pt>
    <dgm:pt modelId="{B9383326-E756-42BE-A006-11C6585F0BDB}" type="pres">
      <dgm:prSet presAssocID="{896AD1F5-E8FC-4240-A552-198FC4C7032D}" presName="root" presStyleCnt="0">
        <dgm:presLayoutVars>
          <dgm:dir/>
          <dgm:resizeHandles val="exact"/>
        </dgm:presLayoutVars>
      </dgm:prSet>
      <dgm:spPr/>
    </dgm:pt>
    <dgm:pt modelId="{7B7744C5-A96B-4AB9-ABCC-E671A75C73D2}" type="pres">
      <dgm:prSet presAssocID="{CE8795CE-A7E4-48B6-BECC-4D6331522D96}" presName="compNode" presStyleCnt="0"/>
      <dgm:spPr/>
    </dgm:pt>
    <dgm:pt modelId="{E841FA47-C658-4D87-A6C9-404DCE86D75C}" type="pres">
      <dgm:prSet presAssocID="{CE8795CE-A7E4-48B6-BECC-4D6331522D96}" presName="bgRect" presStyleLbl="bgShp" presStyleIdx="0" presStyleCnt="4"/>
      <dgm:spPr/>
    </dgm:pt>
    <dgm:pt modelId="{6A18279D-262F-47D6-880A-FB5A02497E60}" type="pres">
      <dgm:prSet presAssocID="{CE8795CE-A7E4-48B6-BECC-4D6331522D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C3731B7-ACEA-4925-BD20-6F03F9DB3DDE}" type="pres">
      <dgm:prSet presAssocID="{CE8795CE-A7E4-48B6-BECC-4D6331522D96}" presName="spaceRect" presStyleCnt="0"/>
      <dgm:spPr/>
    </dgm:pt>
    <dgm:pt modelId="{6443E839-71D1-4192-BA0C-20E9C21AEBB0}" type="pres">
      <dgm:prSet presAssocID="{CE8795CE-A7E4-48B6-BECC-4D6331522D96}" presName="parTx" presStyleLbl="revTx" presStyleIdx="0" presStyleCnt="4">
        <dgm:presLayoutVars>
          <dgm:chMax val="0"/>
          <dgm:chPref val="0"/>
        </dgm:presLayoutVars>
      </dgm:prSet>
      <dgm:spPr/>
    </dgm:pt>
    <dgm:pt modelId="{08CF1858-EB64-4D28-84FF-5A999D40F74A}" type="pres">
      <dgm:prSet presAssocID="{3515570D-9FF6-4798-A463-5D10487A84E9}" presName="sibTrans" presStyleCnt="0"/>
      <dgm:spPr/>
    </dgm:pt>
    <dgm:pt modelId="{E3B6D4D4-78CB-4C8D-B5AB-C907AB5A46BB}" type="pres">
      <dgm:prSet presAssocID="{7B61255F-BD39-451B-AC3F-72EA9E767772}" presName="compNode" presStyleCnt="0"/>
      <dgm:spPr/>
    </dgm:pt>
    <dgm:pt modelId="{8246131B-1A34-484C-AF42-DE625F1FEFE6}" type="pres">
      <dgm:prSet presAssocID="{7B61255F-BD39-451B-AC3F-72EA9E767772}" presName="bgRect" presStyleLbl="bgShp" presStyleIdx="1" presStyleCnt="4"/>
      <dgm:spPr/>
    </dgm:pt>
    <dgm:pt modelId="{B33BBD78-0C17-4D56-88C2-05CDB8712D66}" type="pres">
      <dgm:prSet presAssocID="{7B61255F-BD39-451B-AC3F-72EA9E76777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0F21B7DB-012E-43AF-AC32-63BED811DEF5}" type="pres">
      <dgm:prSet presAssocID="{7B61255F-BD39-451B-AC3F-72EA9E767772}" presName="spaceRect" presStyleCnt="0"/>
      <dgm:spPr/>
    </dgm:pt>
    <dgm:pt modelId="{1B342A68-C1B6-4986-854A-EB968BA79214}" type="pres">
      <dgm:prSet presAssocID="{7B61255F-BD39-451B-AC3F-72EA9E767772}" presName="parTx" presStyleLbl="revTx" presStyleIdx="1" presStyleCnt="4">
        <dgm:presLayoutVars>
          <dgm:chMax val="0"/>
          <dgm:chPref val="0"/>
        </dgm:presLayoutVars>
      </dgm:prSet>
      <dgm:spPr/>
    </dgm:pt>
    <dgm:pt modelId="{318936D6-DB31-452C-BD66-4ACAC387A70A}" type="pres">
      <dgm:prSet presAssocID="{B12C919C-43A4-4DC7-8990-1BB83640D2DE}" presName="sibTrans" presStyleCnt="0"/>
      <dgm:spPr/>
    </dgm:pt>
    <dgm:pt modelId="{ADAB8948-E771-443D-ABD2-D9B3663EC42B}" type="pres">
      <dgm:prSet presAssocID="{8B89AA2D-5B4B-414F-8F3E-F1462F006CA9}" presName="compNode" presStyleCnt="0"/>
      <dgm:spPr/>
    </dgm:pt>
    <dgm:pt modelId="{C68AE0D1-B0D3-4192-BF7D-2E5C57FE03E8}" type="pres">
      <dgm:prSet presAssocID="{8B89AA2D-5B4B-414F-8F3E-F1462F006CA9}" presName="bgRect" presStyleLbl="bgShp" presStyleIdx="2" presStyleCnt="4"/>
      <dgm:spPr/>
    </dgm:pt>
    <dgm:pt modelId="{98D0C420-F727-4E8B-AAB9-520777A7F481}" type="pres">
      <dgm:prSet presAssocID="{8B89AA2D-5B4B-414F-8F3E-F1462F006C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955F708-9204-4972-943D-8345311DDF5B}" type="pres">
      <dgm:prSet presAssocID="{8B89AA2D-5B4B-414F-8F3E-F1462F006CA9}" presName="spaceRect" presStyleCnt="0"/>
      <dgm:spPr/>
    </dgm:pt>
    <dgm:pt modelId="{20D40586-D28E-4500-9A07-EAD89F47A17D}" type="pres">
      <dgm:prSet presAssocID="{8B89AA2D-5B4B-414F-8F3E-F1462F006CA9}" presName="parTx" presStyleLbl="revTx" presStyleIdx="2" presStyleCnt="4">
        <dgm:presLayoutVars>
          <dgm:chMax val="0"/>
          <dgm:chPref val="0"/>
        </dgm:presLayoutVars>
      </dgm:prSet>
      <dgm:spPr/>
    </dgm:pt>
    <dgm:pt modelId="{B40BD75B-B774-4A4F-9A68-B9672B5A4E48}" type="pres">
      <dgm:prSet presAssocID="{480CC155-B8E5-409A-80A5-9FE4FFDF5EE3}" presName="sibTrans" presStyleCnt="0"/>
      <dgm:spPr/>
    </dgm:pt>
    <dgm:pt modelId="{2D6A6AE2-2C7C-4402-9CBB-645E4E677B83}" type="pres">
      <dgm:prSet presAssocID="{669679A8-ACA6-4AD5-897F-0B39FF9BE036}" presName="compNode" presStyleCnt="0"/>
      <dgm:spPr/>
    </dgm:pt>
    <dgm:pt modelId="{67E15C18-0259-4D18-B7CD-DFBC28A19E7B}" type="pres">
      <dgm:prSet presAssocID="{669679A8-ACA6-4AD5-897F-0B39FF9BE036}" presName="bgRect" presStyleLbl="bgShp" presStyleIdx="3" presStyleCnt="4"/>
      <dgm:spPr/>
    </dgm:pt>
    <dgm:pt modelId="{543E5F9B-A241-4C0E-925A-CC8C2CD37B9C}" type="pres">
      <dgm:prSet presAssocID="{669679A8-ACA6-4AD5-897F-0B39FF9BE0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B647788-0AAC-4D8E-AD3C-AAC4630198A7}" type="pres">
      <dgm:prSet presAssocID="{669679A8-ACA6-4AD5-897F-0B39FF9BE036}" presName="spaceRect" presStyleCnt="0"/>
      <dgm:spPr/>
    </dgm:pt>
    <dgm:pt modelId="{3225CF6B-B13D-4219-BA2A-D653516001F6}" type="pres">
      <dgm:prSet presAssocID="{669679A8-ACA6-4AD5-897F-0B39FF9BE0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7C61709-F5AC-4060-A8FA-50A101793A5E}" type="presOf" srcId="{7B61255F-BD39-451B-AC3F-72EA9E767772}" destId="{1B342A68-C1B6-4986-854A-EB968BA79214}" srcOrd="0" destOrd="0" presId="urn:microsoft.com/office/officeart/2018/2/layout/IconVerticalSolidList"/>
    <dgm:cxn modelId="{1D4D017A-0908-4801-823E-7B5327B5CD94}" type="presOf" srcId="{8B89AA2D-5B4B-414F-8F3E-F1462F006CA9}" destId="{20D40586-D28E-4500-9A07-EAD89F47A17D}" srcOrd="0" destOrd="0" presId="urn:microsoft.com/office/officeart/2018/2/layout/IconVerticalSolidList"/>
    <dgm:cxn modelId="{906D5D8A-4979-489A-9D4C-75E0702B06BE}" type="presOf" srcId="{669679A8-ACA6-4AD5-897F-0B39FF9BE036}" destId="{3225CF6B-B13D-4219-BA2A-D653516001F6}" srcOrd="0" destOrd="0" presId="urn:microsoft.com/office/officeart/2018/2/layout/IconVerticalSolidList"/>
    <dgm:cxn modelId="{A7BA25A4-C409-46A6-9584-91EE54B1A6A2}" srcId="{896AD1F5-E8FC-4240-A552-198FC4C7032D}" destId="{7B61255F-BD39-451B-AC3F-72EA9E767772}" srcOrd="1" destOrd="0" parTransId="{08BBA563-9431-4F24-A711-8DD4CF9C4DBB}" sibTransId="{B12C919C-43A4-4DC7-8990-1BB83640D2DE}"/>
    <dgm:cxn modelId="{07AC82AA-3BA8-4811-B771-D6588A790500}" type="presOf" srcId="{CE8795CE-A7E4-48B6-BECC-4D6331522D96}" destId="{6443E839-71D1-4192-BA0C-20E9C21AEBB0}" srcOrd="0" destOrd="0" presId="urn:microsoft.com/office/officeart/2018/2/layout/IconVerticalSolidList"/>
    <dgm:cxn modelId="{86B71BBA-7AE8-4065-BD62-8CD60073C00F}" srcId="{896AD1F5-E8FC-4240-A552-198FC4C7032D}" destId="{669679A8-ACA6-4AD5-897F-0B39FF9BE036}" srcOrd="3" destOrd="0" parTransId="{9AFCD2A6-F5C2-49B6-BC5A-F1AC76DE1876}" sibTransId="{DC16EE8D-7E48-417C-9339-EF5718974C8D}"/>
    <dgm:cxn modelId="{2953EEDB-93D0-405F-98EF-890297017127}" srcId="{896AD1F5-E8FC-4240-A552-198FC4C7032D}" destId="{CE8795CE-A7E4-48B6-BECC-4D6331522D96}" srcOrd="0" destOrd="0" parTransId="{5BC26A3F-04F3-415B-802C-7E7339579093}" sibTransId="{3515570D-9FF6-4798-A463-5D10487A84E9}"/>
    <dgm:cxn modelId="{827DC7DF-26A1-418F-AAF3-B118E6E06017}" srcId="{896AD1F5-E8FC-4240-A552-198FC4C7032D}" destId="{8B89AA2D-5B4B-414F-8F3E-F1462F006CA9}" srcOrd="2" destOrd="0" parTransId="{32378067-3928-402A-8965-A846C097CFBD}" sibTransId="{480CC155-B8E5-409A-80A5-9FE4FFDF5EE3}"/>
    <dgm:cxn modelId="{2990ACEC-C437-4093-BC0D-DBD482A8ECD8}" type="presOf" srcId="{896AD1F5-E8FC-4240-A552-198FC4C7032D}" destId="{B9383326-E756-42BE-A006-11C6585F0BDB}" srcOrd="0" destOrd="0" presId="urn:microsoft.com/office/officeart/2018/2/layout/IconVerticalSolidList"/>
    <dgm:cxn modelId="{F77F97A5-3738-4D2F-8F1C-C2BA8CFA34F3}" type="presParOf" srcId="{B9383326-E756-42BE-A006-11C6585F0BDB}" destId="{7B7744C5-A96B-4AB9-ABCC-E671A75C73D2}" srcOrd="0" destOrd="0" presId="urn:microsoft.com/office/officeart/2018/2/layout/IconVerticalSolidList"/>
    <dgm:cxn modelId="{5FAF677F-8889-4A95-8AB4-D88EB661FBCC}" type="presParOf" srcId="{7B7744C5-A96B-4AB9-ABCC-E671A75C73D2}" destId="{E841FA47-C658-4D87-A6C9-404DCE86D75C}" srcOrd="0" destOrd="0" presId="urn:microsoft.com/office/officeart/2018/2/layout/IconVerticalSolidList"/>
    <dgm:cxn modelId="{7F92F30E-6B9A-49BB-9155-FCBA354D286A}" type="presParOf" srcId="{7B7744C5-A96B-4AB9-ABCC-E671A75C73D2}" destId="{6A18279D-262F-47D6-880A-FB5A02497E60}" srcOrd="1" destOrd="0" presId="urn:microsoft.com/office/officeart/2018/2/layout/IconVerticalSolidList"/>
    <dgm:cxn modelId="{1474B700-79F0-4C9D-84A4-50E556C035F5}" type="presParOf" srcId="{7B7744C5-A96B-4AB9-ABCC-E671A75C73D2}" destId="{FC3731B7-ACEA-4925-BD20-6F03F9DB3DDE}" srcOrd="2" destOrd="0" presId="urn:microsoft.com/office/officeart/2018/2/layout/IconVerticalSolidList"/>
    <dgm:cxn modelId="{7B58CD92-5633-4136-AB38-D029B4B2E08B}" type="presParOf" srcId="{7B7744C5-A96B-4AB9-ABCC-E671A75C73D2}" destId="{6443E839-71D1-4192-BA0C-20E9C21AEBB0}" srcOrd="3" destOrd="0" presId="urn:microsoft.com/office/officeart/2018/2/layout/IconVerticalSolidList"/>
    <dgm:cxn modelId="{31543077-72E9-48EC-872B-E5061B1FBF1F}" type="presParOf" srcId="{B9383326-E756-42BE-A006-11C6585F0BDB}" destId="{08CF1858-EB64-4D28-84FF-5A999D40F74A}" srcOrd="1" destOrd="0" presId="urn:microsoft.com/office/officeart/2018/2/layout/IconVerticalSolidList"/>
    <dgm:cxn modelId="{919A465F-D05C-4CC7-8B05-20522EBFBE2C}" type="presParOf" srcId="{B9383326-E756-42BE-A006-11C6585F0BDB}" destId="{E3B6D4D4-78CB-4C8D-B5AB-C907AB5A46BB}" srcOrd="2" destOrd="0" presId="urn:microsoft.com/office/officeart/2018/2/layout/IconVerticalSolidList"/>
    <dgm:cxn modelId="{991D54E8-520E-40EC-8499-7CCBCE4E74AF}" type="presParOf" srcId="{E3B6D4D4-78CB-4C8D-B5AB-C907AB5A46BB}" destId="{8246131B-1A34-484C-AF42-DE625F1FEFE6}" srcOrd="0" destOrd="0" presId="urn:microsoft.com/office/officeart/2018/2/layout/IconVerticalSolidList"/>
    <dgm:cxn modelId="{F3325854-C01F-49F7-8E22-7E6B0D0395D0}" type="presParOf" srcId="{E3B6D4D4-78CB-4C8D-B5AB-C907AB5A46BB}" destId="{B33BBD78-0C17-4D56-88C2-05CDB8712D66}" srcOrd="1" destOrd="0" presId="urn:microsoft.com/office/officeart/2018/2/layout/IconVerticalSolidList"/>
    <dgm:cxn modelId="{9E78733D-3963-4BCD-9B0E-91D0635E550E}" type="presParOf" srcId="{E3B6D4D4-78CB-4C8D-B5AB-C907AB5A46BB}" destId="{0F21B7DB-012E-43AF-AC32-63BED811DEF5}" srcOrd="2" destOrd="0" presId="urn:microsoft.com/office/officeart/2018/2/layout/IconVerticalSolidList"/>
    <dgm:cxn modelId="{A2F64AFD-85EC-408A-B41F-989E5B8D1D71}" type="presParOf" srcId="{E3B6D4D4-78CB-4C8D-B5AB-C907AB5A46BB}" destId="{1B342A68-C1B6-4986-854A-EB968BA79214}" srcOrd="3" destOrd="0" presId="urn:microsoft.com/office/officeart/2018/2/layout/IconVerticalSolidList"/>
    <dgm:cxn modelId="{2AAA0AFF-143D-44B5-AD5F-C7DE8E000EB2}" type="presParOf" srcId="{B9383326-E756-42BE-A006-11C6585F0BDB}" destId="{318936D6-DB31-452C-BD66-4ACAC387A70A}" srcOrd="3" destOrd="0" presId="urn:microsoft.com/office/officeart/2018/2/layout/IconVerticalSolidList"/>
    <dgm:cxn modelId="{59673DE2-7EFA-4556-AB58-5E07420A3F96}" type="presParOf" srcId="{B9383326-E756-42BE-A006-11C6585F0BDB}" destId="{ADAB8948-E771-443D-ABD2-D9B3663EC42B}" srcOrd="4" destOrd="0" presId="urn:microsoft.com/office/officeart/2018/2/layout/IconVerticalSolidList"/>
    <dgm:cxn modelId="{50F4B204-8992-496E-9C9E-E5C84E60A5E4}" type="presParOf" srcId="{ADAB8948-E771-443D-ABD2-D9B3663EC42B}" destId="{C68AE0D1-B0D3-4192-BF7D-2E5C57FE03E8}" srcOrd="0" destOrd="0" presId="urn:microsoft.com/office/officeart/2018/2/layout/IconVerticalSolidList"/>
    <dgm:cxn modelId="{81ADE6B1-159E-4825-857A-F7F5170C926E}" type="presParOf" srcId="{ADAB8948-E771-443D-ABD2-D9B3663EC42B}" destId="{98D0C420-F727-4E8B-AAB9-520777A7F481}" srcOrd="1" destOrd="0" presId="urn:microsoft.com/office/officeart/2018/2/layout/IconVerticalSolidList"/>
    <dgm:cxn modelId="{51E1F28E-9164-466B-B8AA-66C6884F9A05}" type="presParOf" srcId="{ADAB8948-E771-443D-ABD2-D9B3663EC42B}" destId="{2955F708-9204-4972-943D-8345311DDF5B}" srcOrd="2" destOrd="0" presId="urn:microsoft.com/office/officeart/2018/2/layout/IconVerticalSolidList"/>
    <dgm:cxn modelId="{A40DC79B-4BCD-4952-B523-72D1F8C2A7CB}" type="presParOf" srcId="{ADAB8948-E771-443D-ABD2-D9B3663EC42B}" destId="{20D40586-D28E-4500-9A07-EAD89F47A17D}" srcOrd="3" destOrd="0" presId="urn:microsoft.com/office/officeart/2018/2/layout/IconVerticalSolidList"/>
    <dgm:cxn modelId="{A53AC8FF-6552-493C-A69B-72E1BA068322}" type="presParOf" srcId="{B9383326-E756-42BE-A006-11C6585F0BDB}" destId="{B40BD75B-B774-4A4F-9A68-B9672B5A4E48}" srcOrd="5" destOrd="0" presId="urn:microsoft.com/office/officeart/2018/2/layout/IconVerticalSolidList"/>
    <dgm:cxn modelId="{27EFB35A-6814-4FFB-B8CA-4D7E281DB582}" type="presParOf" srcId="{B9383326-E756-42BE-A006-11C6585F0BDB}" destId="{2D6A6AE2-2C7C-4402-9CBB-645E4E677B83}" srcOrd="6" destOrd="0" presId="urn:microsoft.com/office/officeart/2018/2/layout/IconVerticalSolidList"/>
    <dgm:cxn modelId="{ACC0CB5F-9A1D-4181-B821-EA982579FE8D}" type="presParOf" srcId="{2D6A6AE2-2C7C-4402-9CBB-645E4E677B83}" destId="{67E15C18-0259-4D18-B7CD-DFBC28A19E7B}" srcOrd="0" destOrd="0" presId="urn:microsoft.com/office/officeart/2018/2/layout/IconVerticalSolidList"/>
    <dgm:cxn modelId="{ABEDD763-675F-48B4-AE45-78C2A0E22C04}" type="presParOf" srcId="{2D6A6AE2-2C7C-4402-9CBB-645E4E677B83}" destId="{543E5F9B-A241-4C0E-925A-CC8C2CD37B9C}" srcOrd="1" destOrd="0" presId="urn:microsoft.com/office/officeart/2018/2/layout/IconVerticalSolidList"/>
    <dgm:cxn modelId="{539E95BE-FF8E-4EFB-B601-F50268BBC75D}" type="presParOf" srcId="{2D6A6AE2-2C7C-4402-9CBB-645E4E677B83}" destId="{5B647788-0AAC-4D8E-AD3C-AAC4630198A7}" srcOrd="2" destOrd="0" presId="urn:microsoft.com/office/officeart/2018/2/layout/IconVerticalSolidList"/>
    <dgm:cxn modelId="{BDCF7D37-EC92-4A8F-B0DB-B980E9677615}" type="presParOf" srcId="{2D6A6AE2-2C7C-4402-9CBB-645E4E677B83}" destId="{3225CF6B-B13D-4219-BA2A-D653516001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2DB974-AA6B-42FC-BC17-B6EBF6ED51D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DBBD4C-6E10-4B50-B403-23292D1CC651}">
      <dgm:prSet custT="1"/>
      <dgm:spPr/>
      <dgm:t>
        <a:bodyPr/>
        <a:lstStyle/>
        <a:p>
          <a:r>
            <a:rPr lang="en-US" sz="2800" i="0" baseline="0" dirty="0"/>
            <a:t>Management Events:</a:t>
          </a:r>
          <a:endParaRPr lang="en-US" sz="2800" dirty="0"/>
        </a:p>
      </dgm:t>
    </dgm:pt>
    <dgm:pt modelId="{0245D8A0-1FAF-4F9A-A43B-6DA28E38B1AD}" type="parTrans" cxnId="{EF344B69-95B4-4389-AD36-0DF6C86D82DB}">
      <dgm:prSet/>
      <dgm:spPr/>
      <dgm:t>
        <a:bodyPr/>
        <a:lstStyle/>
        <a:p>
          <a:endParaRPr lang="en-US"/>
        </a:p>
      </dgm:t>
    </dgm:pt>
    <dgm:pt modelId="{2A158576-948D-4C3E-845F-17AA9853208F}" type="sibTrans" cxnId="{EF344B69-95B4-4389-AD36-0DF6C86D82DB}">
      <dgm:prSet/>
      <dgm:spPr/>
      <dgm:t>
        <a:bodyPr/>
        <a:lstStyle/>
        <a:p>
          <a:endParaRPr lang="en-US"/>
        </a:p>
      </dgm:t>
    </dgm:pt>
    <dgm:pt modelId="{BA20C0D4-1562-4AF2-A215-B84065C5656B}">
      <dgm:prSet custT="1"/>
      <dgm:spPr/>
      <dgm:t>
        <a:bodyPr/>
        <a:lstStyle/>
        <a:p>
          <a:r>
            <a:rPr lang="en-US" sz="2200" i="0" baseline="0" dirty="0"/>
            <a:t>Actions on AWS resources (e.g., </a:t>
          </a:r>
          <a:r>
            <a:rPr lang="en-US" sz="2200" i="0" baseline="0" dirty="0" err="1"/>
            <a:t>CreateBucket</a:t>
          </a:r>
          <a:r>
            <a:rPr lang="en-US" sz="2200" i="0" baseline="0" dirty="0"/>
            <a:t>, </a:t>
          </a:r>
          <a:r>
            <a:rPr lang="en-US" sz="2200" i="0" baseline="0" dirty="0" err="1"/>
            <a:t>StartInstances</a:t>
          </a:r>
          <a:r>
            <a:rPr lang="en-US" sz="2200" i="0" baseline="0" dirty="0"/>
            <a:t>).</a:t>
          </a:r>
          <a:endParaRPr lang="en-US" sz="2200" dirty="0"/>
        </a:p>
      </dgm:t>
    </dgm:pt>
    <dgm:pt modelId="{4638E88F-CA1D-4184-B819-7C41C6E578E2}" type="parTrans" cxnId="{374E8796-0D09-4AF1-B78D-3602A7E972D5}">
      <dgm:prSet/>
      <dgm:spPr/>
      <dgm:t>
        <a:bodyPr/>
        <a:lstStyle/>
        <a:p>
          <a:endParaRPr lang="en-US"/>
        </a:p>
      </dgm:t>
    </dgm:pt>
    <dgm:pt modelId="{0BC88590-66B4-4026-8749-08547E817C43}" type="sibTrans" cxnId="{374E8796-0D09-4AF1-B78D-3602A7E972D5}">
      <dgm:prSet/>
      <dgm:spPr/>
      <dgm:t>
        <a:bodyPr/>
        <a:lstStyle/>
        <a:p>
          <a:endParaRPr lang="en-US"/>
        </a:p>
      </dgm:t>
    </dgm:pt>
    <dgm:pt modelId="{0537E332-196C-435D-B836-B91911419203}">
      <dgm:prSet custT="1"/>
      <dgm:spPr/>
      <dgm:t>
        <a:bodyPr/>
        <a:lstStyle/>
        <a:p>
          <a:r>
            <a:rPr lang="en-US" sz="2200" i="0" baseline="0" dirty="0"/>
            <a:t>Logged by default for all trails.</a:t>
          </a:r>
          <a:endParaRPr lang="en-US" sz="2200" dirty="0"/>
        </a:p>
      </dgm:t>
    </dgm:pt>
    <dgm:pt modelId="{CC4A8479-AA6B-4D95-9371-3EA5B0631353}" type="parTrans" cxnId="{82F8B2CC-8EC4-4D66-980A-DC895F5ECFF7}">
      <dgm:prSet/>
      <dgm:spPr/>
      <dgm:t>
        <a:bodyPr/>
        <a:lstStyle/>
        <a:p>
          <a:endParaRPr lang="en-US"/>
        </a:p>
      </dgm:t>
    </dgm:pt>
    <dgm:pt modelId="{B047976E-9C87-4831-BB57-2B182F83EB09}" type="sibTrans" cxnId="{82F8B2CC-8EC4-4D66-980A-DC895F5ECFF7}">
      <dgm:prSet/>
      <dgm:spPr/>
      <dgm:t>
        <a:bodyPr/>
        <a:lstStyle/>
        <a:p>
          <a:endParaRPr lang="en-US"/>
        </a:p>
      </dgm:t>
    </dgm:pt>
    <dgm:pt modelId="{EFF6E82D-172A-42EF-9DC3-C798C4A792CE}">
      <dgm:prSet custT="1"/>
      <dgm:spPr/>
      <dgm:t>
        <a:bodyPr/>
        <a:lstStyle/>
        <a:p>
          <a:r>
            <a:rPr lang="en-US" sz="2800" i="0" baseline="0" dirty="0"/>
            <a:t>Data Events:</a:t>
          </a:r>
          <a:endParaRPr lang="en-US" sz="2800" dirty="0"/>
        </a:p>
      </dgm:t>
    </dgm:pt>
    <dgm:pt modelId="{5ABA0385-0BE4-48D1-97C9-FD86074EBA2E}" type="parTrans" cxnId="{2233E386-A350-4C4F-92BE-9A054B122647}">
      <dgm:prSet/>
      <dgm:spPr/>
      <dgm:t>
        <a:bodyPr/>
        <a:lstStyle/>
        <a:p>
          <a:endParaRPr lang="en-US"/>
        </a:p>
      </dgm:t>
    </dgm:pt>
    <dgm:pt modelId="{E042819B-B586-4B7F-802D-1759833F59F4}" type="sibTrans" cxnId="{2233E386-A350-4C4F-92BE-9A054B122647}">
      <dgm:prSet/>
      <dgm:spPr/>
      <dgm:t>
        <a:bodyPr/>
        <a:lstStyle/>
        <a:p>
          <a:endParaRPr lang="en-US"/>
        </a:p>
      </dgm:t>
    </dgm:pt>
    <dgm:pt modelId="{FBA8AA59-83E5-4B14-A9B0-72217CB6778E}">
      <dgm:prSet custT="1"/>
      <dgm:spPr/>
      <dgm:t>
        <a:bodyPr/>
        <a:lstStyle/>
        <a:p>
          <a:r>
            <a:rPr lang="en-US" sz="2200" i="0" baseline="0" dirty="0"/>
            <a:t>High-volume, object-level actions.</a:t>
          </a:r>
          <a:endParaRPr lang="en-US" sz="2200" dirty="0"/>
        </a:p>
      </dgm:t>
    </dgm:pt>
    <dgm:pt modelId="{BA393277-837D-4314-9F03-347B50035175}" type="parTrans" cxnId="{ACA71323-C1DF-4CA9-A6C7-0086924E610D}">
      <dgm:prSet/>
      <dgm:spPr/>
      <dgm:t>
        <a:bodyPr/>
        <a:lstStyle/>
        <a:p>
          <a:endParaRPr lang="en-US"/>
        </a:p>
      </dgm:t>
    </dgm:pt>
    <dgm:pt modelId="{A0D6DEDE-F65D-4869-A056-069CE9C7A1E9}" type="sibTrans" cxnId="{ACA71323-C1DF-4CA9-A6C7-0086924E610D}">
      <dgm:prSet/>
      <dgm:spPr/>
      <dgm:t>
        <a:bodyPr/>
        <a:lstStyle/>
        <a:p>
          <a:endParaRPr lang="en-US"/>
        </a:p>
      </dgm:t>
    </dgm:pt>
    <dgm:pt modelId="{41A3FB07-0AB3-4767-9D5A-231AD29069BF}">
      <dgm:prSet custT="1"/>
      <dgm:spPr/>
      <dgm:t>
        <a:bodyPr/>
        <a:lstStyle/>
        <a:p>
          <a:r>
            <a:rPr lang="en-US" sz="2200" i="0" baseline="0" dirty="0"/>
            <a:t>Example: S3 </a:t>
          </a:r>
          <a:r>
            <a:rPr lang="en-US" sz="2200" i="0" baseline="0" dirty="0" err="1"/>
            <a:t>GetObject</a:t>
          </a:r>
          <a:r>
            <a:rPr lang="en-US" sz="2200" i="0" baseline="0" dirty="0"/>
            <a:t>, Lambda </a:t>
          </a:r>
          <a:r>
            <a:rPr lang="en-US" sz="2200" i="0" baseline="0" dirty="0" err="1"/>
            <a:t>InvokeFunction</a:t>
          </a:r>
          <a:r>
            <a:rPr lang="en-US" sz="2200" i="0" baseline="0" dirty="0"/>
            <a:t>.</a:t>
          </a:r>
          <a:endParaRPr lang="en-US" sz="2200" dirty="0"/>
        </a:p>
      </dgm:t>
    </dgm:pt>
    <dgm:pt modelId="{DE031FD1-AC3F-4242-B305-A78569AF1BB9}" type="parTrans" cxnId="{1B391C8C-6BF3-48B8-8E2B-8917630CDDEF}">
      <dgm:prSet/>
      <dgm:spPr/>
      <dgm:t>
        <a:bodyPr/>
        <a:lstStyle/>
        <a:p>
          <a:endParaRPr lang="en-US"/>
        </a:p>
      </dgm:t>
    </dgm:pt>
    <dgm:pt modelId="{CAFF8C43-7BAE-4F45-90A6-0FBDB4B4ABA3}" type="sibTrans" cxnId="{1B391C8C-6BF3-48B8-8E2B-8917630CDDEF}">
      <dgm:prSet/>
      <dgm:spPr/>
      <dgm:t>
        <a:bodyPr/>
        <a:lstStyle/>
        <a:p>
          <a:endParaRPr lang="en-US"/>
        </a:p>
      </dgm:t>
    </dgm:pt>
    <dgm:pt modelId="{31AB2EA8-C349-4AF0-9FF4-91F75821BE23}">
      <dgm:prSet custT="1"/>
      <dgm:spPr/>
      <dgm:t>
        <a:bodyPr/>
        <a:lstStyle/>
        <a:p>
          <a:r>
            <a:rPr lang="en-US" sz="2800" i="0" baseline="0" dirty="0"/>
            <a:t>Insights</a:t>
          </a:r>
          <a:r>
            <a:rPr lang="en-US" sz="3100" i="0" baseline="0" dirty="0"/>
            <a:t> </a:t>
          </a:r>
          <a:r>
            <a:rPr lang="en-US" sz="2800" i="0" baseline="0" dirty="0"/>
            <a:t>Events</a:t>
          </a:r>
          <a:r>
            <a:rPr lang="en-US" sz="3100" i="0" baseline="0" dirty="0"/>
            <a:t>:</a:t>
          </a:r>
          <a:endParaRPr lang="en-US" sz="3100" dirty="0"/>
        </a:p>
      </dgm:t>
    </dgm:pt>
    <dgm:pt modelId="{DD473956-8303-4175-83FD-DDC3728E185A}" type="parTrans" cxnId="{7E7F5A72-AAED-4AE3-B6E9-10C5DD7BC9DD}">
      <dgm:prSet/>
      <dgm:spPr/>
      <dgm:t>
        <a:bodyPr/>
        <a:lstStyle/>
        <a:p>
          <a:endParaRPr lang="en-US"/>
        </a:p>
      </dgm:t>
    </dgm:pt>
    <dgm:pt modelId="{1587B18B-7981-4A97-933E-4784F1E7FB14}" type="sibTrans" cxnId="{7E7F5A72-AAED-4AE3-B6E9-10C5DD7BC9DD}">
      <dgm:prSet/>
      <dgm:spPr/>
      <dgm:t>
        <a:bodyPr/>
        <a:lstStyle/>
        <a:p>
          <a:endParaRPr lang="en-US"/>
        </a:p>
      </dgm:t>
    </dgm:pt>
    <dgm:pt modelId="{52BBAA9F-0B08-43B3-A444-F32EB53B067C}">
      <dgm:prSet custT="1"/>
      <dgm:spPr/>
      <dgm:t>
        <a:bodyPr/>
        <a:lstStyle/>
        <a:p>
          <a:r>
            <a:rPr lang="en-US" sz="2200" i="0" baseline="0" dirty="0"/>
            <a:t>Detect unusual behavior such as increased API failures or volume spikes.</a:t>
          </a:r>
          <a:endParaRPr lang="en-US" sz="2200" dirty="0"/>
        </a:p>
      </dgm:t>
    </dgm:pt>
    <dgm:pt modelId="{1A66DDBD-E2F8-49A1-A4F3-46D9661D091E}" type="parTrans" cxnId="{5AAA2709-21C6-4749-8CDC-388BED2DBD10}">
      <dgm:prSet/>
      <dgm:spPr/>
      <dgm:t>
        <a:bodyPr/>
        <a:lstStyle/>
        <a:p>
          <a:endParaRPr lang="en-US"/>
        </a:p>
      </dgm:t>
    </dgm:pt>
    <dgm:pt modelId="{FE3D036E-B5F8-4CE2-BE03-A2FA0570DD17}" type="sibTrans" cxnId="{5AAA2709-21C6-4749-8CDC-388BED2DBD10}">
      <dgm:prSet/>
      <dgm:spPr/>
      <dgm:t>
        <a:bodyPr/>
        <a:lstStyle/>
        <a:p>
          <a:endParaRPr lang="en-US"/>
        </a:p>
      </dgm:t>
    </dgm:pt>
    <dgm:pt modelId="{90530279-7F68-46A2-8476-C90FCA870AC0}" type="pres">
      <dgm:prSet presAssocID="{5A2DB974-AA6B-42FC-BC17-B6EBF6ED51D1}" presName="linear" presStyleCnt="0">
        <dgm:presLayoutVars>
          <dgm:animLvl val="lvl"/>
          <dgm:resizeHandles val="exact"/>
        </dgm:presLayoutVars>
      </dgm:prSet>
      <dgm:spPr/>
    </dgm:pt>
    <dgm:pt modelId="{35B100F8-E17F-40E4-9883-8C1A05EDAA35}" type="pres">
      <dgm:prSet presAssocID="{6FDBBD4C-6E10-4B50-B403-23292D1CC65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53281D2-DFD0-4632-ADFA-EFF52D0DDC22}" type="pres">
      <dgm:prSet presAssocID="{6FDBBD4C-6E10-4B50-B403-23292D1CC651}" presName="childText" presStyleLbl="revTx" presStyleIdx="0" presStyleCnt="3">
        <dgm:presLayoutVars>
          <dgm:bulletEnabled val="1"/>
        </dgm:presLayoutVars>
      </dgm:prSet>
      <dgm:spPr/>
    </dgm:pt>
    <dgm:pt modelId="{22BF49C9-3540-4B56-82F0-E121B665E08E}" type="pres">
      <dgm:prSet presAssocID="{EFF6E82D-172A-42EF-9DC3-C798C4A792C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36A5FDF-D6C5-4932-BAC5-1DDE68FF372F}" type="pres">
      <dgm:prSet presAssocID="{EFF6E82D-172A-42EF-9DC3-C798C4A792CE}" presName="childText" presStyleLbl="revTx" presStyleIdx="1" presStyleCnt="3">
        <dgm:presLayoutVars>
          <dgm:bulletEnabled val="1"/>
        </dgm:presLayoutVars>
      </dgm:prSet>
      <dgm:spPr/>
    </dgm:pt>
    <dgm:pt modelId="{F6E7D217-97E3-49A0-8768-A7AC717E035E}" type="pres">
      <dgm:prSet presAssocID="{31AB2EA8-C349-4AF0-9FF4-91F75821BE2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E7C1ED3-2DB8-45D7-B692-AD9F96F898E4}" type="pres">
      <dgm:prSet presAssocID="{31AB2EA8-C349-4AF0-9FF4-91F75821BE2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AAA2709-21C6-4749-8CDC-388BED2DBD10}" srcId="{31AB2EA8-C349-4AF0-9FF4-91F75821BE23}" destId="{52BBAA9F-0B08-43B3-A444-F32EB53B067C}" srcOrd="0" destOrd="0" parTransId="{1A66DDBD-E2F8-49A1-A4F3-46D9661D091E}" sibTransId="{FE3D036E-B5F8-4CE2-BE03-A2FA0570DD17}"/>
    <dgm:cxn modelId="{ACA71323-C1DF-4CA9-A6C7-0086924E610D}" srcId="{EFF6E82D-172A-42EF-9DC3-C798C4A792CE}" destId="{FBA8AA59-83E5-4B14-A9B0-72217CB6778E}" srcOrd="0" destOrd="0" parTransId="{BA393277-837D-4314-9F03-347B50035175}" sibTransId="{A0D6DEDE-F65D-4869-A056-069CE9C7A1E9}"/>
    <dgm:cxn modelId="{CE8A0D31-8DBB-439A-B9E2-A2E00767344C}" type="presOf" srcId="{0537E332-196C-435D-B836-B91911419203}" destId="{253281D2-DFD0-4632-ADFA-EFF52D0DDC22}" srcOrd="0" destOrd="1" presId="urn:microsoft.com/office/officeart/2005/8/layout/vList2"/>
    <dgm:cxn modelId="{ACCB3060-D734-421F-86B6-2FA2E8CDAD5C}" type="presOf" srcId="{BA20C0D4-1562-4AF2-A215-B84065C5656B}" destId="{253281D2-DFD0-4632-ADFA-EFF52D0DDC22}" srcOrd="0" destOrd="0" presId="urn:microsoft.com/office/officeart/2005/8/layout/vList2"/>
    <dgm:cxn modelId="{EF344B69-95B4-4389-AD36-0DF6C86D82DB}" srcId="{5A2DB974-AA6B-42FC-BC17-B6EBF6ED51D1}" destId="{6FDBBD4C-6E10-4B50-B403-23292D1CC651}" srcOrd="0" destOrd="0" parTransId="{0245D8A0-1FAF-4F9A-A43B-6DA28E38B1AD}" sibTransId="{2A158576-948D-4C3E-845F-17AA9853208F}"/>
    <dgm:cxn modelId="{71880F6C-38FB-47D2-AB75-9A1F58DEDD32}" type="presOf" srcId="{31AB2EA8-C349-4AF0-9FF4-91F75821BE23}" destId="{F6E7D217-97E3-49A0-8768-A7AC717E035E}" srcOrd="0" destOrd="0" presId="urn:microsoft.com/office/officeart/2005/8/layout/vList2"/>
    <dgm:cxn modelId="{4DC9E470-E334-466B-AAF5-865D6D325821}" type="presOf" srcId="{FBA8AA59-83E5-4B14-A9B0-72217CB6778E}" destId="{A36A5FDF-D6C5-4932-BAC5-1DDE68FF372F}" srcOrd="0" destOrd="0" presId="urn:microsoft.com/office/officeart/2005/8/layout/vList2"/>
    <dgm:cxn modelId="{7E7F5A72-AAED-4AE3-B6E9-10C5DD7BC9DD}" srcId="{5A2DB974-AA6B-42FC-BC17-B6EBF6ED51D1}" destId="{31AB2EA8-C349-4AF0-9FF4-91F75821BE23}" srcOrd="2" destOrd="0" parTransId="{DD473956-8303-4175-83FD-DDC3728E185A}" sibTransId="{1587B18B-7981-4A97-933E-4784F1E7FB14}"/>
    <dgm:cxn modelId="{B8849A7B-F835-4B7E-A999-238C318E0807}" type="presOf" srcId="{5A2DB974-AA6B-42FC-BC17-B6EBF6ED51D1}" destId="{90530279-7F68-46A2-8476-C90FCA870AC0}" srcOrd="0" destOrd="0" presId="urn:microsoft.com/office/officeart/2005/8/layout/vList2"/>
    <dgm:cxn modelId="{2233E386-A350-4C4F-92BE-9A054B122647}" srcId="{5A2DB974-AA6B-42FC-BC17-B6EBF6ED51D1}" destId="{EFF6E82D-172A-42EF-9DC3-C798C4A792CE}" srcOrd="1" destOrd="0" parTransId="{5ABA0385-0BE4-48D1-97C9-FD86074EBA2E}" sibTransId="{E042819B-B586-4B7F-802D-1759833F59F4}"/>
    <dgm:cxn modelId="{1B391C8C-6BF3-48B8-8E2B-8917630CDDEF}" srcId="{EFF6E82D-172A-42EF-9DC3-C798C4A792CE}" destId="{41A3FB07-0AB3-4767-9D5A-231AD29069BF}" srcOrd="1" destOrd="0" parTransId="{DE031FD1-AC3F-4242-B305-A78569AF1BB9}" sibTransId="{CAFF8C43-7BAE-4F45-90A6-0FBDB4B4ABA3}"/>
    <dgm:cxn modelId="{374E8796-0D09-4AF1-B78D-3602A7E972D5}" srcId="{6FDBBD4C-6E10-4B50-B403-23292D1CC651}" destId="{BA20C0D4-1562-4AF2-A215-B84065C5656B}" srcOrd="0" destOrd="0" parTransId="{4638E88F-CA1D-4184-B819-7C41C6E578E2}" sibTransId="{0BC88590-66B4-4026-8749-08547E817C43}"/>
    <dgm:cxn modelId="{8313F499-2B1F-403A-A12F-F21B87D40C09}" type="presOf" srcId="{41A3FB07-0AB3-4767-9D5A-231AD29069BF}" destId="{A36A5FDF-D6C5-4932-BAC5-1DDE68FF372F}" srcOrd="0" destOrd="1" presId="urn:microsoft.com/office/officeart/2005/8/layout/vList2"/>
    <dgm:cxn modelId="{6FF7F1C6-4F04-4F08-ABCA-8337C94E0E29}" type="presOf" srcId="{6FDBBD4C-6E10-4B50-B403-23292D1CC651}" destId="{35B100F8-E17F-40E4-9883-8C1A05EDAA35}" srcOrd="0" destOrd="0" presId="urn:microsoft.com/office/officeart/2005/8/layout/vList2"/>
    <dgm:cxn modelId="{82F8B2CC-8EC4-4D66-980A-DC895F5ECFF7}" srcId="{6FDBBD4C-6E10-4B50-B403-23292D1CC651}" destId="{0537E332-196C-435D-B836-B91911419203}" srcOrd="1" destOrd="0" parTransId="{CC4A8479-AA6B-4D95-9371-3EA5B0631353}" sibTransId="{B047976E-9C87-4831-BB57-2B182F83EB09}"/>
    <dgm:cxn modelId="{431312CF-7040-4CFF-811F-43DD9DAAEAD3}" type="presOf" srcId="{52BBAA9F-0B08-43B3-A444-F32EB53B067C}" destId="{5E7C1ED3-2DB8-45D7-B692-AD9F96F898E4}" srcOrd="0" destOrd="0" presId="urn:microsoft.com/office/officeart/2005/8/layout/vList2"/>
    <dgm:cxn modelId="{0B2C49FF-6201-478E-91FC-A8ED3BC64C42}" type="presOf" srcId="{EFF6E82D-172A-42EF-9DC3-C798C4A792CE}" destId="{22BF49C9-3540-4B56-82F0-E121B665E08E}" srcOrd="0" destOrd="0" presId="urn:microsoft.com/office/officeart/2005/8/layout/vList2"/>
    <dgm:cxn modelId="{477626E4-96BB-43BA-A48B-C2E210BFD972}" type="presParOf" srcId="{90530279-7F68-46A2-8476-C90FCA870AC0}" destId="{35B100F8-E17F-40E4-9883-8C1A05EDAA35}" srcOrd="0" destOrd="0" presId="urn:microsoft.com/office/officeart/2005/8/layout/vList2"/>
    <dgm:cxn modelId="{C7CFC5F2-DA18-4C96-8113-9A6661AC41AB}" type="presParOf" srcId="{90530279-7F68-46A2-8476-C90FCA870AC0}" destId="{253281D2-DFD0-4632-ADFA-EFF52D0DDC22}" srcOrd="1" destOrd="0" presId="urn:microsoft.com/office/officeart/2005/8/layout/vList2"/>
    <dgm:cxn modelId="{49EB5F93-369A-43C9-9BCB-285D41914DB1}" type="presParOf" srcId="{90530279-7F68-46A2-8476-C90FCA870AC0}" destId="{22BF49C9-3540-4B56-82F0-E121B665E08E}" srcOrd="2" destOrd="0" presId="urn:microsoft.com/office/officeart/2005/8/layout/vList2"/>
    <dgm:cxn modelId="{20B9FB6D-7158-43AD-9237-547AE114A4A3}" type="presParOf" srcId="{90530279-7F68-46A2-8476-C90FCA870AC0}" destId="{A36A5FDF-D6C5-4932-BAC5-1DDE68FF372F}" srcOrd="3" destOrd="0" presId="urn:microsoft.com/office/officeart/2005/8/layout/vList2"/>
    <dgm:cxn modelId="{A830BE43-6BCE-45AD-A3A7-987BD48FD77F}" type="presParOf" srcId="{90530279-7F68-46A2-8476-C90FCA870AC0}" destId="{F6E7D217-97E3-49A0-8768-A7AC717E035E}" srcOrd="4" destOrd="0" presId="urn:microsoft.com/office/officeart/2005/8/layout/vList2"/>
    <dgm:cxn modelId="{0A09F507-BD14-4884-8AB7-C784879449FC}" type="presParOf" srcId="{90530279-7F68-46A2-8476-C90FCA870AC0}" destId="{5E7C1ED3-2DB8-45D7-B692-AD9F96F898E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B35928-50E4-4B5D-9C41-295C23F0F4C3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1ECEE3B-C35C-49CE-9425-093690E22ABD}">
      <dgm:prSet/>
      <dgm:spPr/>
      <dgm:t>
        <a:bodyPr/>
        <a:lstStyle/>
        <a:p>
          <a:r>
            <a:rPr lang="en-US"/>
            <a:t>Each event is in JSON format, containing:</a:t>
          </a:r>
        </a:p>
      </dgm:t>
    </dgm:pt>
    <dgm:pt modelId="{62729D48-AD1B-4ABE-AB05-8523B0B112D5}" type="parTrans" cxnId="{1B559DF9-FA06-4AC3-AC83-C845F41E7E00}">
      <dgm:prSet/>
      <dgm:spPr/>
      <dgm:t>
        <a:bodyPr/>
        <a:lstStyle/>
        <a:p>
          <a:endParaRPr lang="en-US"/>
        </a:p>
      </dgm:t>
    </dgm:pt>
    <dgm:pt modelId="{9446D05D-13F3-4DDA-889F-A1C9256B4C46}" type="sibTrans" cxnId="{1B559DF9-FA06-4AC3-AC83-C845F41E7E00}">
      <dgm:prSet/>
      <dgm:spPr/>
      <dgm:t>
        <a:bodyPr/>
        <a:lstStyle/>
        <a:p>
          <a:endParaRPr lang="en-US"/>
        </a:p>
      </dgm:t>
    </dgm:pt>
    <dgm:pt modelId="{372C2724-3317-4AA0-AF76-30FB9B32312B}">
      <dgm:prSet/>
      <dgm:spPr/>
      <dgm:t>
        <a:bodyPr/>
        <a:lstStyle/>
        <a:p>
          <a:r>
            <a:rPr lang="en-US"/>
            <a:t>EventTime: When the action happened.</a:t>
          </a:r>
        </a:p>
      </dgm:t>
    </dgm:pt>
    <dgm:pt modelId="{7EFCEC07-D507-4D0D-9A96-92EF9DCD6F3F}" type="parTrans" cxnId="{074B38FF-8D19-4706-8AE8-E4AE91DAFB21}">
      <dgm:prSet/>
      <dgm:spPr/>
      <dgm:t>
        <a:bodyPr/>
        <a:lstStyle/>
        <a:p>
          <a:endParaRPr lang="en-US"/>
        </a:p>
      </dgm:t>
    </dgm:pt>
    <dgm:pt modelId="{B19274AB-2124-4F10-9123-4F62E234E069}" type="sibTrans" cxnId="{074B38FF-8D19-4706-8AE8-E4AE91DAFB21}">
      <dgm:prSet/>
      <dgm:spPr/>
      <dgm:t>
        <a:bodyPr/>
        <a:lstStyle/>
        <a:p>
          <a:endParaRPr lang="en-US"/>
        </a:p>
      </dgm:t>
    </dgm:pt>
    <dgm:pt modelId="{07CE3890-B4EA-46ED-BA57-E687BB6B6346}">
      <dgm:prSet/>
      <dgm:spPr/>
      <dgm:t>
        <a:bodyPr/>
        <a:lstStyle/>
        <a:p>
          <a:r>
            <a:rPr lang="en-US"/>
            <a:t>EventSource: Service name (e.g., ec2.amazonaws.com).</a:t>
          </a:r>
        </a:p>
      </dgm:t>
    </dgm:pt>
    <dgm:pt modelId="{D315B4F1-44BD-4D79-BFD3-DF75DC603E20}" type="parTrans" cxnId="{B4255519-71F1-422D-86B0-C0F9441BC698}">
      <dgm:prSet/>
      <dgm:spPr/>
      <dgm:t>
        <a:bodyPr/>
        <a:lstStyle/>
        <a:p>
          <a:endParaRPr lang="en-US"/>
        </a:p>
      </dgm:t>
    </dgm:pt>
    <dgm:pt modelId="{84B61588-E82E-4BCA-B144-F3504E26FDFC}" type="sibTrans" cxnId="{B4255519-71F1-422D-86B0-C0F9441BC698}">
      <dgm:prSet/>
      <dgm:spPr/>
      <dgm:t>
        <a:bodyPr/>
        <a:lstStyle/>
        <a:p>
          <a:endParaRPr lang="en-US"/>
        </a:p>
      </dgm:t>
    </dgm:pt>
    <dgm:pt modelId="{9D14F680-CE66-4136-BCD5-41032870FC2B}">
      <dgm:prSet/>
      <dgm:spPr/>
      <dgm:t>
        <a:bodyPr/>
        <a:lstStyle/>
        <a:p>
          <a:r>
            <a:rPr lang="en-US"/>
            <a:t>EventName: Action (e.g., StartInstances).</a:t>
          </a:r>
        </a:p>
      </dgm:t>
    </dgm:pt>
    <dgm:pt modelId="{C729B5D2-BE9A-43A0-BD51-9BD70B85EEF9}" type="parTrans" cxnId="{99DDFAF4-78A9-44B0-90DF-E2E16529CA3C}">
      <dgm:prSet/>
      <dgm:spPr/>
      <dgm:t>
        <a:bodyPr/>
        <a:lstStyle/>
        <a:p>
          <a:endParaRPr lang="en-US"/>
        </a:p>
      </dgm:t>
    </dgm:pt>
    <dgm:pt modelId="{1EC47F10-0E82-4F9F-9BAB-06335B8DC5A5}" type="sibTrans" cxnId="{99DDFAF4-78A9-44B0-90DF-E2E16529CA3C}">
      <dgm:prSet/>
      <dgm:spPr/>
      <dgm:t>
        <a:bodyPr/>
        <a:lstStyle/>
        <a:p>
          <a:endParaRPr lang="en-US"/>
        </a:p>
      </dgm:t>
    </dgm:pt>
    <dgm:pt modelId="{CFA0F358-165D-4966-860C-18719849866A}">
      <dgm:prSet/>
      <dgm:spPr/>
      <dgm:t>
        <a:bodyPr/>
        <a:lstStyle/>
        <a:p>
          <a:r>
            <a:rPr lang="en-US"/>
            <a:t>UserIdentity: Who performed the action.</a:t>
          </a:r>
        </a:p>
      </dgm:t>
    </dgm:pt>
    <dgm:pt modelId="{CE2CF5C4-A0C2-4331-B24E-37D7A2B4DBA9}" type="parTrans" cxnId="{38CDB8DA-6357-4A85-B143-CA97639B1D3A}">
      <dgm:prSet/>
      <dgm:spPr/>
      <dgm:t>
        <a:bodyPr/>
        <a:lstStyle/>
        <a:p>
          <a:endParaRPr lang="en-US"/>
        </a:p>
      </dgm:t>
    </dgm:pt>
    <dgm:pt modelId="{011F1F58-4D2A-4806-85A9-D1D810629678}" type="sibTrans" cxnId="{38CDB8DA-6357-4A85-B143-CA97639B1D3A}">
      <dgm:prSet/>
      <dgm:spPr/>
      <dgm:t>
        <a:bodyPr/>
        <a:lstStyle/>
        <a:p>
          <a:endParaRPr lang="en-US"/>
        </a:p>
      </dgm:t>
    </dgm:pt>
    <dgm:pt modelId="{AEE8D2DD-4A1B-41E7-B5E5-772FEEA399D9}">
      <dgm:prSet/>
      <dgm:spPr/>
      <dgm:t>
        <a:bodyPr/>
        <a:lstStyle/>
        <a:p>
          <a:r>
            <a:rPr lang="en-US"/>
            <a:t>SourceIPAddress: Where it came from.</a:t>
          </a:r>
        </a:p>
      </dgm:t>
    </dgm:pt>
    <dgm:pt modelId="{AD783E82-9403-4418-851D-B423500AC34D}" type="parTrans" cxnId="{03847181-D760-4BDC-8C9B-1B852ED5C433}">
      <dgm:prSet/>
      <dgm:spPr/>
      <dgm:t>
        <a:bodyPr/>
        <a:lstStyle/>
        <a:p>
          <a:endParaRPr lang="en-US"/>
        </a:p>
      </dgm:t>
    </dgm:pt>
    <dgm:pt modelId="{D1C1F8E2-56AC-472B-9991-0E54B1AB01F6}" type="sibTrans" cxnId="{03847181-D760-4BDC-8C9B-1B852ED5C433}">
      <dgm:prSet/>
      <dgm:spPr/>
      <dgm:t>
        <a:bodyPr/>
        <a:lstStyle/>
        <a:p>
          <a:endParaRPr lang="en-US"/>
        </a:p>
      </dgm:t>
    </dgm:pt>
    <dgm:pt modelId="{0F5ADE0D-D295-4CBC-806C-7A4C5336B5FA}">
      <dgm:prSet/>
      <dgm:spPr/>
      <dgm:t>
        <a:bodyPr/>
        <a:lstStyle/>
        <a:p>
          <a:r>
            <a:rPr lang="en-US"/>
            <a:t>RequestParameters / ResponseElements: Details of the request.</a:t>
          </a:r>
        </a:p>
      </dgm:t>
    </dgm:pt>
    <dgm:pt modelId="{9564F280-7939-47C0-8F8C-331C6A329118}" type="parTrans" cxnId="{CC3FB2A9-BD98-40C9-B6D4-83BB18354695}">
      <dgm:prSet/>
      <dgm:spPr/>
      <dgm:t>
        <a:bodyPr/>
        <a:lstStyle/>
        <a:p>
          <a:endParaRPr lang="en-US"/>
        </a:p>
      </dgm:t>
    </dgm:pt>
    <dgm:pt modelId="{C576F687-7ACD-4D87-AE69-885B280C4512}" type="sibTrans" cxnId="{CC3FB2A9-BD98-40C9-B6D4-83BB18354695}">
      <dgm:prSet/>
      <dgm:spPr/>
      <dgm:t>
        <a:bodyPr/>
        <a:lstStyle/>
        <a:p>
          <a:endParaRPr lang="en-US"/>
        </a:p>
      </dgm:t>
    </dgm:pt>
    <dgm:pt modelId="{D9ABB926-C187-4AA1-AAEF-883A6F700DC6}" type="pres">
      <dgm:prSet presAssocID="{09B35928-50E4-4B5D-9C41-295C23F0F4C3}" presName="linear" presStyleCnt="0">
        <dgm:presLayoutVars>
          <dgm:animLvl val="lvl"/>
          <dgm:resizeHandles val="exact"/>
        </dgm:presLayoutVars>
      </dgm:prSet>
      <dgm:spPr/>
    </dgm:pt>
    <dgm:pt modelId="{52728366-64D9-49F4-B6E5-9EA9795EA53F}" type="pres">
      <dgm:prSet presAssocID="{41ECEE3B-C35C-49CE-9425-093690E22AB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3A59D00-BBD7-45DA-B953-C7A64C94E555}" type="pres">
      <dgm:prSet presAssocID="{9446D05D-13F3-4DDA-889F-A1C9256B4C46}" presName="spacer" presStyleCnt="0"/>
      <dgm:spPr/>
    </dgm:pt>
    <dgm:pt modelId="{1F421C88-E915-44E1-92EF-538C7737E003}" type="pres">
      <dgm:prSet presAssocID="{372C2724-3317-4AA0-AF76-30FB9B32312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28DED39D-F885-4983-9619-0BA76980A8E4}" type="pres">
      <dgm:prSet presAssocID="{B19274AB-2124-4F10-9123-4F62E234E069}" presName="spacer" presStyleCnt="0"/>
      <dgm:spPr/>
    </dgm:pt>
    <dgm:pt modelId="{22150AF8-9DCA-4FAA-90EE-69CA3E735106}" type="pres">
      <dgm:prSet presAssocID="{07CE3890-B4EA-46ED-BA57-E687BB6B634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C1CF819-853A-4A5A-8528-74ECBF3D4413}" type="pres">
      <dgm:prSet presAssocID="{84B61588-E82E-4BCA-B144-F3504E26FDFC}" presName="spacer" presStyleCnt="0"/>
      <dgm:spPr/>
    </dgm:pt>
    <dgm:pt modelId="{923B6C09-B0F4-4A65-B47A-B873B1AD84BB}" type="pres">
      <dgm:prSet presAssocID="{9D14F680-CE66-4136-BCD5-41032870FC2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64BA69D-B525-4FAE-99D9-63BAF8A02453}" type="pres">
      <dgm:prSet presAssocID="{1EC47F10-0E82-4F9F-9BAB-06335B8DC5A5}" presName="spacer" presStyleCnt="0"/>
      <dgm:spPr/>
    </dgm:pt>
    <dgm:pt modelId="{9A6E2C7C-D2F5-4207-B101-5926B743CDB9}" type="pres">
      <dgm:prSet presAssocID="{CFA0F358-165D-4966-860C-18719849866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30172F9-0717-4419-86C6-F9344F29D1F7}" type="pres">
      <dgm:prSet presAssocID="{011F1F58-4D2A-4806-85A9-D1D810629678}" presName="spacer" presStyleCnt="0"/>
      <dgm:spPr/>
    </dgm:pt>
    <dgm:pt modelId="{87782577-981C-402C-B282-6CA177CF281D}" type="pres">
      <dgm:prSet presAssocID="{AEE8D2DD-4A1B-41E7-B5E5-772FEEA399D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7F2565B-1AF2-45E5-B4D3-DE23F0BA1B04}" type="pres">
      <dgm:prSet presAssocID="{D1C1F8E2-56AC-472B-9991-0E54B1AB01F6}" presName="spacer" presStyleCnt="0"/>
      <dgm:spPr/>
    </dgm:pt>
    <dgm:pt modelId="{F5C82004-3909-4351-ACDB-428B65C6FE11}" type="pres">
      <dgm:prSet presAssocID="{0F5ADE0D-D295-4CBC-806C-7A4C5336B5F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4255519-71F1-422D-86B0-C0F9441BC698}" srcId="{09B35928-50E4-4B5D-9C41-295C23F0F4C3}" destId="{07CE3890-B4EA-46ED-BA57-E687BB6B6346}" srcOrd="2" destOrd="0" parTransId="{D315B4F1-44BD-4D79-BFD3-DF75DC603E20}" sibTransId="{84B61588-E82E-4BCA-B144-F3504E26FDFC}"/>
    <dgm:cxn modelId="{EFF44C5B-2652-46FC-A73C-784EB600DAC8}" type="presOf" srcId="{372C2724-3317-4AA0-AF76-30FB9B32312B}" destId="{1F421C88-E915-44E1-92EF-538C7737E003}" srcOrd="0" destOrd="0" presId="urn:microsoft.com/office/officeart/2005/8/layout/vList2"/>
    <dgm:cxn modelId="{692F1C5E-22C5-4567-AE5E-D2C82BDB87D2}" type="presOf" srcId="{CFA0F358-165D-4966-860C-18719849866A}" destId="{9A6E2C7C-D2F5-4207-B101-5926B743CDB9}" srcOrd="0" destOrd="0" presId="urn:microsoft.com/office/officeart/2005/8/layout/vList2"/>
    <dgm:cxn modelId="{CD52096F-7431-45DF-911A-C38B5404FF2B}" type="presOf" srcId="{0F5ADE0D-D295-4CBC-806C-7A4C5336B5FA}" destId="{F5C82004-3909-4351-ACDB-428B65C6FE11}" srcOrd="0" destOrd="0" presId="urn:microsoft.com/office/officeart/2005/8/layout/vList2"/>
    <dgm:cxn modelId="{AC698E75-CCEE-4EC8-86A6-8646253423E7}" type="presOf" srcId="{41ECEE3B-C35C-49CE-9425-093690E22ABD}" destId="{52728366-64D9-49F4-B6E5-9EA9795EA53F}" srcOrd="0" destOrd="0" presId="urn:microsoft.com/office/officeart/2005/8/layout/vList2"/>
    <dgm:cxn modelId="{03847181-D760-4BDC-8C9B-1B852ED5C433}" srcId="{09B35928-50E4-4B5D-9C41-295C23F0F4C3}" destId="{AEE8D2DD-4A1B-41E7-B5E5-772FEEA399D9}" srcOrd="5" destOrd="0" parTransId="{AD783E82-9403-4418-851D-B423500AC34D}" sibTransId="{D1C1F8E2-56AC-472B-9991-0E54B1AB01F6}"/>
    <dgm:cxn modelId="{CC3FB2A9-BD98-40C9-B6D4-83BB18354695}" srcId="{09B35928-50E4-4B5D-9C41-295C23F0F4C3}" destId="{0F5ADE0D-D295-4CBC-806C-7A4C5336B5FA}" srcOrd="6" destOrd="0" parTransId="{9564F280-7939-47C0-8F8C-331C6A329118}" sibTransId="{C576F687-7ACD-4D87-AE69-885B280C4512}"/>
    <dgm:cxn modelId="{D9ADEFBA-E184-440D-98BB-A8E5BA82A30E}" type="presOf" srcId="{07CE3890-B4EA-46ED-BA57-E687BB6B6346}" destId="{22150AF8-9DCA-4FAA-90EE-69CA3E735106}" srcOrd="0" destOrd="0" presId="urn:microsoft.com/office/officeart/2005/8/layout/vList2"/>
    <dgm:cxn modelId="{38CDB8DA-6357-4A85-B143-CA97639B1D3A}" srcId="{09B35928-50E4-4B5D-9C41-295C23F0F4C3}" destId="{CFA0F358-165D-4966-860C-18719849866A}" srcOrd="4" destOrd="0" parTransId="{CE2CF5C4-A0C2-4331-B24E-37D7A2B4DBA9}" sibTransId="{011F1F58-4D2A-4806-85A9-D1D810629678}"/>
    <dgm:cxn modelId="{6BFFF0DB-3AD8-43C3-A683-A27F3A797EEB}" type="presOf" srcId="{AEE8D2DD-4A1B-41E7-B5E5-772FEEA399D9}" destId="{87782577-981C-402C-B282-6CA177CF281D}" srcOrd="0" destOrd="0" presId="urn:microsoft.com/office/officeart/2005/8/layout/vList2"/>
    <dgm:cxn modelId="{9ADEA3EF-A6D8-481D-AEF0-329DE24F12B9}" type="presOf" srcId="{09B35928-50E4-4B5D-9C41-295C23F0F4C3}" destId="{D9ABB926-C187-4AA1-AAEF-883A6F700DC6}" srcOrd="0" destOrd="0" presId="urn:microsoft.com/office/officeart/2005/8/layout/vList2"/>
    <dgm:cxn modelId="{970350F2-BE35-4D64-B5C3-7388A21483FC}" type="presOf" srcId="{9D14F680-CE66-4136-BCD5-41032870FC2B}" destId="{923B6C09-B0F4-4A65-B47A-B873B1AD84BB}" srcOrd="0" destOrd="0" presId="urn:microsoft.com/office/officeart/2005/8/layout/vList2"/>
    <dgm:cxn modelId="{99DDFAF4-78A9-44B0-90DF-E2E16529CA3C}" srcId="{09B35928-50E4-4B5D-9C41-295C23F0F4C3}" destId="{9D14F680-CE66-4136-BCD5-41032870FC2B}" srcOrd="3" destOrd="0" parTransId="{C729B5D2-BE9A-43A0-BD51-9BD70B85EEF9}" sibTransId="{1EC47F10-0E82-4F9F-9BAB-06335B8DC5A5}"/>
    <dgm:cxn modelId="{1B559DF9-FA06-4AC3-AC83-C845F41E7E00}" srcId="{09B35928-50E4-4B5D-9C41-295C23F0F4C3}" destId="{41ECEE3B-C35C-49CE-9425-093690E22ABD}" srcOrd="0" destOrd="0" parTransId="{62729D48-AD1B-4ABE-AB05-8523B0B112D5}" sibTransId="{9446D05D-13F3-4DDA-889F-A1C9256B4C46}"/>
    <dgm:cxn modelId="{074B38FF-8D19-4706-8AE8-E4AE91DAFB21}" srcId="{09B35928-50E4-4B5D-9C41-295C23F0F4C3}" destId="{372C2724-3317-4AA0-AF76-30FB9B32312B}" srcOrd="1" destOrd="0" parTransId="{7EFCEC07-D507-4D0D-9A96-92EF9DCD6F3F}" sibTransId="{B19274AB-2124-4F10-9123-4F62E234E069}"/>
    <dgm:cxn modelId="{9227F807-9178-4F01-A763-F2B73BAD5F78}" type="presParOf" srcId="{D9ABB926-C187-4AA1-AAEF-883A6F700DC6}" destId="{52728366-64D9-49F4-B6E5-9EA9795EA53F}" srcOrd="0" destOrd="0" presId="urn:microsoft.com/office/officeart/2005/8/layout/vList2"/>
    <dgm:cxn modelId="{BAF556F8-5F58-446D-89DB-B2CD0DA16FE9}" type="presParOf" srcId="{D9ABB926-C187-4AA1-AAEF-883A6F700DC6}" destId="{E3A59D00-BBD7-45DA-B953-C7A64C94E555}" srcOrd="1" destOrd="0" presId="urn:microsoft.com/office/officeart/2005/8/layout/vList2"/>
    <dgm:cxn modelId="{25B01799-DF43-414E-AFE7-7888F0215509}" type="presParOf" srcId="{D9ABB926-C187-4AA1-AAEF-883A6F700DC6}" destId="{1F421C88-E915-44E1-92EF-538C7737E003}" srcOrd="2" destOrd="0" presId="urn:microsoft.com/office/officeart/2005/8/layout/vList2"/>
    <dgm:cxn modelId="{C47D5F2F-7BED-4D41-974A-8E2E75B05C68}" type="presParOf" srcId="{D9ABB926-C187-4AA1-AAEF-883A6F700DC6}" destId="{28DED39D-F885-4983-9619-0BA76980A8E4}" srcOrd="3" destOrd="0" presId="urn:microsoft.com/office/officeart/2005/8/layout/vList2"/>
    <dgm:cxn modelId="{1D627659-057E-422D-A856-5BF4863F496F}" type="presParOf" srcId="{D9ABB926-C187-4AA1-AAEF-883A6F700DC6}" destId="{22150AF8-9DCA-4FAA-90EE-69CA3E735106}" srcOrd="4" destOrd="0" presId="urn:microsoft.com/office/officeart/2005/8/layout/vList2"/>
    <dgm:cxn modelId="{50AA9A85-D779-4CCA-A04B-B7D2228D0A66}" type="presParOf" srcId="{D9ABB926-C187-4AA1-AAEF-883A6F700DC6}" destId="{0C1CF819-853A-4A5A-8528-74ECBF3D4413}" srcOrd="5" destOrd="0" presId="urn:microsoft.com/office/officeart/2005/8/layout/vList2"/>
    <dgm:cxn modelId="{49DCFEBA-10BA-407B-B3F5-D8765A2CAC76}" type="presParOf" srcId="{D9ABB926-C187-4AA1-AAEF-883A6F700DC6}" destId="{923B6C09-B0F4-4A65-B47A-B873B1AD84BB}" srcOrd="6" destOrd="0" presId="urn:microsoft.com/office/officeart/2005/8/layout/vList2"/>
    <dgm:cxn modelId="{0DB06F7A-D656-4EF7-AF60-0641D63D1452}" type="presParOf" srcId="{D9ABB926-C187-4AA1-AAEF-883A6F700DC6}" destId="{F64BA69D-B525-4FAE-99D9-63BAF8A02453}" srcOrd="7" destOrd="0" presId="urn:microsoft.com/office/officeart/2005/8/layout/vList2"/>
    <dgm:cxn modelId="{9FCB3E21-F322-4906-95FB-7DC25B5B8605}" type="presParOf" srcId="{D9ABB926-C187-4AA1-AAEF-883A6F700DC6}" destId="{9A6E2C7C-D2F5-4207-B101-5926B743CDB9}" srcOrd="8" destOrd="0" presId="urn:microsoft.com/office/officeart/2005/8/layout/vList2"/>
    <dgm:cxn modelId="{F2F81CC6-D54F-4072-9D16-503D82A8EDC6}" type="presParOf" srcId="{D9ABB926-C187-4AA1-AAEF-883A6F700DC6}" destId="{B30172F9-0717-4419-86C6-F9344F29D1F7}" srcOrd="9" destOrd="0" presId="urn:microsoft.com/office/officeart/2005/8/layout/vList2"/>
    <dgm:cxn modelId="{546FB737-080E-4B8C-B900-E8C8DA081978}" type="presParOf" srcId="{D9ABB926-C187-4AA1-AAEF-883A6F700DC6}" destId="{87782577-981C-402C-B282-6CA177CF281D}" srcOrd="10" destOrd="0" presId="urn:microsoft.com/office/officeart/2005/8/layout/vList2"/>
    <dgm:cxn modelId="{0386F7F0-ADA4-4D1F-93A2-658AD3678C09}" type="presParOf" srcId="{D9ABB926-C187-4AA1-AAEF-883A6F700DC6}" destId="{27F2565B-1AF2-45E5-B4D3-DE23F0BA1B04}" srcOrd="11" destOrd="0" presId="urn:microsoft.com/office/officeart/2005/8/layout/vList2"/>
    <dgm:cxn modelId="{37EBD7C3-C633-4D0A-80F2-9D7C34C85726}" type="presParOf" srcId="{D9ABB926-C187-4AA1-AAEF-883A6F700DC6}" destId="{F5C82004-3909-4351-ACDB-428B65C6FE1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CD320-B3B2-48E9-85B0-ED454DD02DD7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BEB9A-9A2F-4426-84A6-48548AFE755B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4DC43-0EE2-4E78-8907-0DE263562A6E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Amazon CloudTrail is a governance, compliance, and auditing service for AWS.</a:t>
          </a:r>
          <a:endParaRPr lang="en-US" sz="2200" kern="1200"/>
        </a:p>
      </dsp:txBody>
      <dsp:txXfrm>
        <a:off x="1357965" y="2319"/>
        <a:ext cx="4887299" cy="1175727"/>
      </dsp:txXfrm>
    </dsp:sp>
    <dsp:sp modelId="{B8AC0DB4-A094-4316-870C-DCA041FDB927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D8009-6740-4A32-82FF-64B0FF1310E6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3E44A-7B26-4029-9623-C17AB227D567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It records AWS API calls and user activity across your AWS account.</a:t>
          </a:r>
          <a:endParaRPr lang="en-US" sz="2200" kern="1200"/>
        </a:p>
      </dsp:txBody>
      <dsp:txXfrm>
        <a:off x="1357965" y="1471979"/>
        <a:ext cx="4887299" cy="1175727"/>
      </dsp:txXfrm>
    </dsp:sp>
    <dsp:sp modelId="{FADB5116-8684-4182-85C7-77B972A6BDDE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6F807-4935-4185-A171-3B9D78AFEC99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DC003-C37F-4CB2-8990-D452240C3CBC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Provides visibility into who did what, when, and from where.</a:t>
          </a:r>
          <a:endParaRPr lang="en-US" sz="2200" kern="1200"/>
        </a:p>
      </dsp:txBody>
      <dsp:txXfrm>
        <a:off x="1357965" y="2941639"/>
        <a:ext cx="4887299" cy="1175727"/>
      </dsp:txXfrm>
    </dsp:sp>
    <dsp:sp modelId="{24F8F940-AAA6-48A6-A449-DC55543105AB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8E01B-9304-4F25-ABF4-ACEC6F413945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90D8F-39BF-40CA-B585-D623D1D77D71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Helps ensure account security and operational transparency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62B01-6696-432D-AECB-12205C6CFA60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7C7C31-E062-4155-8F03-CE9A18A73C7C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D3F12-FC3A-4F82-A82D-E0227055AB53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 dirty="0"/>
            <a:t>Audit user activity for security and compliance.</a:t>
          </a:r>
          <a:endParaRPr lang="en-US" sz="1900" kern="1200" dirty="0"/>
        </a:p>
      </dsp:txBody>
      <dsp:txXfrm>
        <a:off x="1074268" y="4366"/>
        <a:ext cx="5170996" cy="930102"/>
      </dsp:txXfrm>
    </dsp:sp>
    <dsp:sp modelId="{F3025C09-F0E9-4ACE-9E19-9D99219C2379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4287B-57F5-4AA9-BB66-4F9938DF9894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40966-993B-4EF3-82E5-A92F61F8DE92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Detect unusual API calls or unauthorized access.</a:t>
          </a:r>
          <a:endParaRPr lang="en-US" sz="1900" kern="1200"/>
        </a:p>
      </dsp:txBody>
      <dsp:txXfrm>
        <a:off x="1074268" y="1166994"/>
        <a:ext cx="5170996" cy="930102"/>
      </dsp:txXfrm>
    </dsp:sp>
    <dsp:sp modelId="{C6CC403E-EE06-48F6-A2E7-5570EEDA2410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BC99F-91D5-4E3E-B265-AFA6FCD2A07A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B4A85-D6DC-4DA1-9F71-533D23157924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Track resource changes for troubleshooting.</a:t>
          </a:r>
          <a:endParaRPr lang="en-US" sz="1900" kern="1200"/>
        </a:p>
      </dsp:txBody>
      <dsp:txXfrm>
        <a:off x="1074268" y="2329622"/>
        <a:ext cx="5170996" cy="930102"/>
      </dsp:txXfrm>
    </dsp:sp>
    <dsp:sp modelId="{2B3AD39E-32E4-4EEF-A8CC-5C4D53010528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20B1B-E425-424E-A90E-79D100AFD298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54DEB-A7F0-443B-A983-A7850A62615B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Support incident investigations.</a:t>
          </a:r>
          <a:endParaRPr lang="en-US" sz="1900" kern="1200"/>
        </a:p>
      </dsp:txBody>
      <dsp:txXfrm>
        <a:off x="1074268" y="3492250"/>
        <a:ext cx="5170996" cy="930102"/>
      </dsp:txXfrm>
    </dsp:sp>
    <dsp:sp modelId="{FAEE88D2-71B6-4070-AF96-301110FF115C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008CF-BCB3-494C-B7D2-51BC74769396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2B47A-E3AF-4DED-9EB0-090C15B56380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Enable compliance with standards like PCI-DSS, HIPAA, and ISO.</a:t>
          </a:r>
          <a:endParaRPr lang="en-US" sz="1900" kern="1200"/>
        </a:p>
      </dsp:txBody>
      <dsp:txXfrm>
        <a:off x="1074268" y="4654878"/>
        <a:ext cx="5170996" cy="930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1FA47-C658-4D87-A6C9-404DCE86D75C}">
      <dsp:nvSpPr>
        <dsp:cNvPr id="0" name=""/>
        <dsp:cNvSpPr/>
      </dsp:nvSpPr>
      <dsp:spPr>
        <a:xfrm>
          <a:off x="0" y="1806"/>
          <a:ext cx="10515600" cy="9155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8279D-262F-47D6-880A-FB5A02497E60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3E839-71D1-4192-BA0C-20E9C21AEBB0}">
      <dsp:nvSpPr>
        <dsp:cNvPr id="0" name=""/>
        <dsp:cNvSpPr/>
      </dsp:nvSpPr>
      <dsp:spPr>
        <a:xfrm>
          <a:off x="1057476" y="18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 dirty="0"/>
            <a:t>Every action in AWS is an API call (via Console, CLI, SDK, or Service).</a:t>
          </a:r>
          <a:endParaRPr lang="en-US" sz="2200" kern="1200" dirty="0"/>
        </a:p>
      </dsp:txBody>
      <dsp:txXfrm>
        <a:off x="1057476" y="1806"/>
        <a:ext cx="9458123" cy="915564"/>
      </dsp:txXfrm>
    </dsp:sp>
    <dsp:sp modelId="{8246131B-1A34-484C-AF42-DE625F1FEFE6}">
      <dsp:nvSpPr>
        <dsp:cNvPr id="0" name=""/>
        <dsp:cNvSpPr/>
      </dsp:nvSpPr>
      <dsp:spPr>
        <a:xfrm>
          <a:off x="0" y="1146262"/>
          <a:ext cx="10515600" cy="9155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BBD78-0C17-4D56-88C2-05CDB8712D66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42A68-C1B6-4986-854A-EB968BA79214}">
      <dsp:nvSpPr>
        <dsp:cNvPr id="0" name=""/>
        <dsp:cNvSpPr/>
      </dsp:nvSpPr>
      <dsp:spPr>
        <a:xfrm>
          <a:off x="1057476" y="114626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CloudTrail records these calls as events.</a:t>
          </a:r>
          <a:endParaRPr lang="en-US" sz="2200" kern="1200"/>
        </a:p>
      </dsp:txBody>
      <dsp:txXfrm>
        <a:off x="1057476" y="1146262"/>
        <a:ext cx="9458123" cy="915564"/>
      </dsp:txXfrm>
    </dsp:sp>
    <dsp:sp modelId="{C68AE0D1-B0D3-4192-BF7D-2E5C57FE03E8}">
      <dsp:nvSpPr>
        <dsp:cNvPr id="0" name=""/>
        <dsp:cNvSpPr/>
      </dsp:nvSpPr>
      <dsp:spPr>
        <a:xfrm>
          <a:off x="0" y="2290717"/>
          <a:ext cx="10515600" cy="9155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0C420-F727-4E8B-AAB9-520777A7F481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40586-D28E-4500-9A07-EAD89F47A17D}">
      <dsp:nvSpPr>
        <dsp:cNvPr id="0" name=""/>
        <dsp:cNvSpPr/>
      </dsp:nvSpPr>
      <dsp:spPr>
        <a:xfrm>
          <a:off x="1057476" y="2290717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Events are delivered to an S3 bucket or sent to CloudWatch Logs/EventBridge.</a:t>
          </a:r>
          <a:endParaRPr lang="en-US" sz="2200" kern="1200"/>
        </a:p>
      </dsp:txBody>
      <dsp:txXfrm>
        <a:off x="1057476" y="2290717"/>
        <a:ext cx="9458123" cy="915564"/>
      </dsp:txXfrm>
    </dsp:sp>
    <dsp:sp modelId="{67E15C18-0259-4D18-B7CD-DFBC28A19E7B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E5F9B-A241-4C0E-925A-CC8C2CD37B9C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5CF6B-B13D-4219-BA2A-D653516001F6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You can analyze logs, set alerts, or automate responses.</a:t>
          </a:r>
          <a:endParaRPr lang="en-US" sz="2200" kern="1200"/>
        </a:p>
      </dsp:txBody>
      <dsp:txXfrm>
        <a:off x="1057476" y="3435173"/>
        <a:ext cx="9458123" cy="9155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100F8-E17F-40E4-9883-8C1A05EDAA35}">
      <dsp:nvSpPr>
        <dsp:cNvPr id="0" name=""/>
        <dsp:cNvSpPr/>
      </dsp:nvSpPr>
      <dsp:spPr>
        <a:xfrm>
          <a:off x="0" y="45387"/>
          <a:ext cx="6291714" cy="861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baseline="0" dirty="0"/>
            <a:t>Management Events:</a:t>
          </a:r>
          <a:endParaRPr lang="en-US" sz="2800" kern="1200" dirty="0"/>
        </a:p>
      </dsp:txBody>
      <dsp:txXfrm>
        <a:off x="42036" y="87423"/>
        <a:ext cx="6207642" cy="777048"/>
      </dsp:txXfrm>
    </dsp:sp>
    <dsp:sp modelId="{253281D2-DFD0-4632-ADFA-EFF52D0DDC22}">
      <dsp:nvSpPr>
        <dsp:cNvPr id="0" name=""/>
        <dsp:cNvSpPr/>
      </dsp:nvSpPr>
      <dsp:spPr>
        <a:xfrm>
          <a:off x="0" y="906507"/>
          <a:ext cx="6291714" cy="1047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762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i="0" kern="1200" baseline="0" dirty="0"/>
            <a:t>Actions on AWS resources (e.g., </a:t>
          </a:r>
          <a:r>
            <a:rPr lang="en-US" sz="2200" i="0" kern="1200" baseline="0" dirty="0" err="1"/>
            <a:t>CreateBucket</a:t>
          </a:r>
          <a:r>
            <a:rPr lang="en-US" sz="2200" i="0" kern="1200" baseline="0" dirty="0"/>
            <a:t>, </a:t>
          </a:r>
          <a:r>
            <a:rPr lang="en-US" sz="2200" i="0" kern="1200" baseline="0" dirty="0" err="1"/>
            <a:t>StartInstances</a:t>
          </a:r>
          <a:r>
            <a:rPr lang="en-US" sz="2200" i="0" kern="1200" baseline="0" dirty="0"/>
            <a:t>).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i="0" kern="1200" baseline="0" dirty="0"/>
            <a:t>Logged by default for all trails.</a:t>
          </a:r>
          <a:endParaRPr lang="en-US" sz="2200" kern="1200" dirty="0"/>
        </a:p>
      </dsp:txBody>
      <dsp:txXfrm>
        <a:off x="0" y="906507"/>
        <a:ext cx="6291714" cy="1047420"/>
      </dsp:txXfrm>
    </dsp:sp>
    <dsp:sp modelId="{22BF49C9-3540-4B56-82F0-E121B665E08E}">
      <dsp:nvSpPr>
        <dsp:cNvPr id="0" name=""/>
        <dsp:cNvSpPr/>
      </dsp:nvSpPr>
      <dsp:spPr>
        <a:xfrm>
          <a:off x="0" y="1953927"/>
          <a:ext cx="6291714" cy="8611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baseline="0" dirty="0"/>
            <a:t>Data Events:</a:t>
          </a:r>
          <a:endParaRPr lang="en-US" sz="2800" kern="1200" dirty="0"/>
        </a:p>
      </dsp:txBody>
      <dsp:txXfrm>
        <a:off x="42036" y="1995963"/>
        <a:ext cx="6207642" cy="777048"/>
      </dsp:txXfrm>
    </dsp:sp>
    <dsp:sp modelId="{A36A5FDF-D6C5-4932-BAC5-1DDE68FF372F}">
      <dsp:nvSpPr>
        <dsp:cNvPr id="0" name=""/>
        <dsp:cNvSpPr/>
      </dsp:nvSpPr>
      <dsp:spPr>
        <a:xfrm>
          <a:off x="0" y="2815047"/>
          <a:ext cx="6291714" cy="1047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762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i="0" kern="1200" baseline="0" dirty="0"/>
            <a:t>High-volume, object-level actions.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i="0" kern="1200" baseline="0" dirty="0"/>
            <a:t>Example: S3 </a:t>
          </a:r>
          <a:r>
            <a:rPr lang="en-US" sz="2200" i="0" kern="1200" baseline="0" dirty="0" err="1"/>
            <a:t>GetObject</a:t>
          </a:r>
          <a:r>
            <a:rPr lang="en-US" sz="2200" i="0" kern="1200" baseline="0" dirty="0"/>
            <a:t>, Lambda </a:t>
          </a:r>
          <a:r>
            <a:rPr lang="en-US" sz="2200" i="0" kern="1200" baseline="0" dirty="0" err="1"/>
            <a:t>InvokeFunction</a:t>
          </a:r>
          <a:r>
            <a:rPr lang="en-US" sz="2200" i="0" kern="1200" baseline="0" dirty="0"/>
            <a:t>.</a:t>
          </a:r>
          <a:endParaRPr lang="en-US" sz="2200" kern="1200" dirty="0"/>
        </a:p>
      </dsp:txBody>
      <dsp:txXfrm>
        <a:off x="0" y="2815047"/>
        <a:ext cx="6291714" cy="1047420"/>
      </dsp:txXfrm>
    </dsp:sp>
    <dsp:sp modelId="{F6E7D217-97E3-49A0-8768-A7AC717E035E}">
      <dsp:nvSpPr>
        <dsp:cNvPr id="0" name=""/>
        <dsp:cNvSpPr/>
      </dsp:nvSpPr>
      <dsp:spPr>
        <a:xfrm>
          <a:off x="0" y="3862467"/>
          <a:ext cx="6291714" cy="8611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0" kern="1200" baseline="0" dirty="0"/>
            <a:t>Insights</a:t>
          </a:r>
          <a:r>
            <a:rPr lang="en-US" sz="3100" i="0" kern="1200" baseline="0" dirty="0"/>
            <a:t> </a:t>
          </a:r>
          <a:r>
            <a:rPr lang="en-US" sz="2800" i="0" kern="1200" baseline="0" dirty="0"/>
            <a:t>Events</a:t>
          </a:r>
          <a:r>
            <a:rPr lang="en-US" sz="3100" i="0" kern="1200" baseline="0" dirty="0"/>
            <a:t>:</a:t>
          </a:r>
          <a:endParaRPr lang="en-US" sz="3100" kern="1200" dirty="0"/>
        </a:p>
      </dsp:txBody>
      <dsp:txXfrm>
        <a:off x="42036" y="3904503"/>
        <a:ext cx="6207642" cy="777048"/>
      </dsp:txXfrm>
    </dsp:sp>
    <dsp:sp modelId="{5E7C1ED3-2DB8-45D7-B692-AD9F96F898E4}">
      <dsp:nvSpPr>
        <dsp:cNvPr id="0" name=""/>
        <dsp:cNvSpPr/>
      </dsp:nvSpPr>
      <dsp:spPr>
        <a:xfrm>
          <a:off x="0" y="4723587"/>
          <a:ext cx="6291714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762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i="0" kern="1200" baseline="0" dirty="0"/>
            <a:t>Detect unusual behavior such as increased API failures or volume spikes.</a:t>
          </a:r>
          <a:endParaRPr lang="en-US" sz="2200" kern="1200" dirty="0"/>
        </a:p>
      </dsp:txBody>
      <dsp:txXfrm>
        <a:off x="0" y="4723587"/>
        <a:ext cx="6291714" cy="761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28366-64D9-49F4-B6E5-9EA9795EA53F}">
      <dsp:nvSpPr>
        <dsp:cNvPr id="0" name=""/>
        <dsp:cNvSpPr/>
      </dsp:nvSpPr>
      <dsp:spPr>
        <a:xfrm>
          <a:off x="0" y="74385"/>
          <a:ext cx="3800856" cy="5589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Each event is in JSON format, containing:</a:t>
          </a:r>
        </a:p>
      </dsp:txBody>
      <dsp:txXfrm>
        <a:off x="27287" y="101672"/>
        <a:ext cx="3746282" cy="504393"/>
      </dsp:txXfrm>
    </dsp:sp>
    <dsp:sp modelId="{1F421C88-E915-44E1-92EF-538C7737E003}">
      <dsp:nvSpPr>
        <dsp:cNvPr id="0" name=""/>
        <dsp:cNvSpPr/>
      </dsp:nvSpPr>
      <dsp:spPr>
        <a:xfrm>
          <a:off x="0" y="673673"/>
          <a:ext cx="3800856" cy="5589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EventTime: When the action happened.</a:t>
          </a:r>
        </a:p>
      </dsp:txBody>
      <dsp:txXfrm>
        <a:off x="27287" y="700960"/>
        <a:ext cx="3746282" cy="504393"/>
      </dsp:txXfrm>
    </dsp:sp>
    <dsp:sp modelId="{22150AF8-9DCA-4FAA-90EE-69CA3E735106}">
      <dsp:nvSpPr>
        <dsp:cNvPr id="0" name=""/>
        <dsp:cNvSpPr/>
      </dsp:nvSpPr>
      <dsp:spPr>
        <a:xfrm>
          <a:off x="0" y="1272960"/>
          <a:ext cx="3800856" cy="5589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EventSource: Service name (e.g., ec2.amazonaws.com).</a:t>
          </a:r>
        </a:p>
      </dsp:txBody>
      <dsp:txXfrm>
        <a:off x="27287" y="1300247"/>
        <a:ext cx="3746282" cy="504393"/>
      </dsp:txXfrm>
    </dsp:sp>
    <dsp:sp modelId="{923B6C09-B0F4-4A65-B47A-B873B1AD84BB}">
      <dsp:nvSpPr>
        <dsp:cNvPr id="0" name=""/>
        <dsp:cNvSpPr/>
      </dsp:nvSpPr>
      <dsp:spPr>
        <a:xfrm>
          <a:off x="0" y="1872248"/>
          <a:ext cx="3800856" cy="5589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EventName: Action (e.g., StartInstances).</a:t>
          </a:r>
        </a:p>
      </dsp:txBody>
      <dsp:txXfrm>
        <a:off x="27287" y="1899535"/>
        <a:ext cx="3746282" cy="504393"/>
      </dsp:txXfrm>
    </dsp:sp>
    <dsp:sp modelId="{9A6E2C7C-D2F5-4207-B101-5926B743CDB9}">
      <dsp:nvSpPr>
        <dsp:cNvPr id="0" name=""/>
        <dsp:cNvSpPr/>
      </dsp:nvSpPr>
      <dsp:spPr>
        <a:xfrm>
          <a:off x="0" y="2471535"/>
          <a:ext cx="3800856" cy="5589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UserIdentity: Who performed the action.</a:t>
          </a:r>
        </a:p>
      </dsp:txBody>
      <dsp:txXfrm>
        <a:off x="27287" y="2498822"/>
        <a:ext cx="3746282" cy="504393"/>
      </dsp:txXfrm>
    </dsp:sp>
    <dsp:sp modelId="{87782577-981C-402C-B282-6CA177CF281D}">
      <dsp:nvSpPr>
        <dsp:cNvPr id="0" name=""/>
        <dsp:cNvSpPr/>
      </dsp:nvSpPr>
      <dsp:spPr>
        <a:xfrm>
          <a:off x="0" y="3070823"/>
          <a:ext cx="3800856" cy="5589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SourceIPAddress: Where it came from.</a:t>
          </a:r>
        </a:p>
      </dsp:txBody>
      <dsp:txXfrm>
        <a:off x="27287" y="3098110"/>
        <a:ext cx="3746282" cy="504393"/>
      </dsp:txXfrm>
    </dsp:sp>
    <dsp:sp modelId="{F5C82004-3909-4351-ACDB-428B65C6FE11}">
      <dsp:nvSpPr>
        <dsp:cNvPr id="0" name=""/>
        <dsp:cNvSpPr/>
      </dsp:nvSpPr>
      <dsp:spPr>
        <a:xfrm>
          <a:off x="0" y="3670110"/>
          <a:ext cx="3800856" cy="55896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RequestParameters / ResponseElements: Details of the request.</a:t>
          </a:r>
        </a:p>
      </dsp:txBody>
      <dsp:txXfrm>
        <a:off x="27287" y="3697397"/>
        <a:ext cx="3746282" cy="504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A2FBF-5CBA-4CDF-81F9-93B2C7150FD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4AEC6-857C-4489-A29A-BB2E8B8FBF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43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DF31-021C-F9B5-FFC6-3C6B7D531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97B26-FD13-342B-BDF8-1158520B2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EBF2-C241-ED7C-3C88-0226FC471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4B7D2-5FF6-7132-02F8-85D833C7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84B7-646A-C4A2-FE6D-CFDBC51B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437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EE9D-D819-9D1F-2E2A-D70CC38CE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6628D-B902-4C55-B260-7B2A02ED5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097B6-EA76-A99B-1CED-2B94BB1F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128D5-FFE0-F8E6-869C-9BA5F899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F5B5A-BAE2-758F-FFAE-EB7F96C3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26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DE4D-AE73-2DB1-2E1E-33D5C1EC4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B9108-1DAB-65C1-0EBA-A62A9E7CD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FD43-00DD-F871-64BA-C10B99FF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C0DF-F705-C2A0-A09E-619AAFF8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79304-E56C-0DC9-8112-B74ED711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5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1DA2A-BDE2-7C58-B4A1-D36E6F22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E58BD-342A-20FA-746B-2C0F6C921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383AF-C526-7DED-CC48-2CF849D30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CC8EA-B793-8581-4516-F59D0767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2D4AE-671E-ABC1-1AF8-584D868F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D61AA-C64A-353B-D57E-2179C758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1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412A-5E4E-BDA6-0421-3B57C90F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07588-9E52-D04F-0E9D-EBBC811D0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B1E6E-C3C9-B03A-92F2-82387AF08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466B6-0680-13A7-8DA3-E88E42CD2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6482D-1A6E-DB8F-1BD0-23ACAFAB9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DCC63A-3DB2-C12F-850F-CAC40534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D7E5A-7E5C-5923-B62D-BF9E257C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6AD55-48B4-FF35-D685-86ED3A03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25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16FB-9AE4-AE76-1D67-306CF368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1D6F4-1DC7-ED2C-081A-8DBAA267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80B-B1AD-DF00-FE87-549A94BF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5E9E8-2D40-8978-FD5F-54328FF3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9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51127-FA37-F277-B1E1-1292AA8D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6EADD5-8FAE-3750-8C2C-8557668E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EF536-C289-54C3-CFBB-CAE8D99C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88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2EF1-B5D1-2B7C-BD8E-02915597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F3341-A7CA-F7EA-C37E-284F00AA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8DD08-32C5-D883-87D9-C7656562F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BCBDD-A815-8D64-66A1-F0D9D4E36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A9A75-BBD6-5F41-FA9A-ECFBA7C3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83C65-859E-4B9B-12FD-D9ECE678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252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6CE1-7377-4EA4-9156-81B80CA4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47C48-3627-04C4-04D1-B23253BAC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20208-43CE-CA95-5283-108E2D058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3FC52-D547-1E7C-901E-B66D409C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E1D9D-AF86-E3AB-C572-28E5C966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09DDD-B6F7-68E7-320E-1AE253EC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55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2EE1-C2C2-3AEC-2BE9-1997AD6F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D017C-079B-6117-D1CE-511530284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F16FD-4D81-40DD-83ED-C3883789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444B5-D773-7D0D-0536-DBE43130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4E87F-316D-0E56-36E7-8B714A5E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6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1C1DE-4464-6B33-D2F4-BE17D2C7B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9941D-A57D-C23E-F3EC-0EDCC8680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D245A-FDC8-2E3E-6C7A-0DBCE40F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B0673-46A1-FFD9-DA6E-5B36D131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4D986-5A57-0E94-3B0B-1D013F68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62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053F2-9E7A-12CF-993C-7898CE2B7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B9871-AC96-ED23-BF12-85F33D8D5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38B28-CF84-4644-A083-84DB8378C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0C5FA-80B3-40D7-B582-B33E562644C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ECD78-AB1C-3241-9CC9-C51B2CB22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CB03-D1B3-FE16-E5B2-E5E0CDDB1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03786-0B54-4953-A534-51492288A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90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78B89F-3360-0E28-862D-AAEFBB614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CloudTrail</a:t>
            </a:r>
          </a:p>
        </p:txBody>
      </p:sp>
      <p:pic>
        <p:nvPicPr>
          <p:cNvPr id="28" name="Graphic 27" descr="Shopping cart">
            <a:extLst>
              <a:ext uri="{FF2B5EF4-FFF2-40B4-BE49-F238E27FC236}">
                <a16:creationId xmlns:a16="http://schemas.microsoft.com/office/drawing/2014/main" id="{31D459B4-CBEE-03AF-16E8-E82C1C8C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30" name="Graphic 29" descr="Shopping cart">
            <a:extLst>
              <a:ext uri="{FF2B5EF4-FFF2-40B4-BE49-F238E27FC236}">
                <a16:creationId xmlns:a16="http://schemas.microsoft.com/office/drawing/2014/main" id="{B56ADE5B-482E-493D-92C0-6FEF423D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6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FB528-5599-8ACE-F1B0-B9D5DBD6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Amazon CloudTrail?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5DBA661-BB13-9E3C-9E11-5E56A1FFE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19141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335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D90AB-3DF4-B952-880E-6459E093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CloudTrail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B7C608D-BA15-243D-D898-714B7B0A7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51457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68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B0F62-F314-2CE6-0695-717B5B82D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CloudTrail Works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AB89595-7665-2BB8-16C3-C45DB29E2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699746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44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CB10C-2D29-C43F-33A2-2DA6E4C4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Events in CloudTrail</a:t>
            </a:r>
            <a:endParaRPr lang="en-IN" sz="4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Rectangle 4">
            <a:extLst>
              <a:ext uri="{FF2B5EF4-FFF2-40B4-BE49-F238E27FC236}">
                <a16:creationId xmlns:a16="http://schemas.microsoft.com/office/drawing/2014/main" id="{CE13938B-D68C-DC6D-6252-0D71F6A8F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33037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12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EB8ED6-9142-4A11-B029-18DDE98C4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25D83-A9A8-ACC4-A400-8CB45B70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CloudTrail Event Structure</a:t>
            </a: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D092CBE3-2EE0-05C3-5DA8-03440F8C4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" r="1" b="1"/>
          <a:stretch>
            <a:fillRect/>
          </a:stretch>
        </p:blipFill>
        <p:spPr>
          <a:xfrm>
            <a:off x="838200" y="1825625"/>
            <a:ext cx="6151651" cy="430346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C8EA19-1A49-1C2D-B91F-EE2783002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653189"/>
              </p:ext>
            </p:extLst>
          </p:nvPr>
        </p:nvGraphicFramePr>
        <p:xfrm>
          <a:off x="7552944" y="1825625"/>
          <a:ext cx="3800856" cy="430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628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290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Introduction to Amazon CloudTrail</vt:lpstr>
      <vt:lpstr>What is Amazon CloudTrail?</vt:lpstr>
      <vt:lpstr>Why CloudTrail</vt:lpstr>
      <vt:lpstr>How CloudTrail Works</vt:lpstr>
      <vt:lpstr>Types of Events in CloudTrail</vt:lpstr>
      <vt:lpstr>CloudTrail Event 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21</cp:revision>
  <dcterms:created xsi:type="dcterms:W3CDTF">2025-10-19T15:53:21Z</dcterms:created>
  <dcterms:modified xsi:type="dcterms:W3CDTF">2025-10-19T16:04:30Z</dcterms:modified>
</cp:coreProperties>
</file>