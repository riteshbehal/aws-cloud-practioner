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svg" ContentType="image/svg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theme/theme2.xml" ContentType="application/vnd.openxmlformats-officedocument.theme+xml"/>
  <Override PartName="/ppt/diagrams/data1.xml" ContentType="application/vnd.openxmlformats-officedocument.drawingml.diagramData+xml"/>
  <Override PartName="/ppt/diagrams/layout1.xml" ContentType="application/vnd.openxmlformats-officedocument.drawingml.diagramLayout+xml"/>
  <Override PartName="/ppt/diagrams/quickStyle1.xml" ContentType="application/vnd.openxmlformats-officedocument.drawingml.diagramStyle+xml"/>
  <Override PartName="/ppt/diagrams/colors1.xml" ContentType="application/vnd.openxmlformats-officedocument.drawingml.diagramColors+xml"/>
  <Override PartName="/ppt/diagrams/drawing1.xml" ContentType="application/vnd.ms-office.drawingml.diagramDrawing+xml"/>
  <Override PartName="/ppt/diagrams/data2.xml" ContentType="application/vnd.openxmlformats-officedocument.drawingml.diagramData+xml"/>
  <Override PartName="/ppt/diagrams/layout2.xml" ContentType="application/vnd.openxmlformats-officedocument.drawingml.diagramLayout+xml"/>
  <Override PartName="/ppt/diagrams/quickStyle2.xml" ContentType="application/vnd.openxmlformats-officedocument.drawingml.diagramStyle+xml"/>
  <Override PartName="/ppt/diagrams/colors2.xml" ContentType="application/vnd.openxmlformats-officedocument.drawingml.diagramColors+xml"/>
  <Override PartName="/ppt/diagrams/drawing2.xml" ContentType="application/vnd.ms-office.drawingml.diagramDrawing+xml"/>
  <Override PartName="/ppt/diagrams/data3.xml" ContentType="application/vnd.openxmlformats-officedocument.drawingml.diagramData+xml"/>
  <Override PartName="/ppt/diagrams/layout3.xml" ContentType="application/vnd.openxmlformats-officedocument.drawingml.diagramLayout+xml"/>
  <Override PartName="/ppt/diagrams/quickStyle3.xml" ContentType="application/vnd.openxmlformats-officedocument.drawingml.diagramStyle+xml"/>
  <Override PartName="/ppt/diagrams/colors3.xml" ContentType="application/vnd.openxmlformats-officedocument.drawingml.diagramColors+xml"/>
  <Override PartName="/ppt/diagrams/drawing3.xml" ContentType="application/vnd.ms-office.drawingml.diagramDrawing+xml"/>
  <Override PartName="/ppt/notesSlides/notesSlide1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notesMasterIdLst>
    <p:notesMasterId r:id="rId9"/>
  </p:notesMasterIdLst>
  <p:sldIdLst>
    <p:sldId id="256" r:id="rId2"/>
    <p:sldId id="257" r:id="rId3"/>
    <p:sldId id="258" r:id="rId4"/>
    <p:sldId id="259" r:id="rId5"/>
    <p:sldId id="260" r:id="rId6"/>
    <p:sldId id="261" r:id="rId7"/>
    <p:sldId id="268" r:id="rId8"/>
  </p:sldIdLst>
  <p:sldSz cx="12192000" cy="6858000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>
      <p:cViewPr varScale="1">
        <p:scale>
          <a:sx n="105" d="100"/>
          <a:sy n="105" d="100"/>
        </p:scale>
        <p:origin x="798" y="96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tableStyles" Target="tableStyles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theme" Target="theme/theme1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viewProps" Target="viewProps.xml"/><Relationship Id="rId5" Type="http://schemas.openxmlformats.org/officeDocument/2006/relationships/slide" Target="slides/slide4.xml"/><Relationship Id="rId10" Type="http://schemas.openxmlformats.org/officeDocument/2006/relationships/presProps" Target="presProps.xml"/><Relationship Id="rId4" Type="http://schemas.openxmlformats.org/officeDocument/2006/relationships/slide" Target="slides/slide3.xml"/><Relationship Id="rId9" Type="http://schemas.openxmlformats.org/officeDocument/2006/relationships/notesMaster" Target="notesMasters/notesMaster1.xml"/></Relationships>
</file>

<file path=ppt/diagrams/_rels/data2.xml.rels><?xml version="1.0" encoding="UTF-8" standalone="yes"?>
<Relationships xmlns="http://schemas.openxmlformats.org/package/2006/relationships"><Relationship Id="rId8" Type="http://schemas.openxmlformats.org/officeDocument/2006/relationships/image" Target="../media/image8.svg"/><Relationship Id="rId3" Type="http://schemas.openxmlformats.org/officeDocument/2006/relationships/image" Target="../media/image3.png"/><Relationship Id="rId7" Type="http://schemas.openxmlformats.org/officeDocument/2006/relationships/image" Target="../media/image7.png"/><Relationship Id="rId2" Type="http://schemas.openxmlformats.org/officeDocument/2006/relationships/image" Target="../media/image2.svg"/><Relationship Id="rId1" Type="http://schemas.openxmlformats.org/officeDocument/2006/relationships/image" Target="../media/image1.png"/><Relationship Id="rId6" Type="http://schemas.openxmlformats.org/officeDocument/2006/relationships/image" Target="../media/image6.svg"/><Relationship Id="rId5" Type="http://schemas.openxmlformats.org/officeDocument/2006/relationships/image" Target="../media/image5.png"/><Relationship Id="rId10" Type="http://schemas.openxmlformats.org/officeDocument/2006/relationships/image" Target="../media/image10.svg"/><Relationship Id="rId4" Type="http://schemas.openxmlformats.org/officeDocument/2006/relationships/image" Target="../media/image4.svg"/><Relationship Id="rId9" Type="http://schemas.openxmlformats.org/officeDocument/2006/relationships/image" Target="../media/image9.png"/></Relationships>
</file>

<file path=ppt/diagrams/_rels/drawing2.xml.rels><?xml version="1.0" encoding="UTF-8" standalone="yes"?>
<Relationships xmlns="http://schemas.openxmlformats.org/package/2006/relationships"><Relationship Id="rId8" Type="http://schemas.openxmlformats.org/officeDocument/2006/relationships/image" Target="../media/image8.svg"/><Relationship Id="rId3" Type="http://schemas.openxmlformats.org/officeDocument/2006/relationships/image" Target="../media/image3.png"/><Relationship Id="rId7" Type="http://schemas.openxmlformats.org/officeDocument/2006/relationships/image" Target="../media/image7.png"/><Relationship Id="rId2" Type="http://schemas.openxmlformats.org/officeDocument/2006/relationships/image" Target="../media/image2.svg"/><Relationship Id="rId1" Type="http://schemas.openxmlformats.org/officeDocument/2006/relationships/image" Target="../media/image1.png"/><Relationship Id="rId6" Type="http://schemas.openxmlformats.org/officeDocument/2006/relationships/image" Target="../media/image6.svg"/><Relationship Id="rId5" Type="http://schemas.openxmlformats.org/officeDocument/2006/relationships/image" Target="../media/image5.png"/><Relationship Id="rId10" Type="http://schemas.openxmlformats.org/officeDocument/2006/relationships/image" Target="../media/image10.svg"/><Relationship Id="rId4" Type="http://schemas.openxmlformats.org/officeDocument/2006/relationships/image" Target="../media/image4.svg"/><Relationship Id="rId9" Type="http://schemas.openxmlformats.org/officeDocument/2006/relationships/image" Target="../media/image9.png"/></Relationships>
</file>

<file path=ppt/diagrams/colors1.xml><?xml version="1.0" encoding="utf-8"?>
<dgm:colorsDef xmlns:dgm="http://schemas.openxmlformats.org/drawingml/2006/diagram" xmlns:a="http://schemas.openxmlformats.org/drawingml/2006/main" uniqueId="urn:microsoft.com/office/officeart/2005/8/colors/colorful1">
  <dgm:title val=""/>
  <dgm:desc val=""/>
  <dgm:catLst>
    <dgm:cat type="colorful" pri="10100"/>
  </dgm:catLst>
  <dgm:styleLbl name="node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1">
    <dgm:fillClrLst meth="repeat">
      <a:schemeClr val="accent2"/>
      <a:schemeClr val="accent3"/>
      <a:schemeClr val="accent4"/>
      <a:schemeClr val="accent5"/>
      <a:schemeClr val="accent6"/>
    </dgm:fillClrLst>
    <dgm:linClrLst meth="repeat">
      <a:schemeClr val="lt1"/>
    </dgm:linClrLst>
    <dgm:effectClrLst/>
    <dgm:txLinClrLst/>
    <dgm:txFillClrLst/>
    <dgm:txEffectClrLst/>
  </dgm:styleLbl>
  <dgm:styleLbl name="alignNode1">
    <dgm:fillClrLst meth="repeat">
      <a:schemeClr val="accent2"/>
      <a:schemeClr val="accent3"/>
      <a:schemeClr val="accent4"/>
      <a:schemeClr val="accent5"/>
      <a:schemeClr val="accent6"/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/>
    <dgm:txEffectClrLst/>
  </dgm:styleLbl>
  <dgm:styleLbl name="lnNode1">
    <dgm:fillClrLst meth="repeat">
      <a:schemeClr val="accent2"/>
      <a:schemeClr val="accent3"/>
      <a:schemeClr val="accent4"/>
      <a:schemeClr val="accent5"/>
      <a:schemeClr val="accent6"/>
    </dgm:fillClrLst>
    <dgm:linClrLst meth="repeat">
      <a:schemeClr val="lt1"/>
    </dgm:linClrLst>
    <dgm:effectClrLst/>
    <dgm:txLinClrLst/>
    <dgm:txFillClrLst/>
    <dgm:txEffectClrLst/>
  </dgm:styleLbl>
  <dgm:styleLbl name="vennNode1">
    <dgm:fillClrLst meth="repeat">
      <a:schemeClr val="accent2">
        <a:alpha val="50000"/>
      </a:schemeClr>
      <a:schemeClr val="accent3">
        <a:alpha val="50000"/>
      </a:schemeClr>
      <a:schemeClr val="accent4">
        <a:alpha val="50000"/>
      </a:schemeClr>
      <a:schemeClr val="accent5">
        <a:alpha val="50000"/>
      </a:schemeClr>
      <a:schemeClr val="accent6">
        <a:alpha val="50000"/>
      </a:schemeClr>
    </dgm:fillClrLst>
    <dgm:linClrLst meth="repeat">
      <a:schemeClr val="lt1"/>
    </dgm:linClrLst>
    <dgm:effectClrLst/>
    <dgm:txLinClrLst/>
    <dgm:txFillClrLst/>
    <dgm:txEffectClrLst/>
  </dgm:styleLbl>
  <dgm:styleLbl name="node2">
    <dgm:fillClrLst>
      <a:schemeClr val="accent2"/>
    </dgm:fillClrLst>
    <dgm:linClrLst meth="repeat">
      <a:schemeClr val="lt1"/>
    </dgm:linClrLst>
    <dgm:effectClrLst/>
    <dgm:txLinClrLst/>
    <dgm:txFillClrLst/>
    <dgm:txEffectClrLst/>
  </dgm:styleLbl>
  <dgm:styleLbl name="node3">
    <dgm:fillClrLst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node4">
    <dgm:fillClrLst>
      <a:schemeClr val="accent4"/>
    </dgm:fillClrLst>
    <dgm:linClrLst meth="repeat">
      <a:schemeClr val="lt1"/>
    </dgm:linClrLst>
    <dgm:effectClrLst/>
    <dgm:txLinClrLst/>
    <dgm:txFillClrLst/>
    <dgm:txEffectClrLst/>
  </dgm:styleLbl>
  <dgm:styleLbl name="fgImgPlace1">
    <dgm:fillClrLst meth="repeat">
      <a:schemeClr val="accent2">
        <a:tint val="50000"/>
      </a:schemeClr>
      <a:schemeClr val="accent3">
        <a:tint val="50000"/>
      </a:schemeClr>
      <a:schemeClr val="accent4">
        <a:tint val="50000"/>
      </a:schemeClr>
      <a:schemeClr val="accent5">
        <a:tint val="50000"/>
      </a:schemeClr>
      <a:schemeClr val="accent6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alignImgPlace1">
    <dgm:fillClrLst>
      <a:schemeClr val="accent1">
        <a:tint val="50000"/>
      </a:schemeClr>
      <a:schemeClr val="accent2">
        <a:tint val="2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bgImgPlace1">
    <dgm:fillClrLst>
      <a:schemeClr val="accent1">
        <a:tint val="50000"/>
      </a:schemeClr>
      <a:schemeClr val="accent2">
        <a:tint val="2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sibTrans2D1">
    <dgm:fillClrLst meth="repeat">
      <a:schemeClr val="accent2"/>
      <a:schemeClr val="accent3"/>
      <a:schemeClr val="accent4"/>
      <a:schemeClr val="accent5"/>
      <a:schemeClr val="accent6"/>
    </dgm:fillClrLst>
    <dgm:linClrLst meth="cycle">
      <a:schemeClr val="lt1"/>
    </dgm:linClrLst>
    <dgm:effectClrLst/>
    <dgm:txLinClrLst/>
    <dgm:txFillClrLst/>
    <dgm:txEffectClrLst/>
  </dgm:styleLbl>
  <dgm:styleLbl name="fgSibTrans2D1">
    <dgm:fillClrLst meth="repeat">
      <a:schemeClr val="accent2"/>
      <a:schemeClr val="accent3"/>
      <a:schemeClr val="accent4"/>
      <a:schemeClr val="accent5"/>
      <a:schemeClr val="accent6"/>
    </dgm:fillClrLst>
    <dgm:linClrLst meth="cycle">
      <a:schemeClr val="lt1"/>
    </dgm:linClrLst>
    <dgm:effectClrLst/>
    <dgm:txLinClrLst/>
    <dgm:txFillClrLst meth="repeat">
      <a:schemeClr val="lt1"/>
    </dgm:txFillClrLst>
    <dgm:txEffectClrLst/>
  </dgm:styleLbl>
  <dgm:styleLbl name="bgSibTrans2D1">
    <dgm:fillClrLst meth="repeat">
      <a:schemeClr val="accent2"/>
      <a:schemeClr val="accent3"/>
      <a:schemeClr val="accent4"/>
      <a:schemeClr val="accent5"/>
      <a:schemeClr val="accent6"/>
    </dgm:fillClrLst>
    <dgm:linClrLst meth="cycle">
      <a:schemeClr val="lt1"/>
    </dgm:linClrLst>
    <dgm:effectClrLst/>
    <dgm:txLinClrLst/>
    <dgm:txFillClrLst meth="repeat">
      <a:schemeClr val="lt1"/>
    </dgm:txFillClrLst>
    <dgm:txEffectClrLst/>
  </dgm:styleLbl>
  <dgm:styleLbl name="sibTrans1D1">
    <dgm:fillClrLst meth="repeat">
      <a:schemeClr val="accent2"/>
      <a:schemeClr val="accent3"/>
      <a:schemeClr val="accent4"/>
      <a:schemeClr val="accent5"/>
      <a:schemeClr val="accent6"/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tx1"/>
    </dgm:txFillClrLst>
    <dgm:txEffectClrLst/>
  </dgm:styleLbl>
  <dgm:styleLbl name="callout">
    <dgm:fillClrLst meth="repeat">
      <a:schemeClr val="accent2"/>
    </dgm:fillClrLst>
    <dgm:linClrLst meth="repeat">
      <a:schemeClr val="accent2">
        <a:tint val="50000"/>
      </a:schemeClr>
    </dgm:linClrLst>
    <dgm:effectClrLst/>
    <dgm:txLinClrLst/>
    <dgm:txFillClrLst meth="repeat">
      <a:schemeClr val="tx1"/>
    </dgm:txFillClrLst>
    <dgm:txEffectClrLst/>
  </dgm:styleLbl>
  <dgm:styleLbl name="asst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1">
    <dgm:fillClrLst meth="repeat">
      <a:schemeClr val="accent2"/>
    </dgm:fillClrLst>
    <dgm:linClrLst meth="repeat">
      <a:schemeClr val="lt1"/>
    </dgm:linClrLst>
    <dgm:effectClrLst/>
    <dgm:txLinClrLst/>
    <dgm:txFillClrLst/>
    <dgm:txEffectClrLst/>
  </dgm:styleLbl>
  <dgm:styleLbl name="asst2">
    <dgm:fillClrLst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asst3">
    <dgm:fillClrLst>
      <a:schemeClr val="accent4"/>
    </dgm:fillClrLst>
    <dgm:linClrLst meth="repeat">
      <a:schemeClr val="lt1"/>
    </dgm:linClrLst>
    <dgm:effectClrLst/>
    <dgm:txLinClrLst/>
    <dgm:txFillClrLst/>
    <dgm:txEffectClrLst/>
  </dgm:styleLbl>
  <dgm:styleLbl name="asst4">
    <dgm:fillClrLst>
      <a:schemeClr val="accent5"/>
    </dgm:fillClrLst>
    <dgm:linClrLst meth="repeat">
      <a:schemeClr val="lt1"/>
    </dgm:linClrLst>
    <dgm:effectClrLst/>
    <dgm:txLinClrLst/>
    <dgm:txFillClrLst/>
    <dgm:txEffectClrLst/>
  </dgm:styleLbl>
  <dgm:styleLbl name="parChTrans2D1">
    <dgm:fillClrLst meth="repeat">
      <a:schemeClr val="accent2"/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parChTrans2D2">
    <dgm:fillClrLst meth="repeat"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parChTrans2D3">
    <dgm:fillClrLst meth="repeat">
      <a:schemeClr val="accent4"/>
    </dgm:fillClrLst>
    <dgm:linClrLst meth="repeat">
      <a:schemeClr val="lt1"/>
    </dgm:linClrLst>
    <dgm:effectClrLst/>
    <dgm:txLinClrLst/>
    <dgm:txFillClrLst/>
    <dgm:txEffectClrLst/>
  </dgm:styleLbl>
  <dgm:styleLbl name="parChTrans2D4">
    <dgm:fillClrLst meth="repeat">
      <a:schemeClr val="accent5"/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parChTrans1D1">
    <dgm:fillClrLst meth="repeat">
      <a:schemeClr val="accent2"/>
    </dgm:fillClrLst>
    <dgm:linClrLst meth="repeat">
      <a:schemeClr val="accent1"/>
    </dgm:linClrLst>
    <dgm:effectClrLst/>
    <dgm:txLinClrLst/>
    <dgm:txFillClrLst meth="repeat">
      <a:schemeClr val="tx1"/>
    </dgm:txFillClrLst>
    <dgm:txEffectClrLst/>
  </dgm:styleLbl>
  <dgm:styleLbl name="parChTrans1D2">
    <dgm:fillClrLst meth="repeat">
      <a:schemeClr val="accent3">
        <a:tint val="90000"/>
      </a:schemeClr>
    </dgm:fillClrLst>
    <dgm:linClrLst meth="repeat">
      <a:schemeClr val="accent2"/>
    </dgm:linClrLst>
    <dgm:effectClrLst/>
    <dgm:txLinClrLst/>
    <dgm:txFillClrLst meth="repeat">
      <a:schemeClr val="tx1"/>
    </dgm:txFillClrLst>
    <dgm:txEffectClrLst/>
  </dgm:styleLbl>
  <dgm:styleLbl name="parChTrans1D3">
    <dgm:fillClrLst meth="repeat">
      <a:schemeClr val="accent4">
        <a:tint val="70000"/>
      </a:schemeClr>
    </dgm:fillClrLst>
    <dgm:linClrLst meth="repeat">
      <a:schemeClr val="accent3"/>
    </dgm:linClrLst>
    <dgm:effectClrLst/>
    <dgm:txLinClrLst/>
    <dgm:txFillClrLst meth="repeat">
      <a:schemeClr val="tx1"/>
    </dgm:txFillClrLst>
    <dgm:txEffectClrLst/>
  </dgm:styleLbl>
  <dgm:styleLbl name="parChTrans1D4">
    <dgm:fillClrLst meth="repeat">
      <a:schemeClr val="accent5">
        <a:tint val="50000"/>
      </a:schemeClr>
    </dgm:fillClrLst>
    <dgm:linClrLst meth="repeat">
      <a:schemeClr val="accent4"/>
    </dgm:linClrLst>
    <dgm:effectClrLst/>
    <dgm:txLinClrLst/>
    <dgm:txFillClrLst meth="repeat">
      <a:schemeClr val="tx1"/>
    </dgm:txFillClrLst>
    <dgm:txEffectClrLst/>
  </dgm:styleLbl>
  <dgm:styleLbl name="fgAcc1">
    <dgm:fillClrLst meth="repeat">
      <a:schemeClr val="lt1">
        <a:alpha val="90000"/>
      </a:schemeClr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conFgAcc1">
    <dgm:fillClrLst meth="repeat">
      <a:schemeClr val="lt1">
        <a:alpha val="90000"/>
      </a:schemeClr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alignAcc1">
    <dgm:fillClrLst meth="repeat">
      <a:schemeClr val="lt1">
        <a:alpha val="90000"/>
      </a:schemeClr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trAlignAcc1">
    <dgm:fillClrLst meth="repeat">
      <a:schemeClr val="lt1">
        <a:alpha val="4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bgAcc1">
    <dgm:fillClrLst meth="repeat">
      <a:schemeClr val="lt1">
        <a:alpha val="90000"/>
      </a:schemeClr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solidFgAcc1">
    <dgm:fillClrLst meth="repeat">
      <a:schemeClr val="lt1"/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solidAlignAcc1">
    <dgm:fillClrLst meth="repeat">
      <a:schemeClr val="lt1"/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solidBgAcc1">
    <dgm:fillClrLst meth="repeat">
      <a:schemeClr val="lt1"/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fgAccFollowNode1">
    <dgm:fillClrLst meth="repeat">
      <a:schemeClr val="accent2">
        <a:tint val="40000"/>
        <a:alpha val="90000"/>
      </a:schemeClr>
      <a:schemeClr val="accent3">
        <a:tint val="40000"/>
        <a:alpha val="90000"/>
      </a:schemeClr>
      <a:schemeClr val="accent4">
        <a:tint val="40000"/>
        <a:alpha val="90000"/>
      </a:schemeClr>
      <a:schemeClr val="accent5">
        <a:tint val="40000"/>
        <a:alpha val="90000"/>
      </a:schemeClr>
      <a:schemeClr val="accent6">
        <a:tint val="40000"/>
        <a:alpha val="90000"/>
      </a:schemeClr>
    </dgm:fillClrLst>
    <dgm:linClrLst meth="repeat">
      <a:schemeClr val="accent2">
        <a:tint val="40000"/>
        <a:alpha val="90000"/>
      </a:schemeClr>
      <a:schemeClr val="accent3">
        <a:tint val="40000"/>
        <a:alpha val="90000"/>
      </a:schemeClr>
      <a:schemeClr val="accent4">
        <a:tint val="40000"/>
        <a:alpha val="90000"/>
      </a:schemeClr>
      <a:schemeClr val="accent5">
        <a:tint val="40000"/>
        <a:alpha val="90000"/>
      </a:schemeClr>
      <a:schemeClr val="accent6">
        <a:tint val="40000"/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alignAccFollowNode1">
    <dgm:fillClrLst meth="repeat">
      <a:schemeClr val="accent2">
        <a:tint val="40000"/>
        <a:alpha val="90000"/>
      </a:schemeClr>
      <a:schemeClr val="accent3">
        <a:tint val="40000"/>
        <a:alpha val="90000"/>
      </a:schemeClr>
      <a:schemeClr val="accent4">
        <a:tint val="40000"/>
        <a:alpha val="90000"/>
      </a:schemeClr>
      <a:schemeClr val="accent5">
        <a:tint val="40000"/>
        <a:alpha val="90000"/>
      </a:schemeClr>
      <a:schemeClr val="accent6">
        <a:tint val="40000"/>
        <a:alpha val="90000"/>
      </a:schemeClr>
    </dgm:fillClrLst>
    <dgm:linClrLst meth="repeat">
      <a:schemeClr val="accent2">
        <a:tint val="40000"/>
        <a:alpha val="90000"/>
      </a:schemeClr>
      <a:schemeClr val="accent3">
        <a:tint val="40000"/>
        <a:alpha val="90000"/>
      </a:schemeClr>
      <a:schemeClr val="accent4">
        <a:tint val="40000"/>
        <a:alpha val="90000"/>
      </a:schemeClr>
      <a:schemeClr val="accent5">
        <a:tint val="40000"/>
        <a:alpha val="90000"/>
      </a:schemeClr>
      <a:schemeClr val="accent6">
        <a:tint val="40000"/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bgAccFollowNode1">
    <dgm:fillClrLst meth="repeat">
      <a:schemeClr val="accent2">
        <a:tint val="40000"/>
        <a:alpha val="90000"/>
      </a:schemeClr>
      <a:schemeClr val="accent3">
        <a:tint val="40000"/>
        <a:alpha val="90000"/>
      </a:schemeClr>
      <a:schemeClr val="accent4">
        <a:tint val="40000"/>
        <a:alpha val="90000"/>
      </a:schemeClr>
      <a:schemeClr val="accent5">
        <a:tint val="40000"/>
        <a:alpha val="90000"/>
      </a:schemeClr>
      <a:schemeClr val="accent6">
        <a:tint val="40000"/>
        <a:alpha val="90000"/>
      </a:schemeClr>
    </dgm:fillClrLst>
    <dgm:linClrLst meth="repeat">
      <a:schemeClr val="accent2">
        <a:tint val="40000"/>
        <a:alpha val="90000"/>
      </a:schemeClr>
      <a:schemeClr val="accent3">
        <a:tint val="40000"/>
        <a:alpha val="90000"/>
      </a:schemeClr>
      <a:schemeClr val="accent4">
        <a:tint val="40000"/>
        <a:alpha val="90000"/>
      </a:schemeClr>
      <a:schemeClr val="accent5">
        <a:tint val="40000"/>
        <a:alpha val="90000"/>
      </a:schemeClr>
      <a:schemeClr val="accent6">
        <a:tint val="40000"/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fgAcc0">
    <dgm:fillClrLst meth="repeat">
      <a:schemeClr val="lt1">
        <a:alpha val="90000"/>
      </a:schemeClr>
    </dgm:fillClrLst>
    <dgm:linClrLst>
      <a:schemeClr val="accent1"/>
    </dgm:linClrLst>
    <dgm:effectClrLst/>
    <dgm:txLinClrLst/>
    <dgm:txFillClrLst meth="repeat">
      <a:schemeClr val="dk1"/>
    </dgm:txFillClrLst>
    <dgm:txEffectClrLst/>
  </dgm:styleLbl>
  <dgm:styleLbl name="fgAcc2">
    <dgm:fillClrLst meth="repeat">
      <a:schemeClr val="lt1">
        <a:alpha val="90000"/>
      </a:schemeClr>
    </dgm:fillClrLst>
    <dgm:linClrLst>
      <a:schemeClr val="accent2"/>
    </dgm:linClrLst>
    <dgm:effectClrLst/>
    <dgm:txLinClrLst/>
    <dgm:txFillClrLst meth="repeat">
      <a:schemeClr val="dk1"/>
    </dgm:txFillClrLst>
    <dgm:txEffectClrLst/>
  </dgm:styleLbl>
  <dgm:styleLbl name="fgAcc3">
    <dgm:fillClrLst meth="repeat">
      <a:schemeClr val="lt1">
        <a:alpha val="90000"/>
      </a:schemeClr>
    </dgm:fillClrLst>
    <dgm:linClrLst>
      <a:schemeClr val="accent3"/>
    </dgm:linClrLst>
    <dgm:effectClrLst/>
    <dgm:txLinClrLst/>
    <dgm:txFillClrLst meth="repeat">
      <a:schemeClr val="dk1"/>
    </dgm:txFillClrLst>
    <dgm:txEffectClrLst/>
  </dgm:styleLbl>
  <dgm:styleLbl name="fgAcc4">
    <dgm:fillClrLst meth="repeat">
      <a:schemeClr val="lt1">
        <a:alpha val="90000"/>
      </a:schemeClr>
    </dgm:fillClrLst>
    <dgm:linClrLst>
      <a:schemeClr val="accent4"/>
    </dgm:linClrLst>
    <dgm:effectClrLst/>
    <dgm:txLinClrLst/>
    <dgm:txFillClrLst meth="repeat">
      <a:schemeClr val="dk1"/>
    </dgm:txFillClrLst>
    <dgm:txEffectClrLst/>
  </dgm:styleLbl>
  <dgm:styleLbl name="bgShp">
    <dgm:fillClrLst meth="repeat">
      <a:schemeClr val="accent2">
        <a:tint val="40000"/>
      </a:schemeClr>
    </dgm:fillClrLst>
    <dgm:linClrLst meth="repeat">
      <a:schemeClr val="dk1"/>
    </dgm:linClrLst>
    <dgm:effectClrLst/>
    <dgm:txLinClrLst/>
    <dgm:txFillClrLst meth="repeat">
      <a:schemeClr val="dk1"/>
    </dgm:txFillClrLst>
    <dgm:txEffectClrLst/>
  </dgm:styleLbl>
  <dgm:styleLbl name="dkBgShp">
    <dgm:fillClrLst meth="repeat">
      <a:schemeClr val="accent2">
        <a:shade val="90000"/>
      </a:schemeClr>
    </dgm:fillClrLst>
    <dgm:linClrLst meth="repeat">
      <a:schemeClr val="dk1"/>
    </dgm:linClrLst>
    <dgm:effectClrLst/>
    <dgm:txLinClrLst/>
    <dgm:txFillClrLst meth="repeat">
      <a:schemeClr val="lt1"/>
    </dgm:txFillClrLst>
    <dgm:txEffectClrLst/>
  </dgm:styleLbl>
  <dgm:styleLbl name="trBgShp">
    <dgm:fillClrLst meth="repeat">
      <a:schemeClr val="accent1">
        <a:tint val="50000"/>
        <a:alpha val="40000"/>
      </a:schemeClr>
    </dgm:fillClrLst>
    <dgm:linClrLst meth="repeat">
      <a:schemeClr val="accent2"/>
    </dgm:linClrLst>
    <dgm:effectClrLst/>
    <dgm:txLinClrLst/>
    <dgm:txFillClrLst meth="repeat">
      <a:schemeClr val="lt1"/>
    </dgm:txFillClrLst>
    <dgm:txEffectClrLst/>
  </dgm:styleLbl>
  <dgm:styleLbl name="fgShp">
    <dgm:fillClrLst meth="repeat">
      <a:schemeClr val="accent2">
        <a:tint val="40000"/>
      </a:schemeClr>
    </dgm:fillClrLst>
    <dgm:linClrLst meth="repeat">
      <a:schemeClr val="lt1"/>
    </dgm:linClrLst>
    <dgm:effectClrLst/>
    <dgm:txLinClrLst/>
    <dgm:txFillClrLst meth="repeat">
      <a:schemeClr val="dk1"/>
    </dgm:txFillClrLst>
    <dgm:txEffectClrLst/>
  </dgm:styleLbl>
  <dgm:styleLbl name="revTx">
    <dgm:fillClrLst meth="repeat">
      <a:schemeClr val="lt1">
        <a:alpha val="0"/>
      </a:schemeClr>
    </dgm:fillClrLst>
    <dgm:linClrLst meth="repeat">
      <a:schemeClr val="dk1">
        <a:alpha val="0"/>
      </a:schemeClr>
    </dgm:linClrLst>
    <dgm:effectClrLst/>
    <dgm:txLinClrLst/>
    <dgm:txFillClrLst meth="repeat">
      <a:schemeClr val="tx1"/>
    </dgm:txFillClrLst>
    <dgm:txEffectClrLst/>
  </dgm:styleLbl>
</dgm:colorsDef>
</file>

<file path=ppt/diagrams/colors2.xml><?xml version="1.0" encoding="utf-8"?>
<dgm:colorsDef xmlns:dgm="http://schemas.openxmlformats.org/drawingml/2006/diagram" xmlns:a="http://schemas.openxmlformats.org/drawingml/2006/main" uniqueId="urn:microsoft.com/office/officeart/2018/5/colors/Iconchunking_neutralicon_colorful1">
  <dgm:title val=""/>
  <dgm:desc val=""/>
  <dgm:catLst>
    <dgm:cat type="colorful" pri="10100"/>
  </dgm:catLst>
  <dgm:styleLbl name="node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1">
    <dgm:fillClrLst meth="repeat">
      <a:schemeClr val="bg1"/>
    </dgm:fillClrLst>
    <dgm:linClrLst meth="repeat">
      <a:schemeClr val="lt1">
        <a:alpha val="0"/>
      </a:schemeClr>
    </dgm:linClrLst>
    <dgm:effectClrLst/>
    <dgm:txLinClrLst/>
    <dgm:txFillClrLst meth="repeat">
      <a:schemeClr val="dk1"/>
    </dgm:txFillClrLst>
    <dgm:txEffectClrLst/>
  </dgm:styleLbl>
  <dgm:styleLbl name="alignNode1">
    <dgm:fillClrLst meth="repeat">
      <a:schemeClr val="accent2"/>
      <a:schemeClr val="accent3"/>
      <a:schemeClr val="accent4"/>
      <a:schemeClr val="accent5"/>
      <a:schemeClr val="accent6"/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/>
    <dgm:txEffectClrLst/>
  </dgm:styleLbl>
  <dgm:styleLbl name="lnNode1">
    <dgm:fillClrLst meth="repeat">
      <a:schemeClr val="accent2"/>
      <a:schemeClr val="accent3"/>
      <a:schemeClr val="accent4"/>
      <a:schemeClr val="accent5"/>
      <a:schemeClr val="accent6"/>
    </dgm:fillClrLst>
    <dgm:linClrLst meth="repeat">
      <a:schemeClr val="lt1"/>
    </dgm:linClrLst>
    <dgm:effectClrLst/>
    <dgm:txLinClrLst/>
    <dgm:txFillClrLst/>
    <dgm:txEffectClrLst/>
  </dgm:styleLbl>
  <dgm:styleLbl name="vennNode1">
    <dgm:fillClrLst meth="repeat">
      <a:schemeClr val="accent2">
        <a:alpha val="50000"/>
      </a:schemeClr>
      <a:schemeClr val="accent3">
        <a:alpha val="50000"/>
      </a:schemeClr>
      <a:schemeClr val="accent4">
        <a:alpha val="50000"/>
      </a:schemeClr>
      <a:schemeClr val="accent5">
        <a:alpha val="50000"/>
      </a:schemeClr>
      <a:schemeClr val="accent6">
        <a:alpha val="50000"/>
      </a:schemeClr>
    </dgm:fillClrLst>
    <dgm:linClrLst meth="repeat">
      <a:schemeClr val="lt1"/>
    </dgm:linClrLst>
    <dgm:effectClrLst/>
    <dgm:txLinClrLst/>
    <dgm:txFillClrLst/>
    <dgm:txEffectClrLst/>
  </dgm:styleLbl>
  <dgm:styleLbl name="node2">
    <dgm:fillClrLst>
      <a:schemeClr val="accent2"/>
    </dgm:fillClrLst>
    <dgm:linClrLst meth="repeat">
      <a:schemeClr val="lt1"/>
    </dgm:linClrLst>
    <dgm:effectClrLst/>
    <dgm:txLinClrLst/>
    <dgm:txFillClrLst/>
    <dgm:txEffectClrLst/>
  </dgm:styleLbl>
  <dgm:styleLbl name="node3">
    <dgm:fillClrLst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node4">
    <dgm:fillClrLst>
      <a:schemeClr val="accent4"/>
    </dgm:fillClrLst>
    <dgm:linClrLst meth="repeat">
      <a:schemeClr val="lt1"/>
    </dgm:linClrLst>
    <dgm:effectClrLst/>
    <dgm:txLinClrLst/>
    <dgm:txFillClrLst/>
    <dgm:txEffectClrLst/>
  </dgm:styleLbl>
  <dgm:styleLbl name="fgImgPlace1">
    <dgm:fillClrLst meth="repeat">
      <a:schemeClr val="accent2">
        <a:tint val="50000"/>
      </a:schemeClr>
      <a:schemeClr val="accent3">
        <a:tint val="50000"/>
      </a:schemeClr>
      <a:schemeClr val="accent4">
        <a:tint val="50000"/>
      </a:schemeClr>
      <a:schemeClr val="accent5">
        <a:tint val="50000"/>
      </a:schemeClr>
      <a:schemeClr val="accent6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alignImgPlace1">
    <dgm:fillClrLst>
      <a:schemeClr val="accent1">
        <a:tint val="50000"/>
      </a:schemeClr>
      <a:schemeClr val="accent2">
        <a:tint val="2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bgImgPlace1">
    <dgm:fillClrLst>
      <a:schemeClr val="accent1">
        <a:tint val="50000"/>
      </a:schemeClr>
      <a:schemeClr val="accent2">
        <a:tint val="2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sibTrans2D1">
    <dgm:fillClrLst meth="repeat">
      <a:schemeClr val="accent2"/>
      <a:schemeClr val="accent3"/>
      <a:schemeClr val="accent4"/>
      <a:schemeClr val="accent5"/>
      <a:schemeClr val="accent6"/>
    </dgm:fillClrLst>
    <dgm:linClrLst meth="cycle">
      <a:schemeClr val="lt1"/>
    </dgm:linClrLst>
    <dgm:effectClrLst/>
    <dgm:txLinClrLst/>
    <dgm:txFillClrLst/>
    <dgm:txEffectClrLst/>
  </dgm:styleLbl>
  <dgm:styleLbl name="fgSibTrans2D1">
    <dgm:fillClrLst meth="repeat">
      <a:schemeClr val="accent2"/>
      <a:schemeClr val="accent3"/>
      <a:schemeClr val="accent4"/>
      <a:schemeClr val="accent5"/>
      <a:schemeClr val="accent6"/>
    </dgm:fillClrLst>
    <dgm:linClrLst meth="cycle">
      <a:schemeClr val="lt1"/>
    </dgm:linClrLst>
    <dgm:effectClrLst/>
    <dgm:txLinClrLst/>
    <dgm:txFillClrLst meth="repeat">
      <a:schemeClr val="lt1"/>
    </dgm:txFillClrLst>
    <dgm:txEffectClrLst/>
  </dgm:styleLbl>
  <dgm:styleLbl name="bgSibTrans2D1">
    <dgm:fillClrLst meth="repeat">
      <a:schemeClr val="accent2"/>
      <a:schemeClr val="accent3"/>
      <a:schemeClr val="accent4"/>
      <a:schemeClr val="accent5"/>
      <a:schemeClr val="accent6"/>
    </dgm:fillClrLst>
    <dgm:linClrLst meth="cycle">
      <a:schemeClr val="lt1"/>
    </dgm:linClrLst>
    <dgm:effectClrLst/>
    <dgm:txLinClrLst/>
    <dgm:txFillClrLst meth="repeat">
      <a:schemeClr val="lt1"/>
    </dgm:txFillClrLst>
    <dgm:txEffectClrLst/>
  </dgm:styleLbl>
  <dgm:styleLbl name="sibTrans1D1">
    <dgm:fillClrLst meth="repeat">
      <a:schemeClr val="accent2"/>
      <a:schemeClr val="accent3"/>
      <a:schemeClr val="accent4"/>
      <a:schemeClr val="accent5"/>
      <a:schemeClr val="accent6"/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tx1"/>
    </dgm:txFillClrLst>
    <dgm:txEffectClrLst/>
  </dgm:styleLbl>
  <dgm:styleLbl name="callout">
    <dgm:fillClrLst meth="repeat">
      <a:schemeClr val="accent2"/>
    </dgm:fillClrLst>
    <dgm:linClrLst meth="repeat">
      <a:schemeClr val="accent2">
        <a:tint val="50000"/>
      </a:schemeClr>
    </dgm:linClrLst>
    <dgm:effectClrLst/>
    <dgm:txLinClrLst/>
    <dgm:txFillClrLst meth="repeat">
      <a:schemeClr val="tx1"/>
    </dgm:txFillClrLst>
    <dgm:txEffectClrLst/>
  </dgm:styleLbl>
  <dgm:styleLbl name="asst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1">
    <dgm:fillClrLst meth="repeat">
      <a:schemeClr val="accent2"/>
    </dgm:fillClrLst>
    <dgm:linClrLst meth="repeat">
      <a:schemeClr val="lt1"/>
    </dgm:linClrLst>
    <dgm:effectClrLst/>
    <dgm:txLinClrLst/>
    <dgm:txFillClrLst/>
    <dgm:txEffectClrLst/>
  </dgm:styleLbl>
  <dgm:styleLbl name="asst2">
    <dgm:fillClrLst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asst3">
    <dgm:fillClrLst>
      <a:schemeClr val="accent4"/>
    </dgm:fillClrLst>
    <dgm:linClrLst meth="repeat">
      <a:schemeClr val="lt1"/>
    </dgm:linClrLst>
    <dgm:effectClrLst/>
    <dgm:txLinClrLst/>
    <dgm:txFillClrLst/>
    <dgm:txEffectClrLst/>
  </dgm:styleLbl>
  <dgm:styleLbl name="asst4">
    <dgm:fillClrLst>
      <a:schemeClr val="accent5"/>
    </dgm:fillClrLst>
    <dgm:linClrLst meth="repeat">
      <a:schemeClr val="lt1"/>
    </dgm:linClrLst>
    <dgm:effectClrLst/>
    <dgm:txLinClrLst/>
    <dgm:txFillClrLst/>
    <dgm:txEffectClrLst/>
  </dgm:styleLbl>
  <dgm:styleLbl name="parChTrans2D1">
    <dgm:fillClrLst meth="repeat">
      <a:schemeClr val="accent2"/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parChTrans2D2">
    <dgm:fillClrLst meth="repeat"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parChTrans2D3">
    <dgm:fillClrLst meth="repeat">
      <a:schemeClr val="accent4"/>
    </dgm:fillClrLst>
    <dgm:linClrLst meth="repeat">
      <a:schemeClr val="lt1"/>
    </dgm:linClrLst>
    <dgm:effectClrLst/>
    <dgm:txLinClrLst/>
    <dgm:txFillClrLst/>
    <dgm:txEffectClrLst/>
  </dgm:styleLbl>
  <dgm:styleLbl name="parChTrans2D4">
    <dgm:fillClrLst meth="repeat">
      <a:schemeClr val="accent5"/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parChTrans1D1">
    <dgm:fillClrLst meth="repeat">
      <a:schemeClr val="accent2"/>
    </dgm:fillClrLst>
    <dgm:linClrLst meth="repeat">
      <a:schemeClr val="accent1"/>
    </dgm:linClrLst>
    <dgm:effectClrLst/>
    <dgm:txLinClrLst/>
    <dgm:txFillClrLst meth="repeat">
      <a:schemeClr val="tx1"/>
    </dgm:txFillClrLst>
    <dgm:txEffectClrLst/>
  </dgm:styleLbl>
  <dgm:styleLbl name="parChTrans1D2">
    <dgm:fillClrLst meth="repeat">
      <a:schemeClr val="accent3">
        <a:tint val="90000"/>
      </a:schemeClr>
    </dgm:fillClrLst>
    <dgm:linClrLst meth="repeat">
      <a:schemeClr val="accent2"/>
    </dgm:linClrLst>
    <dgm:effectClrLst/>
    <dgm:txLinClrLst/>
    <dgm:txFillClrLst meth="repeat">
      <a:schemeClr val="tx1"/>
    </dgm:txFillClrLst>
    <dgm:txEffectClrLst/>
  </dgm:styleLbl>
  <dgm:styleLbl name="parChTrans1D3">
    <dgm:fillClrLst meth="repeat">
      <a:schemeClr val="accent4">
        <a:tint val="70000"/>
      </a:schemeClr>
    </dgm:fillClrLst>
    <dgm:linClrLst meth="repeat">
      <a:schemeClr val="accent3"/>
    </dgm:linClrLst>
    <dgm:effectClrLst/>
    <dgm:txLinClrLst/>
    <dgm:txFillClrLst meth="repeat">
      <a:schemeClr val="tx1"/>
    </dgm:txFillClrLst>
    <dgm:txEffectClrLst/>
  </dgm:styleLbl>
  <dgm:styleLbl name="parChTrans1D4">
    <dgm:fillClrLst meth="repeat">
      <a:schemeClr val="accent5">
        <a:tint val="50000"/>
      </a:schemeClr>
    </dgm:fillClrLst>
    <dgm:linClrLst meth="repeat">
      <a:schemeClr val="accent4"/>
    </dgm:linClrLst>
    <dgm:effectClrLst/>
    <dgm:txLinClrLst/>
    <dgm:txFillClrLst meth="repeat">
      <a:schemeClr val="tx1"/>
    </dgm:txFillClrLst>
    <dgm:txEffectClrLst/>
  </dgm:styleLbl>
  <dgm:styleLbl name="fgAcc1">
    <dgm:fillClrLst meth="repeat">
      <a:schemeClr val="lt1">
        <a:alpha val="90000"/>
      </a:schemeClr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conFgAcc1">
    <dgm:fillClrLst meth="repeat">
      <a:schemeClr val="lt1">
        <a:alpha val="90000"/>
      </a:schemeClr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alignAcc1">
    <dgm:fillClrLst meth="repeat">
      <a:schemeClr val="lt1">
        <a:alpha val="90000"/>
      </a:schemeClr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trAlignAcc1">
    <dgm:fillClrLst meth="repeat">
      <a:schemeClr val="lt1">
        <a:alpha val="4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bgAcc1">
    <dgm:fillClrLst meth="repeat">
      <a:schemeClr val="lt1">
        <a:alpha val="90000"/>
      </a:schemeClr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solidFgAcc1">
    <dgm:fillClrLst meth="repeat">
      <a:schemeClr val="lt1"/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solidAlignAcc1">
    <dgm:fillClrLst meth="repeat">
      <a:schemeClr val="lt1"/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solidBgAcc1">
    <dgm:fillClrLst meth="repeat">
      <a:schemeClr val="lt1"/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fgAccFollowNode1">
    <dgm:fillClrLst meth="repeat">
      <a:schemeClr val="accent2">
        <a:tint val="40000"/>
        <a:alpha val="90000"/>
      </a:schemeClr>
      <a:schemeClr val="accent3">
        <a:tint val="40000"/>
        <a:alpha val="90000"/>
      </a:schemeClr>
      <a:schemeClr val="accent4">
        <a:tint val="40000"/>
        <a:alpha val="90000"/>
      </a:schemeClr>
      <a:schemeClr val="accent5">
        <a:tint val="40000"/>
        <a:alpha val="90000"/>
      </a:schemeClr>
      <a:schemeClr val="accent6">
        <a:tint val="40000"/>
        <a:alpha val="90000"/>
      </a:schemeClr>
    </dgm:fillClrLst>
    <dgm:linClrLst meth="repeat">
      <a:schemeClr val="accent2">
        <a:tint val="40000"/>
        <a:alpha val="90000"/>
      </a:schemeClr>
      <a:schemeClr val="accent3">
        <a:tint val="40000"/>
        <a:alpha val="90000"/>
      </a:schemeClr>
      <a:schemeClr val="accent4">
        <a:tint val="40000"/>
        <a:alpha val="90000"/>
      </a:schemeClr>
      <a:schemeClr val="accent5">
        <a:tint val="40000"/>
        <a:alpha val="90000"/>
      </a:schemeClr>
      <a:schemeClr val="accent6">
        <a:tint val="40000"/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alignAccFollowNode1">
    <dgm:fillClrLst meth="repeat">
      <a:schemeClr val="accent2">
        <a:tint val="40000"/>
        <a:alpha val="90000"/>
      </a:schemeClr>
      <a:schemeClr val="accent3">
        <a:tint val="40000"/>
        <a:alpha val="90000"/>
      </a:schemeClr>
      <a:schemeClr val="accent4">
        <a:tint val="40000"/>
        <a:alpha val="90000"/>
      </a:schemeClr>
      <a:schemeClr val="accent5">
        <a:tint val="40000"/>
        <a:alpha val="90000"/>
      </a:schemeClr>
      <a:schemeClr val="accent6">
        <a:tint val="40000"/>
        <a:alpha val="90000"/>
      </a:schemeClr>
    </dgm:fillClrLst>
    <dgm:linClrLst meth="repeat">
      <a:schemeClr val="accent2">
        <a:tint val="40000"/>
        <a:alpha val="90000"/>
      </a:schemeClr>
      <a:schemeClr val="accent3">
        <a:tint val="40000"/>
        <a:alpha val="90000"/>
      </a:schemeClr>
      <a:schemeClr val="accent4">
        <a:tint val="40000"/>
        <a:alpha val="90000"/>
      </a:schemeClr>
      <a:schemeClr val="accent5">
        <a:tint val="40000"/>
        <a:alpha val="90000"/>
      </a:schemeClr>
      <a:schemeClr val="accent6">
        <a:tint val="40000"/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bgAccFollowNode1">
    <dgm:fillClrLst meth="repeat">
      <a:schemeClr val="accent2">
        <a:tint val="40000"/>
        <a:alpha val="90000"/>
      </a:schemeClr>
      <a:schemeClr val="accent3">
        <a:tint val="40000"/>
        <a:alpha val="90000"/>
      </a:schemeClr>
      <a:schemeClr val="accent4">
        <a:tint val="40000"/>
        <a:alpha val="90000"/>
      </a:schemeClr>
      <a:schemeClr val="accent5">
        <a:tint val="40000"/>
        <a:alpha val="90000"/>
      </a:schemeClr>
      <a:schemeClr val="accent6">
        <a:tint val="40000"/>
        <a:alpha val="90000"/>
      </a:schemeClr>
    </dgm:fillClrLst>
    <dgm:linClrLst meth="repeat">
      <a:schemeClr val="accent2">
        <a:tint val="40000"/>
        <a:alpha val="90000"/>
      </a:schemeClr>
      <a:schemeClr val="accent3">
        <a:tint val="40000"/>
        <a:alpha val="90000"/>
      </a:schemeClr>
      <a:schemeClr val="accent4">
        <a:tint val="40000"/>
        <a:alpha val="90000"/>
      </a:schemeClr>
      <a:schemeClr val="accent5">
        <a:tint val="40000"/>
        <a:alpha val="90000"/>
      </a:schemeClr>
      <a:schemeClr val="accent6">
        <a:tint val="40000"/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fgAcc0">
    <dgm:fillClrLst meth="repeat">
      <a:schemeClr val="lt1">
        <a:alpha val="90000"/>
      </a:schemeClr>
    </dgm:fillClrLst>
    <dgm:linClrLst>
      <a:schemeClr val="accent1"/>
    </dgm:linClrLst>
    <dgm:effectClrLst/>
    <dgm:txLinClrLst/>
    <dgm:txFillClrLst meth="repeat">
      <a:schemeClr val="dk1"/>
    </dgm:txFillClrLst>
    <dgm:txEffectClrLst/>
  </dgm:styleLbl>
  <dgm:styleLbl name="fgAcc2">
    <dgm:fillClrLst meth="repeat">
      <a:schemeClr val="lt1">
        <a:alpha val="90000"/>
      </a:schemeClr>
    </dgm:fillClrLst>
    <dgm:linClrLst>
      <a:schemeClr val="accent2"/>
    </dgm:linClrLst>
    <dgm:effectClrLst/>
    <dgm:txLinClrLst/>
    <dgm:txFillClrLst meth="repeat">
      <a:schemeClr val="dk1"/>
    </dgm:txFillClrLst>
    <dgm:txEffectClrLst/>
  </dgm:styleLbl>
  <dgm:styleLbl name="fgAcc3">
    <dgm:fillClrLst meth="repeat">
      <a:schemeClr val="lt1">
        <a:alpha val="90000"/>
      </a:schemeClr>
    </dgm:fillClrLst>
    <dgm:linClrLst>
      <a:schemeClr val="accent3"/>
    </dgm:linClrLst>
    <dgm:effectClrLst/>
    <dgm:txLinClrLst/>
    <dgm:txFillClrLst meth="repeat">
      <a:schemeClr val="dk1"/>
    </dgm:txFillClrLst>
    <dgm:txEffectClrLst/>
  </dgm:styleLbl>
  <dgm:styleLbl name="fgAcc4">
    <dgm:fillClrLst meth="repeat">
      <a:schemeClr val="lt1">
        <a:alpha val="90000"/>
      </a:schemeClr>
    </dgm:fillClrLst>
    <dgm:linClrLst>
      <a:schemeClr val="accent4"/>
    </dgm:linClrLst>
    <dgm:effectClrLst/>
    <dgm:txLinClrLst/>
    <dgm:txFillClrLst meth="repeat">
      <a:schemeClr val="dk1"/>
    </dgm:txFillClrLst>
    <dgm:txEffectClrLst/>
  </dgm:styleLbl>
  <dgm:styleLbl name="bgShp">
    <dgm:fillClrLst meth="repeat">
      <a:schemeClr val="accent2"/>
      <a:schemeClr val="accent3"/>
      <a:schemeClr val="accent4"/>
      <a:schemeClr val="accent5"/>
      <a:schemeClr val="accent6"/>
    </dgm:fillClrLst>
    <dgm:linClrLst meth="repeat">
      <a:schemeClr val="lt1">
        <a:alpha val="0"/>
      </a:schemeClr>
    </dgm:linClrLst>
    <dgm:effectClrLst/>
    <dgm:txLinClrLst/>
    <dgm:txFillClrLst/>
    <dgm:txEffectClrLst/>
  </dgm:styleLbl>
  <dgm:styleLbl name="dkBgShp">
    <dgm:fillClrLst meth="repeat">
      <a:schemeClr val="accent2">
        <a:shade val="90000"/>
      </a:schemeClr>
    </dgm:fillClrLst>
    <dgm:linClrLst meth="repeat">
      <a:schemeClr val="dk1"/>
    </dgm:linClrLst>
    <dgm:effectClrLst/>
    <dgm:txLinClrLst/>
    <dgm:txFillClrLst meth="repeat">
      <a:schemeClr val="lt1"/>
    </dgm:txFillClrLst>
    <dgm:txEffectClrLst/>
  </dgm:styleLbl>
  <dgm:styleLbl name="trBgShp">
    <dgm:fillClrLst meth="repeat">
      <a:schemeClr val="accent1">
        <a:tint val="50000"/>
        <a:alpha val="40000"/>
      </a:schemeClr>
    </dgm:fillClrLst>
    <dgm:linClrLst meth="repeat">
      <a:schemeClr val="accent2"/>
    </dgm:linClrLst>
    <dgm:effectClrLst/>
    <dgm:txLinClrLst/>
    <dgm:txFillClrLst meth="repeat">
      <a:schemeClr val="lt1"/>
    </dgm:txFillClrLst>
    <dgm:txEffectClrLst/>
  </dgm:styleLbl>
  <dgm:styleLbl name="fgShp">
    <dgm:fillClrLst meth="repeat">
      <a:schemeClr val="accent2">
        <a:tint val="40000"/>
      </a:schemeClr>
    </dgm:fillClrLst>
    <dgm:linClrLst meth="repeat">
      <a:schemeClr val="lt1"/>
    </dgm:linClrLst>
    <dgm:effectClrLst/>
    <dgm:txLinClrLst/>
    <dgm:txFillClrLst meth="repeat">
      <a:schemeClr val="dk1"/>
    </dgm:txFillClrLst>
    <dgm:txEffectClrLst/>
  </dgm:styleLbl>
  <dgm:styleLbl name="revTx">
    <dgm:fillClrLst meth="repeat">
      <a:schemeClr val="lt1">
        <a:alpha val="0"/>
      </a:schemeClr>
    </dgm:fillClrLst>
    <dgm:linClrLst meth="repeat">
      <a:schemeClr val="dk1">
        <a:alpha val="0"/>
      </a:schemeClr>
    </dgm:linClrLst>
    <dgm:effectClrLst/>
    <dgm:txLinClrLst/>
    <dgm:txFillClrLst meth="repeat">
      <a:schemeClr val="tx1"/>
    </dgm:txFillClrLst>
    <dgm:txEffectClrLst/>
  </dgm:styleLbl>
</dgm:colorsDef>
</file>

<file path=ppt/diagrams/colors3.xml><?xml version="1.0" encoding="utf-8"?>
<dgm:colorsDef xmlns:dgm="http://schemas.openxmlformats.org/drawingml/2006/diagram" xmlns:a="http://schemas.openxmlformats.org/drawingml/2006/main" uniqueId="urn:microsoft.com/office/officeart/2005/8/colors/colorful5">
  <dgm:title val=""/>
  <dgm:desc val=""/>
  <dgm:catLst>
    <dgm:cat type="colorful" pri="10500"/>
  </dgm:catLst>
  <dgm:styleLbl name="node0">
    <dgm:fillClrLst meth="repeat">
      <a:schemeClr val="accent4"/>
    </dgm:fillClrLst>
    <dgm:linClrLst meth="repeat">
      <a:schemeClr val="lt1"/>
    </dgm:linClrLst>
    <dgm:effectClrLst/>
    <dgm:txLinClrLst/>
    <dgm:txFillClrLst/>
    <dgm:txEffectClrLst/>
  </dgm:styleLbl>
  <dgm:styleLbl name="node1">
    <dgm:fillClrLst>
      <a:schemeClr val="accent5"/>
      <a:schemeClr val="accent6"/>
    </dgm:fillClrLst>
    <dgm:linClrLst meth="repeat">
      <a:schemeClr val="lt1"/>
    </dgm:linClrLst>
    <dgm:effectClrLst/>
    <dgm:txLinClrLst/>
    <dgm:txFillClrLst/>
    <dgm:txEffectClrLst/>
  </dgm:styleLbl>
  <dgm:styleLbl name="alignNode1">
    <dgm:fillClrLst>
      <a:schemeClr val="accent5"/>
      <a:schemeClr val="accent6"/>
    </dgm:fillClrLst>
    <dgm:linClrLst>
      <a:schemeClr val="accent5"/>
      <a:schemeClr val="accent6"/>
    </dgm:linClrLst>
    <dgm:effectClrLst/>
    <dgm:txLinClrLst/>
    <dgm:txFillClrLst/>
    <dgm:txEffectClrLst/>
  </dgm:styleLbl>
  <dgm:styleLbl name="lnNode1">
    <dgm:fillClrLst>
      <a:schemeClr val="accent5"/>
      <a:schemeClr val="accent6"/>
    </dgm:fillClrLst>
    <dgm:linClrLst meth="repeat">
      <a:schemeClr val="lt1"/>
    </dgm:linClrLst>
    <dgm:effectClrLst/>
    <dgm:txLinClrLst/>
    <dgm:txFillClrLst/>
    <dgm:txEffectClrLst/>
  </dgm:styleLbl>
  <dgm:styleLbl name="vennNode1">
    <dgm:fillClrLst>
      <a:schemeClr val="accent5">
        <a:alpha val="50000"/>
      </a:schemeClr>
      <a:schemeClr val="accent6">
        <a:alpha val="50000"/>
      </a:schemeClr>
    </dgm:fillClrLst>
    <dgm:linClrLst meth="repeat">
      <a:schemeClr val="lt1"/>
    </dgm:linClrLst>
    <dgm:effectClrLst/>
    <dgm:txLinClrLst/>
    <dgm:txFillClrLst/>
    <dgm:txEffectClrLst/>
  </dgm:styleLbl>
  <dgm:styleLbl name="node2">
    <dgm:fillClrLst>
      <a:schemeClr val="accent6"/>
    </dgm:fillClrLst>
    <dgm:linClrLst meth="repeat">
      <a:schemeClr val="lt1"/>
    </dgm:linClrLst>
    <dgm:effectClrLst/>
    <dgm:txLinClrLst/>
    <dgm:txFillClrLst/>
    <dgm:txEffectClrLst/>
  </dgm:styleLbl>
  <dgm:styleLbl name="node3">
    <dgm:fillClrLst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4">
    <dgm:fillClrLst>
      <a:schemeClr val="accent2"/>
    </dgm:fillClrLst>
    <dgm:linClrLst meth="repeat">
      <a:schemeClr val="lt1"/>
    </dgm:linClrLst>
    <dgm:effectClrLst/>
    <dgm:txLinClrLst/>
    <dgm:txFillClrLst/>
    <dgm:txEffectClrLst/>
  </dgm:styleLbl>
  <dgm:styleLbl name="fgImgPlace1">
    <dgm:fillClrLst>
      <a:schemeClr val="accent5">
        <a:tint val="50000"/>
      </a:schemeClr>
      <a:schemeClr val="accent6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alignImgPlace1">
    <dgm:fillClrLst>
      <a:schemeClr val="accent5">
        <a:tint val="50000"/>
      </a:schemeClr>
      <a:schemeClr val="accent6">
        <a:tint val="2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bgImgPlace1">
    <dgm:fillClrLst>
      <a:schemeClr val="accent5">
        <a:tint val="50000"/>
      </a:schemeClr>
      <a:schemeClr val="accent6">
        <a:tint val="2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sibTrans2D1">
    <dgm:fillClrLst>
      <a:schemeClr val="accent5"/>
      <a:schemeClr val="accent6"/>
    </dgm:fillClrLst>
    <dgm:linClrLst meth="repeat">
      <a:schemeClr val="lt1"/>
    </dgm:linClrLst>
    <dgm:effectClrLst/>
    <dgm:txLinClrLst/>
    <dgm:txFillClrLst/>
    <dgm:txEffectClrLst/>
  </dgm:styleLbl>
  <dgm:styleLbl name="fgSibTrans2D1">
    <dgm:fillClrLst>
      <a:schemeClr val="accent5"/>
      <a:schemeClr val="accent6"/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bgSibTrans2D1">
    <dgm:fillClrLst>
      <a:schemeClr val="accent5"/>
      <a:schemeClr val="accent6"/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sibTrans1D1">
    <dgm:fillClrLst/>
    <dgm:linClrLst>
      <a:schemeClr val="accent5"/>
      <a:schemeClr val="accent6"/>
    </dgm:linClrLst>
    <dgm:effectClrLst/>
    <dgm:txLinClrLst/>
    <dgm:txFillClrLst meth="repeat">
      <a:schemeClr val="tx1"/>
    </dgm:txFillClrLst>
    <dgm:txEffectClrLst/>
  </dgm:styleLbl>
  <dgm:styleLbl name="callout">
    <dgm:fillClrLst meth="repeat">
      <a:schemeClr val="accent5"/>
    </dgm:fillClrLst>
    <dgm:linClrLst meth="repeat">
      <a:schemeClr val="accent5">
        <a:tint val="50000"/>
      </a:schemeClr>
    </dgm:linClrLst>
    <dgm:effectClrLst/>
    <dgm:txLinClrLst/>
    <dgm:txFillClrLst meth="repeat">
      <a:schemeClr val="tx1"/>
    </dgm:txFillClrLst>
    <dgm:txEffectClrLst/>
  </dgm:styleLbl>
  <dgm:styleLbl name="asst0">
    <dgm:fillClrLst meth="repeat">
      <a:schemeClr val="accent5"/>
    </dgm:fillClrLst>
    <dgm:linClrLst meth="repeat">
      <a:schemeClr val="lt1">
        <a:shade val="80000"/>
      </a:schemeClr>
    </dgm:linClrLst>
    <dgm:effectClrLst/>
    <dgm:txLinClrLst/>
    <dgm:txFillClrLst/>
    <dgm:txEffectClrLst/>
  </dgm:styleLbl>
  <dgm:styleLbl name="asst1">
    <dgm:fillClrLst meth="repeat">
      <a:schemeClr val="accent6"/>
    </dgm:fillClrLst>
    <dgm:linClrLst meth="repeat">
      <a:schemeClr val="lt1">
        <a:shade val="80000"/>
      </a:schemeClr>
    </dgm:linClrLst>
    <dgm:effectClrLst/>
    <dgm:txLinClrLst/>
    <dgm:txFillClrLst/>
    <dgm:txEffectClrLst/>
  </dgm:styleLbl>
  <dgm:styleLbl name="asst2">
    <dgm:fillClrLst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3">
    <dgm:fillClrLst>
      <a:schemeClr val="accent2"/>
    </dgm:fillClrLst>
    <dgm:linClrLst meth="repeat">
      <a:schemeClr val="lt1"/>
    </dgm:linClrLst>
    <dgm:effectClrLst/>
    <dgm:txLinClrLst/>
    <dgm:txFillClrLst/>
    <dgm:txEffectClrLst/>
  </dgm:styleLbl>
  <dgm:styleLbl name="asst4">
    <dgm:fillClrLst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parChTrans2D1">
    <dgm:fillClrLst meth="repeat">
      <a:schemeClr val="accent5"/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parChTrans2D2">
    <dgm:fillClrLst meth="repeat">
      <a:schemeClr val="accent6"/>
    </dgm:fillClrLst>
    <dgm:linClrLst meth="repeat">
      <a:schemeClr val="lt1"/>
    </dgm:linClrLst>
    <dgm:effectClrLst/>
    <dgm:txLinClrLst/>
    <dgm:txFillClrLst/>
    <dgm:txEffectClrLst/>
  </dgm:styleLbl>
  <dgm:styleLbl name="parChTrans2D3">
    <dgm:fillClrLst meth="repeat">
      <a:schemeClr val="accent6"/>
    </dgm:fillClrLst>
    <dgm:linClrLst meth="repeat">
      <a:schemeClr val="lt1"/>
    </dgm:linClrLst>
    <dgm:effectClrLst/>
    <dgm:txLinClrLst/>
    <dgm:txFillClrLst/>
    <dgm:txEffectClrLst/>
  </dgm:styleLbl>
  <dgm:styleLbl name="parChTrans2D4">
    <dgm:fillClrLst meth="repeat">
      <a:schemeClr val="accent1"/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parChTrans1D1">
    <dgm:fillClrLst meth="repeat">
      <a:schemeClr val="accent5"/>
    </dgm:fillClrLst>
    <dgm:linClrLst meth="repeat">
      <a:schemeClr val="accent5"/>
    </dgm:linClrLst>
    <dgm:effectClrLst/>
    <dgm:txLinClrLst/>
    <dgm:txFillClrLst meth="repeat">
      <a:schemeClr val="tx1"/>
    </dgm:txFillClrLst>
    <dgm:txEffectClrLst/>
  </dgm:styleLbl>
  <dgm:styleLbl name="parChTrans1D2">
    <dgm:fillClrLst meth="repeat">
      <a:schemeClr val="accent6">
        <a:tint val="90000"/>
      </a:schemeClr>
    </dgm:fillClrLst>
    <dgm:linClrLst meth="repeat">
      <a:schemeClr val="accent6"/>
    </dgm:linClrLst>
    <dgm:effectClrLst/>
    <dgm:txLinClrLst/>
    <dgm:txFillClrLst meth="repeat">
      <a:schemeClr val="tx1"/>
    </dgm:txFillClrLst>
    <dgm:txEffectClrLst/>
  </dgm:styleLbl>
  <dgm:styleLbl name="parChTrans1D3">
    <dgm:fillClrLst meth="repeat">
      <a:schemeClr val="accent6">
        <a:tint val="70000"/>
      </a:schemeClr>
    </dgm:fillClrLst>
    <dgm:linClrLst meth="repeat">
      <a:schemeClr val="accent1"/>
    </dgm:linClrLst>
    <dgm:effectClrLst/>
    <dgm:txLinClrLst/>
    <dgm:txFillClrLst meth="repeat">
      <a:schemeClr val="tx1"/>
    </dgm:txFillClrLst>
    <dgm:txEffectClrLst/>
  </dgm:styleLbl>
  <dgm:styleLbl name="parChTrans1D4">
    <dgm:fillClrLst meth="repeat">
      <a:schemeClr val="accent6">
        <a:tint val="50000"/>
      </a:schemeClr>
    </dgm:fillClrLst>
    <dgm:linClrLst meth="repeat">
      <a:schemeClr val="accent2"/>
    </dgm:linClrLst>
    <dgm:effectClrLst/>
    <dgm:txLinClrLst/>
    <dgm:txFillClrLst meth="repeat">
      <a:schemeClr val="tx1"/>
    </dgm:txFillClrLst>
    <dgm:txEffectClrLst/>
  </dgm:styleLbl>
  <dgm:styleLbl name="fgAcc1">
    <dgm:fillClrLst meth="repeat">
      <a:schemeClr val="lt1">
        <a:alpha val="90000"/>
      </a:schemeClr>
    </dgm:fillClrLst>
    <dgm:linClrLst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conFgAcc1">
    <dgm:fillClrLst meth="repeat">
      <a:schemeClr val="lt1">
        <a:alpha val="90000"/>
      </a:schemeClr>
    </dgm:fillClrLst>
    <dgm:linClrLst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alignAcc1">
    <dgm:fillClrLst meth="repeat">
      <a:schemeClr val="lt1">
        <a:alpha val="90000"/>
      </a:schemeClr>
    </dgm:fillClrLst>
    <dgm:linClrLst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trAlignAcc1">
    <dgm:fillClrLst meth="repeat">
      <a:schemeClr val="lt1">
        <a:alpha val="40000"/>
      </a:schemeClr>
    </dgm:fillClrLst>
    <dgm:linClrLst meth="repeat">
      <a:schemeClr val="accent5"/>
    </dgm:linClrLst>
    <dgm:effectClrLst/>
    <dgm:txLinClrLst/>
    <dgm:txFillClrLst meth="repeat">
      <a:schemeClr val="dk1"/>
    </dgm:txFillClrLst>
    <dgm:txEffectClrLst/>
  </dgm:styleLbl>
  <dgm:styleLbl name="bgAcc1">
    <dgm:fillClrLst meth="repeat">
      <a:schemeClr val="lt1">
        <a:alpha val="90000"/>
      </a:schemeClr>
    </dgm:fillClrLst>
    <dgm:linClrLst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solidFgAcc1">
    <dgm:fillClrLst meth="repeat">
      <a:schemeClr val="lt1"/>
    </dgm:fillClrLst>
    <dgm:linClrLst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solidAlignAcc1">
    <dgm:fillClrLst meth="repeat">
      <a:schemeClr val="lt1"/>
    </dgm:fillClrLst>
    <dgm:linClrLst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solidBgAcc1">
    <dgm:fillClrLst meth="repeat">
      <a:schemeClr val="lt1"/>
    </dgm:fillClrLst>
    <dgm:linClrLst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fgAccFollowNode1">
    <dgm:fillClrLst>
      <a:schemeClr val="accent5">
        <a:tint val="40000"/>
        <a:alpha val="90000"/>
      </a:schemeClr>
      <a:schemeClr val="accent6">
        <a:tint val="40000"/>
        <a:alpha val="90000"/>
      </a:schemeClr>
    </dgm:fillClrLst>
    <dgm:linClrLst>
      <a:schemeClr val="accent5">
        <a:tint val="40000"/>
        <a:alpha val="90000"/>
      </a:schemeClr>
      <a:schemeClr val="accent5">
        <a:tint val="40000"/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alignAccFollowNode1">
    <dgm:fillClrLst>
      <a:schemeClr val="accent5">
        <a:tint val="40000"/>
        <a:alpha val="90000"/>
      </a:schemeClr>
      <a:schemeClr val="accent6">
        <a:tint val="40000"/>
        <a:alpha val="90000"/>
      </a:schemeClr>
    </dgm:fillClrLst>
    <dgm:linClrLst>
      <a:schemeClr val="accent5">
        <a:tint val="40000"/>
        <a:alpha val="90000"/>
      </a:schemeClr>
      <a:schemeClr val="accent6">
        <a:tint val="40000"/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bgAccFollowNode1">
    <dgm:fillClrLst>
      <a:schemeClr val="accent5">
        <a:tint val="40000"/>
        <a:alpha val="90000"/>
      </a:schemeClr>
      <a:schemeClr val="accent6">
        <a:tint val="40000"/>
        <a:alpha val="90000"/>
      </a:schemeClr>
    </dgm:fillClrLst>
    <dgm:linClrLst>
      <a:schemeClr val="accent5">
        <a:tint val="40000"/>
        <a:alpha val="90000"/>
      </a:schemeClr>
      <a:schemeClr val="accent6">
        <a:tint val="40000"/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fgAcc0">
    <dgm:fillClrLst meth="repeat">
      <a:schemeClr val="lt1">
        <a:alpha val="90000"/>
      </a:schemeClr>
    </dgm:fillClrLst>
    <dgm:linClrLst>
      <a:schemeClr val="accent4"/>
    </dgm:linClrLst>
    <dgm:effectClrLst/>
    <dgm:txLinClrLst/>
    <dgm:txFillClrLst meth="repeat">
      <a:schemeClr val="dk1"/>
    </dgm:txFillClrLst>
    <dgm:txEffectClrLst/>
  </dgm:styleLbl>
  <dgm:styleLbl name="fgAcc2">
    <dgm:fillClrLst meth="repeat">
      <a:schemeClr val="lt1">
        <a:alpha val="90000"/>
      </a:schemeClr>
    </dgm:fillClrLst>
    <dgm:linClrLst>
      <a:schemeClr val="accent6"/>
    </dgm:linClrLst>
    <dgm:effectClrLst/>
    <dgm:txLinClrLst/>
    <dgm:txFillClrLst meth="repeat">
      <a:schemeClr val="dk1"/>
    </dgm:txFillClrLst>
    <dgm:txEffectClrLst/>
  </dgm:styleLbl>
  <dgm:styleLbl name="fgAcc3">
    <dgm:fillClrLst meth="repeat">
      <a:schemeClr val="lt1">
        <a:alpha val="90000"/>
      </a:schemeClr>
    </dgm:fillClrLst>
    <dgm:linClrLst>
      <a:schemeClr val="accent1"/>
    </dgm:linClrLst>
    <dgm:effectClrLst/>
    <dgm:txLinClrLst/>
    <dgm:txFillClrLst meth="repeat">
      <a:schemeClr val="dk1"/>
    </dgm:txFillClrLst>
    <dgm:txEffectClrLst/>
  </dgm:styleLbl>
  <dgm:styleLbl name="fgAcc4">
    <dgm:fillClrLst meth="repeat">
      <a:schemeClr val="lt1">
        <a:alpha val="90000"/>
      </a:schemeClr>
    </dgm:fillClrLst>
    <dgm:linClrLst>
      <a:schemeClr val="accent2"/>
    </dgm:linClrLst>
    <dgm:effectClrLst/>
    <dgm:txLinClrLst/>
    <dgm:txFillClrLst meth="repeat">
      <a:schemeClr val="dk1"/>
    </dgm:txFillClrLst>
    <dgm:txEffectClrLst/>
  </dgm:styleLbl>
  <dgm:styleLbl name="bgShp">
    <dgm:fillClrLst meth="repeat">
      <a:schemeClr val="accent5">
        <a:tint val="40000"/>
      </a:schemeClr>
    </dgm:fillClrLst>
    <dgm:linClrLst meth="repeat">
      <a:schemeClr val="dk1"/>
    </dgm:linClrLst>
    <dgm:effectClrLst/>
    <dgm:txLinClrLst/>
    <dgm:txFillClrLst meth="repeat">
      <a:schemeClr val="dk1"/>
    </dgm:txFillClrLst>
    <dgm:txEffectClrLst/>
  </dgm:styleLbl>
  <dgm:styleLbl name="dkBgShp">
    <dgm:fillClrLst meth="repeat">
      <a:schemeClr val="accent5">
        <a:shade val="90000"/>
      </a:schemeClr>
    </dgm:fillClrLst>
    <dgm:linClrLst meth="repeat">
      <a:schemeClr val="dk1"/>
    </dgm:linClrLst>
    <dgm:effectClrLst/>
    <dgm:txLinClrLst/>
    <dgm:txFillClrLst meth="repeat">
      <a:schemeClr val="lt1"/>
    </dgm:txFillClrLst>
    <dgm:txEffectClrLst/>
  </dgm:styleLbl>
  <dgm:styleLbl name="trBgShp">
    <dgm:fillClrLst meth="repeat">
      <a:schemeClr val="accent5">
        <a:tint val="50000"/>
        <a:alpha val="40000"/>
      </a:schemeClr>
    </dgm:fillClrLst>
    <dgm:linClrLst meth="repeat">
      <a:schemeClr val="accent5"/>
    </dgm:linClrLst>
    <dgm:effectClrLst/>
    <dgm:txLinClrLst/>
    <dgm:txFillClrLst meth="repeat">
      <a:schemeClr val="lt1"/>
    </dgm:txFillClrLst>
    <dgm:txEffectClrLst/>
  </dgm:styleLbl>
  <dgm:styleLbl name="fgShp">
    <dgm:fillClrLst meth="repeat">
      <a:schemeClr val="accent5">
        <a:tint val="40000"/>
      </a:schemeClr>
    </dgm:fillClrLst>
    <dgm:linClrLst meth="repeat">
      <a:schemeClr val="lt1"/>
    </dgm:linClrLst>
    <dgm:effectClrLst/>
    <dgm:txLinClrLst/>
    <dgm:txFillClrLst meth="repeat">
      <a:schemeClr val="dk1"/>
    </dgm:txFillClrLst>
    <dgm:txEffectClrLst/>
  </dgm:styleLbl>
  <dgm:styleLbl name="revTx">
    <dgm:fillClrLst meth="repeat">
      <a:schemeClr val="lt1">
        <a:alpha val="0"/>
      </a:schemeClr>
    </dgm:fillClrLst>
    <dgm:linClrLst meth="repeat">
      <a:schemeClr val="dk1">
        <a:alpha val="0"/>
      </a:schemeClr>
    </dgm:linClrLst>
    <dgm:effectClrLst/>
    <dgm:txLinClrLst/>
    <dgm:txFillClrLst meth="repeat">
      <a:schemeClr val="tx1"/>
    </dgm:txFillClrLst>
    <dgm:txEffectClrLst/>
  </dgm:styleLbl>
</dgm:colorsDef>
</file>

<file path=ppt/diagrams/data1.xml><?xml version="1.0" encoding="utf-8"?>
<dgm:dataModel xmlns:dgm="http://schemas.openxmlformats.org/drawingml/2006/diagram" xmlns:a="http://schemas.openxmlformats.org/drawingml/2006/main">
  <dgm:ptLst>
    <dgm:pt modelId="{ABD3FB76-DD4A-4F4E-AE05-9449763F2A32}" type="doc">
      <dgm:prSet loTypeId="urn:microsoft.com/office/officeart/2016/7/layout/RepeatingBendingProcessNew" loCatId="process" qsTypeId="urn:microsoft.com/office/officeart/2005/8/quickstyle/simple1" qsCatId="simple" csTypeId="urn:microsoft.com/office/officeart/2005/8/colors/colorful1" csCatId="colorful" phldr="1"/>
      <dgm:spPr/>
      <dgm:t>
        <a:bodyPr/>
        <a:lstStyle/>
        <a:p>
          <a:endParaRPr lang="en-US"/>
        </a:p>
      </dgm:t>
    </dgm:pt>
    <dgm:pt modelId="{9A348455-CE35-41E1-BF25-944CE8CB625C}">
      <dgm:prSet/>
      <dgm:spPr/>
      <dgm:t>
        <a:bodyPr/>
        <a:lstStyle/>
        <a:p>
          <a:pPr>
            <a:defRPr cap="all"/>
          </a:pPr>
          <a:r>
            <a:rPr lang="en-US" i="0" baseline="0" dirty="0"/>
            <a:t>NoSQL database </a:t>
          </a:r>
          <a:endParaRPr lang="en-US" dirty="0"/>
        </a:p>
      </dgm:t>
    </dgm:pt>
    <dgm:pt modelId="{214D79EC-55B5-49D2-AFB9-3274C1A46391}" type="parTrans" cxnId="{5B542A18-0458-4B55-83B5-969803271503}">
      <dgm:prSet/>
      <dgm:spPr/>
      <dgm:t>
        <a:bodyPr/>
        <a:lstStyle/>
        <a:p>
          <a:endParaRPr lang="en-US"/>
        </a:p>
      </dgm:t>
    </dgm:pt>
    <dgm:pt modelId="{86F6E82E-091D-4C29-BCA2-343240B71EF4}" type="sibTrans" cxnId="{5B542A18-0458-4B55-83B5-969803271503}">
      <dgm:prSet/>
      <dgm:spPr/>
      <dgm:t>
        <a:bodyPr/>
        <a:lstStyle/>
        <a:p>
          <a:endParaRPr lang="en-US"/>
        </a:p>
      </dgm:t>
    </dgm:pt>
    <dgm:pt modelId="{CD2EBB7B-AA61-4376-B59A-38D545EA42D1}">
      <dgm:prSet/>
      <dgm:spPr/>
      <dgm:t>
        <a:bodyPr/>
        <a:lstStyle/>
        <a:p>
          <a:pPr>
            <a:defRPr cap="all"/>
          </a:pPr>
          <a:r>
            <a:rPr lang="en-US" i="0" baseline="0" dirty="0"/>
            <a:t>Fully managed – AWS</a:t>
          </a:r>
          <a:endParaRPr lang="en-US" dirty="0"/>
        </a:p>
      </dgm:t>
    </dgm:pt>
    <dgm:pt modelId="{390F4650-8221-41EA-946D-B671219AC5D4}" type="parTrans" cxnId="{49305CB7-4CAE-483E-BA80-C4A10B43049E}">
      <dgm:prSet/>
      <dgm:spPr/>
      <dgm:t>
        <a:bodyPr/>
        <a:lstStyle/>
        <a:p>
          <a:endParaRPr lang="en-US"/>
        </a:p>
      </dgm:t>
    </dgm:pt>
    <dgm:pt modelId="{593B74E8-640D-4A7C-A683-66E4673F2A54}" type="sibTrans" cxnId="{49305CB7-4CAE-483E-BA80-C4A10B43049E}">
      <dgm:prSet/>
      <dgm:spPr/>
      <dgm:t>
        <a:bodyPr/>
        <a:lstStyle/>
        <a:p>
          <a:endParaRPr lang="en-US"/>
        </a:p>
      </dgm:t>
    </dgm:pt>
    <dgm:pt modelId="{E8A99265-774D-4AB7-9E72-C924882867E2}">
      <dgm:prSet/>
      <dgm:spPr/>
      <dgm:t>
        <a:bodyPr/>
        <a:lstStyle/>
        <a:p>
          <a:pPr>
            <a:defRPr cap="all"/>
          </a:pPr>
          <a:r>
            <a:rPr lang="en-US" i="0" baseline="0" dirty="0"/>
            <a:t>High performance</a:t>
          </a:r>
          <a:endParaRPr lang="en-US" dirty="0"/>
        </a:p>
      </dgm:t>
    </dgm:pt>
    <dgm:pt modelId="{336E8796-942E-484D-AFA6-78B8C4BE2816}" type="parTrans" cxnId="{58EDECC1-5D35-4291-8BB6-EC543A6890E3}">
      <dgm:prSet/>
      <dgm:spPr/>
      <dgm:t>
        <a:bodyPr/>
        <a:lstStyle/>
        <a:p>
          <a:endParaRPr lang="en-US"/>
        </a:p>
      </dgm:t>
    </dgm:pt>
    <dgm:pt modelId="{CA635591-8878-452C-B6CB-F91A114F7B5D}" type="sibTrans" cxnId="{58EDECC1-5D35-4291-8BB6-EC543A6890E3}">
      <dgm:prSet/>
      <dgm:spPr/>
      <dgm:t>
        <a:bodyPr/>
        <a:lstStyle/>
        <a:p>
          <a:endParaRPr lang="en-US"/>
        </a:p>
      </dgm:t>
    </dgm:pt>
    <dgm:pt modelId="{67991709-36B4-4A79-9D41-700DCD22D224}">
      <dgm:prSet/>
      <dgm:spPr/>
      <dgm:t>
        <a:bodyPr/>
        <a:lstStyle/>
        <a:p>
          <a:pPr>
            <a:defRPr cap="all"/>
          </a:pPr>
          <a:r>
            <a:rPr lang="en-US" i="0" baseline="0" dirty="0"/>
            <a:t>Automatic scaling based on workload.</a:t>
          </a:r>
          <a:endParaRPr lang="en-US" dirty="0"/>
        </a:p>
      </dgm:t>
    </dgm:pt>
    <dgm:pt modelId="{B26DC385-A374-43A4-A64B-4159B52292A3}" type="parTrans" cxnId="{A91ED2BC-1B0D-4B6F-9E3F-9FB6C4EB771A}">
      <dgm:prSet/>
      <dgm:spPr/>
      <dgm:t>
        <a:bodyPr/>
        <a:lstStyle/>
        <a:p>
          <a:endParaRPr lang="en-US"/>
        </a:p>
      </dgm:t>
    </dgm:pt>
    <dgm:pt modelId="{D22AFB95-CCBC-4A64-9CB1-E9CAF706E3D4}" type="sibTrans" cxnId="{A91ED2BC-1B0D-4B6F-9E3F-9FB6C4EB771A}">
      <dgm:prSet/>
      <dgm:spPr/>
      <dgm:t>
        <a:bodyPr/>
        <a:lstStyle/>
        <a:p>
          <a:endParaRPr lang="en-US"/>
        </a:p>
      </dgm:t>
    </dgm:pt>
    <dgm:pt modelId="{7D091E96-DBBE-4431-AE59-45A9F509E16F}">
      <dgm:prSet/>
      <dgm:spPr/>
      <dgm:t>
        <a:bodyPr/>
        <a:lstStyle/>
        <a:p>
          <a:pPr>
            <a:defRPr cap="all"/>
          </a:pPr>
          <a:r>
            <a:rPr lang="en-US" i="0" baseline="0" dirty="0"/>
            <a:t>Highly available and durable with data replication across multiple AZs.</a:t>
          </a:r>
          <a:endParaRPr lang="en-US" dirty="0"/>
        </a:p>
      </dgm:t>
    </dgm:pt>
    <dgm:pt modelId="{E6EEB979-F69B-4357-AE38-851DF3B7369F}" type="parTrans" cxnId="{7620A2C0-716D-42BB-83EB-0C45D52973C2}">
      <dgm:prSet/>
      <dgm:spPr/>
      <dgm:t>
        <a:bodyPr/>
        <a:lstStyle/>
        <a:p>
          <a:endParaRPr lang="en-US"/>
        </a:p>
      </dgm:t>
    </dgm:pt>
    <dgm:pt modelId="{6A513343-57BB-49CF-A4AD-88E3A651C744}" type="sibTrans" cxnId="{7620A2C0-716D-42BB-83EB-0C45D52973C2}">
      <dgm:prSet/>
      <dgm:spPr/>
      <dgm:t>
        <a:bodyPr/>
        <a:lstStyle/>
        <a:p>
          <a:endParaRPr lang="en-US"/>
        </a:p>
      </dgm:t>
    </dgm:pt>
    <dgm:pt modelId="{DE8A38FD-D25C-4F5E-A71C-7E48AC39C6D3}" type="pres">
      <dgm:prSet presAssocID="{ABD3FB76-DD4A-4F4E-AE05-9449763F2A32}" presName="Name0" presStyleCnt="0">
        <dgm:presLayoutVars>
          <dgm:dir/>
          <dgm:resizeHandles val="exact"/>
        </dgm:presLayoutVars>
      </dgm:prSet>
      <dgm:spPr/>
    </dgm:pt>
    <dgm:pt modelId="{4C27C2BF-C1A1-467A-85FC-B1A65AC8F3D2}" type="pres">
      <dgm:prSet presAssocID="{9A348455-CE35-41E1-BF25-944CE8CB625C}" presName="node" presStyleLbl="node1" presStyleIdx="0" presStyleCnt="5">
        <dgm:presLayoutVars>
          <dgm:bulletEnabled val="1"/>
        </dgm:presLayoutVars>
      </dgm:prSet>
      <dgm:spPr/>
    </dgm:pt>
    <dgm:pt modelId="{0D09EF18-FA5C-4D68-9520-48AE24381504}" type="pres">
      <dgm:prSet presAssocID="{86F6E82E-091D-4C29-BCA2-343240B71EF4}" presName="sibTrans" presStyleLbl="sibTrans1D1" presStyleIdx="0" presStyleCnt="4"/>
      <dgm:spPr/>
    </dgm:pt>
    <dgm:pt modelId="{891E0366-B501-4FE3-89F3-5F215D88A281}" type="pres">
      <dgm:prSet presAssocID="{86F6E82E-091D-4C29-BCA2-343240B71EF4}" presName="connectorText" presStyleLbl="sibTrans1D1" presStyleIdx="0" presStyleCnt="4"/>
      <dgm:spPr/>
    </dgm:pt>
    <dgm:pt modelId="{3AF056E4-3304-4D34-A327-DAF801BF23B6}" type="pres">
      <dgm:prSet presAssocID="{CD2EBB7B-AA61-4376-B59A-38D545EA42D1}" presName="node" presStyleLbl="node1" presStyleIdx="1" presStyleCnt="5">
        <dgm:presLayoutVars>
          <dgm:bulletEnabled val="1"/>
        </dgm:presLayoutVars>
      </dgm:prSet>
      <dgm:spPr/>
    </dgm:pt>
    <dgm:pt modelId="{D4CEB8BD-81CF-42B5-A365-2388ADE99325}" type="pres">
      <dgm:prSet presAssocID="{593B74E8-640D-4A7C-A683-66E4673F2A54}" presName="sibTrans" presStyleLbl="sibTrans1D1" presStyleIdx="1" presStyleCnt="4"/>
      <dgm:spPr/>
    </dgm:pt>
    <dgm:pt modelId="{1B36E2FE-C461-4B36-BDF6-0FDF3D6D38DF}" type="pres">
      <dgm:prSet presAssocID="{593B74E8-640D-4A7C-A683-66E4673F2A54}" presName="connectorText" presStyleLbl="sibTrans1D1" presStyleIdx="1" presStyleCnt="4"/>
      <dgm:spPr/>
    </dgm:pt>
    <dgm:pt modelId="{ECE49D3C-BBDD-4FE0-A4FD-F1C37C0D8F22}" type="pres">
      <dgm:prSet presAssocID="{E8A99265-774D-4AB7-9E72-C924882867E2}" presName="node" presStyleLbl="node1" presStyleIdx="2" presStyleCnt="5">
        <dgm:presLayoutVars>
          <dgm:bulletEnabled val="1"/>
        </dgm:presLayoutVars>
      </dgm:prSet>
      <dgm:spPr/>
    </dgm:pt>
    <dgm:pt modelId="{1ADF7AD3-AD0A-4807-86BE-2E272780A3BA}" type="pres">
      <dgm:prSet presAssocID="{CA635591-8878-452C-B6CB-F91A114F7B5D}" presName="sibTrans" presStyleLbl="sibTrans1D1" presStyleIdx="2" presStyleCnt="4"/>
      <dgm:spPr/>
    </dgm:pt>
    <dgm:pt modelId="{A8E1D909-A56E-4199-8AB1-E093726350A6}" type="pres">
      <dgm:prSet presAssocID="{CA635591-8878-452C-B6CB-F91A114F7B5D}" presName="connectorText" presStyleLbl="sibTrans1D1" presStyleIdx="2" presStyleCnt="4"/>
      <dgm:spPr/>
    </dgm:pt>
    <dgm:pt modelId="{1146E8A1-7DAD-4BA3-9346-3C121FD5CE18}" type="pres">
      <dgm:prSet presAssocID="{67991709-36B4-4A79-9D41-700DCD22D224}" presName="node" presStyleLbl="node1" presStyleIdx="3" presStyleCnt="5">
        <dgm:presLayoutVars>
          <dgm:bulletEnabled val="1"/>
        </dgm:presLayoutVars>
      </dgm:prSet>
      <dgm:spPr/>
    </dgm:pt>
    <dgm:pt modelId="{6A747315-A0A9-41AE-A20F-4BDE76595D16}" type="pres">
      <dgm:prSet presAssocID="{D22AFB95-CCBC-4A64-9CB1-E9CAF706E3D4}" presName="sibTrans" presStyleLbl="sibTrans1D1" presStyleIdx="3" presStyleCnt="4"/>
      <dgm:spPr/>
    </dgm:pt>
    <dgm:pt modelId="{33288860-0D86-4E73-9ACB-864E24A0F2B8}" type="pres">
      <dgm:prSet presAssocID="{D22AFB95-CCBC-4A64-9CB1-E9CAF706E3D4}" presName="connectorText" presStyleLbl="sibTrans1D1" presStyleIdx="3" presStyleCnt="4"/>
      <dgm:spPr/>
    </dgm:pt>
    <dgm:pt modelId="{5BA7C525-EAA0-4E42-99C8-43BF30875829}" type="pres">
      <dgm:prSet presAssocID="{7D091E96-DBBE-4431-AE59-45A9F509E16F}" presName="node" presStyleLbl="node1" presStyleIdx="4" presStyleCnt="5">
        <dgm:presLayoutVars>
          <dgm:bulletEnabled val="1"/>
        </dgm:presLayoutVars>
      </dgm:prSet>
      <dgm:spPr/>
    </dgm:pt>
  </dgm:ptLst>
  <dgm:cxnLst>
    <dgm:cxn modelId="{C596F508-928A-4578-A9BE-97E7A38ED610}" type="presOf" srcId="{ABD3FB76-DD4A-4F4E-AE05-9449763F2A32}" destId="{DE8A38FD-D25C-4F5E-A71C-7E48AC39C6D3}" srcOrd="0" destOrd="0" presId="urn:microsoft.com/office/officeart/2016/7/layout/RepeatingBendingProcessNew"/>
    <dgm:cxn modelId="{CAF5810E-1F8C-4B82-A4D4-5B89B22DF4AA}" type="presOf" srcId="{9A348455-CE35-41E1-BF25-944CE8CB625C}" destId="{4C27C2BF-C1A1-467A-85FC-B1A65AC8F3D2}" srcOrd="0" destOrd="0" presId="urn:microsoft.com/office/officeart/2016/7/layout/RepeatingBendingProcessNew"/>
    <dgm:cxn modelId="{5B542A18-0458-4B55-83B5-969803271503}" srcId="{ABD3FB76-DD4A-4F4E-AE05-9449763F2A32}" destId="{9A348455-CE35-41E1-BF25-944CE8CB625C}" srcOrd="0" destOrd="0" parTransId="{214D79EC-55B5-49D2-AFB9-3274C1A46391}" sibTransId="{86F6E82E-091D-4C29-BCA2-343240B71EF4}"/>
    <dgm:cxn modelId="{D647571F-FC25-46A3-AD03-15B65F59B991}" type="presOf" srcId="{593B74E8-640D-4A7C-A683-66E4673F2A54}" destId="{D4CEB8BD-81CF-42B5-A365-2388ADE99325}" srcOrd="0" destOrd="0" presId="urn:microsoft.com/office/officeart/2016/7/layout/RepeatingBendingProcessNew"/>
    <dgm:cxn modelId="{C68C9024-01E8-46C1-BA60-2411DE684F92}" type="presOf" srcId="{D22AFB95-CCBC-4A64-9CB1-E9CAF706E3D4}" destId="{6A747315-A0A9-41AE-A20F-4BDE76595D16}" srcOrd="0" destOrd="0" presId="urn:microsoft.com/office/officeart/2016/7/layout/RepeatingBendingProcessNew"/>
    <dgm:cxn modelId="{2D87B62D-8B3F-4CE0-9A48-8E838A0B2A87}" type="presOf" srcId="{86F6E82E-091D-4C29-BCA2-343240B71EF4}" destId="{0D09EF18-FA5C-4D68-9520-48AE24381504}" srcOrd="0" destOrd="0" presId="urn:microsoft.com/office/officeart/2016/7/layout/RepeatingBendingProcessNew"/>
    <dgm:cxn modelId="{75AC0C30-3B1C-4B29-8ED8-B2FD09F42BBF}" type="presOf" srcId="{7D091E96-DBBE-4431-AE59-45A9F509E16F}" destId="{5BA7C525-EAA0-4E42-99C8-43BF30875829}" srcOrd="0" destOrd="0" presId="urn:microsoft.com/office/officeart/2016/7/layout/RepeatingBendingProcessNew"/>
    <dgm:cxn modelId="{3938F83D-D0FB-478B-983E-4BB088149A2D}" type="presOf" srcId="{CD2EBB7B-AA61-4376-B59A-38D545EA42D1}" destId="{3AF056E4-3304-4D34-A327-DAF801BF23B6}" srcOrd="0" destOrd="0" presId="urn:microsoft.com/office/officeart/2016/7/layout/RepeatingBendingProcessNew"/>
    <dgm:cxn modelId="{65BEBA6B-90ED-405B-8513-1C6D5378DCC6}" type="presOf" srcId="{E8A99265-774D-4AB7-9E72-C924882867E2}" destId="{ECE49D3C-BBDD-4FE0-A4FD-F1C37C0D8F22}" srcOrd="0" destOrd="0" presId="urn:microsoft.com/office/officeart/2016/7/layout/RepeatingBendingProcessNew"/>
    <dgm:cxn modelId="{09F07485-57FB-4360-B454-C635961FCFF1}" type="presOf" srcId="{67991709-36B4-4A79-9D41-700DCD22D224}" destId="{1146E8A1-7DAD-4BA3-9346-3C121FD5CE18}" srcOrd="0" destOrd="0" presId="urn:microsoft.com/office/officeart/2016/7/layout/RepeatingBendingProcessNew"/>
    <dgm:cxn modelId="{585034B7-A958-452B-9805-EB42274E299C}" type="presOf" srcId="{86F6E82E-091D-4C29-BCA2-343240B71EF4}" destId="{891E0366-B501-4FE3-89F3-5F215D88A281}" srcOrd="1" destOrd="0" presId="urn:microsoft.com/office/officeart/2016/7/layout/RepeatingBendingProcessNew"/>
    <dgm:cxn modelId="{49305CB7-4CAE-483E-BA80-C4A10B43049E}" srcId="{ABD3FB76-DD4A-4F4E-AE05-9449763F2A32}" destId="{CD2EBB7B-AA61-4376-B59A-38D545EA42D1}" srcOrd="1" destOrd="0" parTransId="{390F4650-8221-41EA-946D-B671219AC5D4}" sibTransId="{593B74E8-640D-4A7C-A683-66E4673F2A54}"/>
    <dgm:cxn modelId="{A91ED2BC-1B0D-4B6F-9E3F-9FB6C4EB771A}" srcId="{ABD3FB76-DD4A-4F4E-AE05-9449763F2A32}" destId="{67991709-36B4-4A79-9D41-700DCD22D224}" srcOrd="3" destOrd="0" parTransId="{B26DC385-A374-43A4-A64B-4159B52292A3}" sibTransId="{D22AFB95-CCBC-4A64-9CB1-E9CAF706E3D4}"/>
    <dgm:cxn modelId="{7620A2C0-716D-42BB-83EB-0C45D52973C2}" srcId="{ABD3FB76-DD4A-4F4E-AE05-9449763F2A32}" destId="{7D091E96-DBBE-4431-AE59-45A9F509E16F}" srcOrd="4" destOrd="0" parTransId="{E6EEB979-F69B-4357-AE38-851DF3B7369F}" sibTransId="{6A513343-57BB-49CF-A4AD-88E3A651C744}"/>
    <dgm:cxn modelId="{58EDECC1-5D35-4291-8BB6-EC543A6890E3}" srcId="{ABD3FB76-DD4A-4F4E-AE05-9449763F2A32}" destId="{E8A99265-774D-4AB7-9E72-C924882867E2}" srcOrd="2" destOrd="0" parTransId="{336E8796-942E-484D-AFA6-78B8C4BE2816}" sibTransId="{CA635591-8878-452C-B6CB-F91A114F7B5D}"/>
    <dgm:cxn modelId="{36C48FC8-7FEF-4EE4-9B1F-57F2E9C262AB}" type="presOf" srcId="{D22AFB95-CCBC-4A64-9CB1-E9CAF706E3D4}" destId="{33288860-0D86-4E73-9ACB-864E24A0F2B8}" srcOrd="1" destOrd="0" presId="urn:microsoft.com/office/officeart/2016/7/layout/RepeatingBendingProcessNew"/>
    <dgm:cxn modelId="{625A87CB-D646-4A88-8CDA-C111050B24A9}" type="presOf" srcId="{593B74E8-640D-4A7C-A683-66E4673F2A54}" destId="{1B36E2FE-C461-4B36-BDF6-0FDF3D6D38DF}" srcOrd="1" destOrd="0" presId="urn:microsoft.com/office/officeart/2016/7/layout/RepeatingBendingProcessNew"/>
    <dgm:cxn modelId="{974229D5-97AC-4D86-9C5D-89C0524C52D3}" type="presOf" srcId="{CA635591-8878-452C-B6CB-F91A114F7B5D}" destId="{A8E1D909-A56E-4199-8AB1-E093726350A6}" srcOrd="1" destOrd="0" presId="urn:microsoft.com/office/officeart/2016/7/layout/RepeatingBendingProcessNew"/>
    <dgm:cxn modelId="{25DB91E1-367D-4F4B-B325-89C97171A77E}" type="presOf" srcId="{CA635591-8878-452C-B6CB-F91A114F7B5D}" destId="{1ADF7AD3-AD0A-4807-86BE-2E272780A3BA}" srcOrd="0" destOrd="0" presId="urn:microsoft.com/office/officeart/2016/7/layout/RepeatingBendingProcessNew"/>
    <dgm:cxn modelId="{39E57E02-BA68-4FA8-AECA-AC4DA2CE60B9}" type="presParOf" srcId="{DE8A38FD-D25C-4F5E-A71C-7E48AC39C6D3}" destId="{4C27C2BF-C1A1-467A-85FC-B1A65AC8F3D2}" srcOrd="0" destOrd="0" presId="urn:microsoft.com/office/officeart/2016/7/layout/RepeatingBendingProcessNew"/>
    <dgm:cxn modelId="{6566E04E-2833-4F57-8C5E-73792D29230A}" type="presParOf" srcId="{DE8A38FD-D25C-4F5E-A71C-7E48AC39C6D3}" destId="{0D09EF18-FA5C-4D68-9520-48AE24381504}" srcOrd="1" destOrd="0" presId="urn:microsoft.com/office/officeart/2016/7/layout/RepeatingBendingProcessNew"/>
    <dgm:cxn modelId="{4194D4A7-4CC1-4B4A-8041-C1DAFDA10CA6}" type="presParOf" srcId="{0D09EF18-FA5C-4D68-9520-48AE24381504}" destId="{891E0366-B501-4FE3-89F3-5F215D88A281}" srcOrd="0" destOrd="0" presId="urn:microsoft.com/office/officeart/2016/7/layout/RepeatingBendingProcessNew"/>
    <dgm:cxn modelId="{E13D5016-7443-4275-B0AE-3C4F6A6B6887}" type="presParOf" srcId="{DE8A38FD-D25C-4F5E-A71C-7E48AC39C6D3}" destId="{3AF056E4-3304-4D34-A327-DAF801BF23B6}" srcOrd="2" destOrd="0" presId="urn:microsoft.com/office/officeart/2016/7/layout/RepeatingBendingProcessNew"/>
    <dgm:cxn modelId="{C366EFBA-1D1E-4060-8444-00E695C98C34}" type="presParOf" srcId="{DE8A38FD-D25C-4F5E-A71C-7E48AC39C6D3}" destId="{D4CEB8BD-81CF-42B5-A365-2388ADE99325}" srcOrd="3" destOrd="0" presId="urn:microsoft.com/office/officeart/2016/7/layout/RepeatingBendingProcessNew"/>
    <dgm:cxn modelId="{C4F31D84-E08E-498A-950F-F6FE668D8F8D}" type="presParOf" srcId="{D4CEB8BD-81CF-42B5-A365-2388ADE99325}" destId="{1B36E2FE-C461-4B36-BDF6-0FDF3D6D38DF}" srcOrd="0" destOrd="0" presId="urn:microsoft.com/office/officeart/2016/7/layout/RepeatingBendingProcessNew"/>
    <dgm:cxn modelId="{3A7C3CBA-6605-4959-A959-2450EB559AC5}" type="presParOf" srcId="{DE8A38FD-D25C-4F5E-A71C-7E48AC39C6D3}" destId="{ECE49D3C-BBDD-4FE0-A4FD-F1C37C0D8F22}" srcOrd="4" destOrd="0" presId="urn:microsoft.com/office/officeart/2016/7/layout/RepeatingBendingProcessNew"/>
    <dgm:cxn modelId="{04719AB1-F76B-495B-9492-0CA4D6472EE9}" type="presParOf" srcId="{DE8A38FD-D25C-4F5E-A71C-7E48AC39C6D3}" destId="{1ADF7AD3-AD0A-4807-86BE-2E272780A3BA}" srcOrd="5" destOrd="0" presId="urn:microsoft.com/office/officeart/2016/7/layout/RepeatingBendingProcessNew"/>
    <dgm:cxn modelId="{AB0F9482-41B9-458B-BAA8-55E0BA036145}" type="presParOf" srcId="{1ADF7AD3-AD0A-4807-86BE-2E272780A3BA}" destId="{A8E1D909-A56E-4199-8AB1-E093726350A6}" srcOrd="0" destOrd="0" presId="urn:microsoft.com/office/officeart/2016/7/layout/RepeatingBendingProcessNew"/>
    <dgm:cxn modelId="{2FC7875B-8E79-4CAC-8BD3-CE4C3676588A}" type="presParOf" srcId="{DE8A38FD-D25C-4F5E-A71C-7E48AC39C6D3}" destId="{1146E8A1-7DAD-4BA3-9346-3C121FD5CE18}" srcOrd="6" destOrd="0" presId="urn:microsoft.com/office/officeart/2016/7/layout/RepeatingBendingProcessNew"/>
    <dgm:cxn modelId="{F92B2E81-9D1F-49A6-B42B-5F27AA58905D}" type="presParOf" srcId="{DE8A38FD-D25C-4F5E-A71C-7E48AC39C6D3}" destId="{6A747315-A0A9-41AE-A20F-4BDE76595D16}" srcOrd="7" destOrd="0" presId="urn:microsoft.com/office/officeart/2016/7/layout/RepeatingBendingProcessNew"/>
    <dgm:cxn modelId="{8CFEAE98-6FB9-4E7F-A579-6D2AFFEEBB1D}" type="presParOf" srcId="{6A747315-A0A9-41AE-A20F-4BDE76595D16}" destId="{33288860-0D86-4E73-9ACB-864E24A0F2B8}" srcOrd="0" destOrd="0" presId="urn:microsoft.com/office/officeart/2016/7/layout/RepeatingBendingProcessNew"/>
    <dgm:cxn modelId="{D0B12B38-5262-40EF-AB79-38783F4BF16A}" type="presParOf" srcId="{DE8A38FD-D25C-4F5E-A71C-7E48AC39C6D3}" destId="{5BA7C525-EAA0-4E42-99C8-43BF30875829}" srcOrd="8" destOrd="0" presId="urn:microsoft.com/office/officeart/2016/7/layout/RepeatingBendingProcessNew"/>
  </dgm:cxnLst>
  <dgm:bg/>
  <dgm:whole/>
  <dgm:extLst>
    <a:ext uri="http://schemas.microsoft.com/office/drawing/2008/diagram">
      <dsp:dataModelExt xmlns:dsp="http://schemas.microsoft.com/office/drawing/2008/diagram" relId="rId6" minVer="http://schemas.openxmlformats.org/drawingml/2006/diagram"/>
    </a:ext>
  </dgm:extLst>
</dgm:dataModel>
</file>

<file path=ppt/diagrams/data2.xml><?xml version="1.0" encoding="utf-8"?>
<dgm:dataModel xmlns:dgm="http://schemas.openxmlformats.org/drawingml/2006/diagram" xmlns:a="http://schemas.openxmlformats.org/drawingml/2006/main">
  <dgm:ptLst>
    <dgm:pt modelId="{253D9EF9-3DFF-432B-B75E-135BBF267931}" type="doc">
      <dgm:prSet loTypeId="urn:microsoft.com/office/officeart/2018/2/layout/IconCircleList" loCatId="icon" qsTypeId="urn:microsoft.com/office/officeart/2005/8/quickstyle/simple1" qsCatId="simple" csTypeId="urn:microsoft.com/office/officeart/2018/5/colors/Iconchunking_neutralicon_colorful1" csCatId="colorful" phldr="1"/>
      <dgm:spPr/>
      <dgm:t>
        <a:bodyPr/>
        <a:lstStyle/>
        <a:p>
          <a:endParaRPr lang="en-US"/>
        </a:p>
      </dgm:t>
    </dgm:pt>
    <dgm:pt modelId="{B38180A0-AF01-46F2-909C-500224EF00A5}">
      <dgm:prSet custT="1"/>
      <dgm:spPr/>
      <dgm:t>
        <a:bodyPr/>
        <a:lstStyle/>
        <a:p>
          <a:r>
            <a:rPr lang="en-US" sz="2000" i="0" baseline="0" dirty="0">
              <a:latin typeface="Calibri" panose="020F0502020204030204" pitchFamily="34" charset="0"/>
              <a:ea typeface="Calibri" panose="020F0502020204030204" pitchFamily="34" charset="0"/>
              <a:cs typeface="Calibri" panose="020F0502020204030204" pitchFamily="34" charset="0"/>
            </a:rPr>
            <a:t>Gaming leaderboards</a:t>
          </a:r>
          <a:endParaRPr lang="en-US" sz="2000" dirty="0">
            <a:latin typeface="Calibri" panose="020F0502020204030204" pitchFamily="34" charset="0"/>
            <a:ea typeface="Calibri" panose="020F0502020204030204" pitchFamily="34" charset="0"/>
            <a:cs typeface="Calibri" panose="020F0502020204030204" pitchFamily="34" charset="0"/>
          </a:endParaRPr>
        </a:p>
      </dgm:t>
    </dgm:pt>
    <dgm:pt modelId="{64FF7E15-2467-47D3-A6D0-5046D02E9E12}" type="parTrans" cxnId="{53222137-9125-4645-8822-F4DB3F0A2439}">
      <dgm:prSet/>
      <dgm:spPr/>
      <dgm:t>
        <a:bodyPr/>
        <a:lstStyle/>
        <a:p>
          <a:endParaRPr lang="en-US"/>
        </a:p>
      </dgm:t>
    </dgm:pt>
    <dgm:pt modelId="{D2D6F7A6-B6BB-4929-A017-0B4E78FEEFA6}" type="sibTrans" cxnId="{53222137-9125-4645-8822-F4DB3F0A2439}">
      <dgm:prSet/>
      <dgm:spPr/>
      <dgm:t>
        <a:bodyPr/>
        <a:lstStyle/>
        <a:p>
          <a:endParaRPr lang="en-US"/>
        </a:p>
      </dgm:t>
    </dgm:pt>
    <dgm:pt modelId="{440C3FE5-2C2F-479F-8676-A865E384E228}">
      <dgm:prSet custT="1"/>
      <dgm:spPr/>
      <dgm:t>
        <a:bodyPr/>
        <a:lstStyle/>
        <a:p>
          <a:r>
            <a:rPr lang="en-US" sz="2000" i="0" baseline="0" dirty="0">
              <a:latin typeface="Calibri" panose="020F0502020204030204" pitchFamily="34" charset="0"/>
              <a:ea typeface="Calibri" panose="020F0502020204030204" pitchFamily="34" charset="0"/>
              <a:cs typeface="Calibri" panose="020F0502020204030204" pitchFamily="34" charset="0"/>
            </a:rPr>
            <a:t>E-commerce catalogs and carts</a:t>
          </a:r>
          <a:endParaRPr lang="en-US" sz="2000" dirty="0">
            <a:latin typeface="Calibri" panose="020F0502020204030204" pitchFamily="34" charset="0"/>
            <a:ea typeface="Calibri" panose="020F0502020204030204" pitchFamily="34" charset="0"/>
            <a:cs typeface="Calibri" panose="020F0502020204030204" pitchFamily="34" charset="0"/>
          </a:endParaRPr>
        </a:p>
      </dgm:t>
    </dgm:pt>
    <dgm:pt modelId="{254DC1D8-EB60-4C74-90E1-3248E6528CF0}" type="parTrans" cxnId="{10C3EAD0-67B1-4C33-B018-9F31215F7BED}">
      <dgm:prSet/>
      <dgm:spPr/>
      <dgm:t>
        <a:bodyPr/>
        <a:lstStyle/>
        <a:p>
          <a:endParaRPr lang="en-US"/>
        </a:p>
      </dgm:t>
    </dgm:pt>
    <dgm:pt modelId="{2460B14F-9548-4FBA-BC1C-911325ED841D}" type="sibTrans" cxnId="{10C3EAD0-67B1-4C33-B018-9F31215F7BED}">
      <dgm:prSet/>
      <dgm:spPr/>
      <dgm:t>
        <a:bodyPr/>
        <a:lstStyle/>
        <a:p>
          <a:endParaRPr lang="en-US"/>
        </a:p>
      </dgm:t>
    </dgm:pt>
    <dgm:pt modelId="{9E83795B-4732-41A9-BE73-502231ECD06F}">
      <dgm:prSet custT="1"/>
      <dgm:spPr/>
      <dgm:t>
        <a:bodyPr/>
        <a:lstStyle/>
        <a:p>
          <a:r>
            <a:rPr lang="en-US" sz="2000" i="0" baseline="0">
              <a:latin typeface="Calibri" panose="020F0502020204030204" pitchFamily="34" charset="0"/>
              <a:ea typeface="Calibri" panose="020F0502020204030204" pitchFamily="34" charset="0"/>
              <a:cs typeface="Calibri" panose="020F0502020204030204" pitchFamily="34" charset="0"/>
            </a:rPr>
            <a:t>IoT device data storage</a:t>
          </a:r>
          <a:endParaRPr lang="en-US" sz="2000">
            <a:latin typeface="Calibri" panose="020F0502020204030204" pitchFamily="34" charset="0"/>
            <a:ea typeface="Calibri" panose="020F0502020204030204" pitchFamily="34" charset="0"/>
            <a:cs typeface="Calibri" panose="020F0502020204030204" pitchFamily="34" charset="0"/>
          </a:endParaRPr>
        </a:p>
      </dgm:t>
    </dgm:pt>
    <dgm:pt modelId="{B5469E08-E1CB-4816-83FA-C1F2A6C3A8C3}" type="parTrans" cxnId="{1C0F3BA9-557C-4E52-8304-CB40E82B229C}">
      <dgm:prSet/>
      <dgm:spPr/>
      <dgm:t>
        <a:bodyPr/>
        <a:lstStyle/>
        <a:p>
          <a:endParaRPr lang="en-US"/>
        </a:p>
      </dgm:t>
    </dgm:pt>
    <dgm:pt modelId="{897A1797-66DE-45CA-8A7E-8F13AC00BA07}" type="sibTrans" cxnId="{1C0F3BA9-557C-4E52-8304-CB40E82B229C}">
      <dgm:prSet/>
      <dgm:spPr/>
      <dgm:t>
        <a:bodyPr/>
        <a:lstStyle/>
        <a:p>
          <a:endParaRPr lang="en-US"/>
        </a:p>
      </dgm:t>
    </dgm:pt>
    <dgm:pt modelId="{B9EF9E05-F532-4FD0-B2CF-92D36DCE12A1}">
      <dgm:prSet custT="1"/>
      <dgm:spPr/>
      <dgm:t>
        <a:bodyPr/>
        <a:lstStyle/>
        <a:p>
          <a:r>
            <a:rPr lang="en-US" sz="2000" i="0" baseline="0">
              <a:latin typeface="Calibri" panose="020F0502020204030204" pitchFamily="34" charset="0"/>
              <a:ea typeface="Calibri" panose="020F0502020204030204" pitchFamily="34" charset="0"/>
              <a:cs typeface="Calibri" panose="020F0502020204030204" pitchFamily="34" charset="0"/>
            </a:rPr>
            <a:t>Real-time bidding platforms</a:t>
          </a:r>
          <a:endParaRPr lang="en-US" sz="2000">
            <a:latin typeface="Calibri" panose="020F0502020204030204" pitchFamily="34" charset="0"/>
            <a:ea typeface="Calibri" panose="020F0502020204030204" pitchFamily="34" charset="0"/>
            <a:cs typeface="Calibri" panose="020F0502020204030204" pitchFamily="34" charset="0"/>
          </a:endParaRPr>
        </a:p>
      </dgm:t>
    </dgm:pt>
    <dgm:pt modelId="{92A51E04-7C2E-4740-8C30-A0471DF09A07}" type="parTrans" cxnId="{ABCE26C3-76E2-4834-B919-2B9446FA0095}">
      <dgm:prSet/>
      <dgm:spPr/>
      <dgm:t>
        <a:bodyPr/>
        <a:lstStyle/>
        <a:p>
          <a:endParaRPr lang="en-US"/>
        </a:p>
      </dgm:t>
    </dgm:pt>
    <dgm:pt modelId="{AC6F5C88-F11D-439C-B322-5B8B78D4D0BF}" type="sibTrans" cxnId="{ABCE26C3-76E2-4834-B919-2B9446FA0095}">
      <dgm:prSet/>
      <dgm:spPr/>
      <dgm:t>
        <a:bodyPr/>
        <a:lstStyle/>
        <a:p>
          <a:endParaRPr lang="en-US"/>
        </a:p>
      </dgm:t>
    </dgm:pt>
    <dgm:pt modelId="{B2BBC7D1-7665-4FDD-BB39-213C8FCD0E5E}">
      <dgm:prSet custT="1"/>
      <dgm:spPr/>
      <dgm:t>
        <a:bodyPr/>
        <a:lstStyle/>
        <a:p>
          <a:r>
            <a:rPr lang="en-US" sz="2000" i="0" baseline="0" dirty="0">
              <a:latin typeface="Calibri" panose="020F0502020204030204" pitchFamily="34" charset="0"/>
              <a:ea typeface="Calibri" panose="020F0502020204030204" pitchFamily="34" charset="0"/>
              <a:cs typeface="Calibri" panose="020F0502020204030204" pitchFamily="34" charset="0"/>
            </a:rPr>
            <a:t>Session management and user profiles</a:t>
          </a:r>
          <a:endParaRPr lang="en-US" sz="2000" dirty="0">
            <a:latin typeface="Calibri" panose="020F0502020204030204" pitchFamily="34" charset="0"/>
            <a:ea typeface="Calibri" panose="020F0502020204030204" pitchFamily="34" charset="0"/>
            <a:cs typeface="Calibri" panose="020F0502020204030204" pitchFamily="34" charset="0"/>
          </a:endParaRPr>
        </a:p>
      </dgm:t>
    </dgm:pt>
    <dgm:pt modelId="{DA71F81C-EF13-407E-BA06-521906A8D6D0}" type="parTrans" cxnId="{F9378267-01B9-4B0E-89F4-806C06CD9C10}">
      <dgm:prSet/>
      <dgm:spPr/>
      <dgm:t>
        <a:bodyPr/>
        <a:lstStyle/>
        <a:p>
          <a:endParaRPr lang="en-US"/>
        </a:p>
      </dgm:t>
    </dgm:pt>
    <dgm:pt modelId="{B364880A-8FD2-4B62-82BC-C6D8BCF108C3}" type="sibTrans" cxnId="{F9378267-01B9-4B0E-89F4-806C06CD9C10}">
      <dgm:prSet/>
      <dgm:spPr/>
      <dgm:t>
        <a:bodyPr/>
        <a:lstStyle/>
        <a:p>
          <a:endParaRPr lang="en-US"/>
        </a:p>
      </dgm:t>
    </dgm:pt>
    <dgm:pt modelId="{957A83A7-B3E2-4020-8121-436E5967EAA2}" type="pres">
      <dgm:prSet presAssocID="{253D9EF9-3DFF-432B-B75E-135BBF267931}" presName="root" presStyleCnt="0">
        <dgm:presLayoutVars>
          <dgm:dir/>
          <dgm:resizeHandles val="exact"/>
        </dgm:presLayoutVars>
      </dgm:prSet>
      <dgm:spPr/>
    </dgm:pt>
    <dgm:pt modelId="{2E8250AC-0C3B-463F-B587-93C446F6EFE7}" type="pres">
      <dgm:prSet presAssocID="{253D9EF9-3DFF-432B-B75E-135BBF267931}" presName="container" presStyleCnt="0">
        <dgm:presLayoutVars>
          <dgm:dir/>
          <dgm:resizeHandles val="exact"/>
        </dgm:presLayoutVars>
      </dgm:prSet>
      <dgm:spPr/>
    </dgm:pt>
    <dgm:pt modelId="{4D7AD103-CC64-47F0-8577-38002E765EF8}" type="pres">
      <dgm:prSet presAssocID="{B38180A0-AF01-46F2-909C-500224EF00A5}" presName="compNode" presStyleCnt="0"/>
      <dgm:spPr/>
    </dgm:pt>
    <dgm:pt modelId="{1B844844-AAEB-452D-AC94-03027879D0B2}" type="pres">
      <dgm:prSet presAssocID="{B38180A0-AF01-46F2-909C-500224EF00A5}" presName="iconBgRect" presStyleLbl="bgShp" presStyleIdx="0" presStyleCnt="5"/>
      <dgm:spPr/>
    </dgm:pt>
    <dgm:pt modelId="{A5A925BE-FC31-45CA-8709-323FEA58310F}" type="pres">
      <dgm:prSet presAssocID="{B38180A0-AF01-46F2-909C-500224EF00A5}" presName="iconRect" presStyleLbl="node1" presStyleIdx="0" presStyleCnt="5"/>
      <dgm:spPr>
        <a:blipFill>
          <a:blip xmlns:r="http://schemas.openxmlformats.org/officeDocument/2006/relationships" r:embed="rId1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2"/>
              </a:ext>
            </a:extLst>
          </a:blip>
          <a:stretch>
            <a:fillRect/>
          </a:stretch>
        </a:blipFill>
        <a:ln>
          <a:noFill/>
        </a:ln>
      </dgm:spPr>
      <dgm:extLst>
        <a:ext uri="{E40237B7-FDA0-4F09-8148-C483321AD2D9}">
          <dgm14:cNvPr xmlns:dgm14="http://schemas.microsoft.com/office/drawing/2010/diagram" id="0" name="" descr="Game controller"/>
        </a:ext>
      </dgm:extLst>
    </dgm:pt>
    <dgm:pt modelId="{74FE9A8C-AE3D-42AE-B6FD-6042BD091062}" type="pres">
      <dgm:prSet presAssocID="{B38180A0-AF01-46F2-909C-500224EF00A5}" presName="spaceRect" presStyleCnt="0"/>
      <dgm:spPr/>
    </dgm:pt>
    <dgm:pt modelId="{54F11D95-EBC7-4480-AE03-E0282509E776}" type="pres">
      <dgm:prSet presAssocID="{B38180A0-AF01-46F2-909C-500224EF00A5}" presName="textRect" presStyleLbl="revTx" presStyleIdx="0" presStyleCnt="5">
        <dgm:presLayoutVars>
          <dgm:chMax val="1"/>
          <dgm:chPref val="1"/>
        </dgm:presLayoutVars>
      </dgm:prSet>
      <dgm:spPr/>
    </dgm:pt>
    <dgm:pt modelId="{E9FD40E7-97BD-40E5-A6D4-3BE3D8238354}" type="pres">
      <dgm:prSet presAssocID="{D2D6F7A6-B6BB-4929-A017-0B4E78FEEFA6}" presName="sibTrans" presStyleLbl="sibTrans2D1" presStyleIdx="0" presStyleCnt="0"/>
      <dgm:spPr/>
    </dgm:pt>
    <dgm:pt modelId="{A3843FBE-4353-44C2-AB5E-BDEAC5E36B59}" type="pres">
      <dgm:prSet presAssocID="{440C3FE5-2C2F-479F-8676-A865E384E228}" presName="compNode" presStyleCnt="0"/>
      <dgm:spPr/>
    </dgm:pt>
    <dgm:pt modelId="{7D79B287-CEE2-46A1-800C-FF49FC916547}" type="pres">
      <dgm:prSet presAssocID="{440C3FE5-2C2F-479F-8676-A865E384E228}" presName="iconBgRect" presStyleLbl="bgShp" presStyleIdx="1" presStyleCnt="5"/>
      <dgm:spPr/>
    </dgm:pt>
    <dgm:pt modelId="{32033164-E814-4E4B-9987-A855A24ECB2D}" type="pres">
      <dgm:prSet presAssocID="{440C3FE5-2C2F-479F-8676-A865E384E228}" presName="iconRect" presStyleLbl="node1" presStyleIdx="1" presStyleCnt="5"/>
      <dgm:spPr>
        <a:blipFill>
          <a:blip xmlns:r="http://schemas.openxmlformats.org/officeDocument/2006/relationships" r:embed="rId3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4"/>
              </a:ext>
            </a:extLst>
          </a:blip>
          <a:stretch>
            <a:fillRect/>
          </a:stretch>
        </a:blipFill>
        <a:ln>
          <a:noFill/>
        </a:ln>
      </dgm:spPr>
      <dgm:extLst>
        <a:ext uri="{E40237B7-FDA0-4F09-8148-C483321AD2D9}">
          <dgm14:cNvPr xmlns:dgm14="http://schemas.microsoft.com/office/drawing/2010/diagram" id="0" name="" descr="Shopping cart"/>
        </a:ext>
      </dgm:extLst>
    </dgm:pt>
    <dgm:pt modelId="{5B3EADBC-9B4E-4E61-BD15-EE7A42FCBDA5}" type="pres">
      <dgm:prSet presAssocID="{440C3FE5-2C2F-479F-8676-A865E384E228}" presName="spaceRect" presStyleCnt="0"/>
      <dgm:spPr/>
    </dgm:pt>
    <dgm:pt modelId="{8F6685BC-2D3E-4AFF-8DC1-7EF774BD1DF6}" type="pres">
      <dgm:prSet presAssocID="{440C3FE5-2C2F-479F-8676-A865E384E228}" presName="textRect" presStyleLbl="revTx" presStyleIdx="1" presStyleCnt="5">
        <dgm:presLayoutVars>
          <dgm:chMax val="1"/>
          <dgm:chPref val="1"/>
        </dgm:presLayoutVars>
      </dgm:prSet>
      <dgm:spPr/>
    </dgm:pt>
    <dgm:pt modelId="{98F2D4B2-DF75-4F51-A555-1813D3AE295E}" type="pres">
      <dgm:prSet presAssocID="{2460B14F-9548-4FBA-BC1C-911325ED841D}" presName="sibTrans" presStyleLbl="sibTrans2D1" presStyleIdx="0" presStyleCnt="0"/>
      <dgm:spPr/>
    </dgm:pt>
    <dgm:pt modelId="{D4900193-558C-4D0E-88F2-486A01543EBE}" type="pres">
      <dgm:prSet presAssocID="{9E83795B-4732-41A9-BE73-502231ECD06F}" presName="compNode" presStyleCnt="0"/>
      <dgm:spPr/>
    </dgm:pt>
    <dgm:pt modelId="{E54A36F3-1958-4988-AE81-FF854C6D15F8}" type="pres">
      <dgm:prSet presAssocID="{9E83795B-4732-41A9-BE73-502231ECD06F}" presName="iconBgRect" presStyleLbl="bgShp" presStyleIdx="2" presStyleCnt="5"/>
      <dgm:spPr/>
    </dgm:pt>
    <dgm:pt modelId="{177053D2-5B37-4E44-B08B-081FF00AA43B}" type="pres">
      <dgm:prSet presAssocID="{9E83795B-4732-41A9-BE73-502231ECD06F}" presName="iconRect" presStyleLbl="node1" presStyleIdx="2" presStyleCnt="5"/>
      <dgm:spPr>
        <a:blipFill>
          <a:blip xmlns:r="http://schemas.openxmlformats.org/officeDocument/2006/relationships" r:embed="rId5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6"/>
              </a:ext>
            </a:extLst>
          </a:blip>
          <a:stretch>
            <a:fillRect/>
          </a:stretch>
        </a:blipFill>
        <a:ln>
          <a:noFill/>
        </a:ln>
      </dgm:spPr>
      <dgm:extLst>
        <a:ext uri="{E40237B7-FDA0-4F09-8148-C483321AD2D9}">
          <dgm14:cNvPr xmlns:dgm14="http://schemas.microsoft.com/office/drawing/2010/diagram" id="0" name="" descr="Wireless router"/>
        </a:ext>
      </dgm:extLst>
    </dgm:pt>
    <dgm:pt modelId="{E5FAA2E2-E213-4B0F-A18D-7BC5487E31A8}" type="pres">
      <dgm:prSet presAssocID="{9E83795B-4732-41A9-BE73-502231ECD06F}" presName="spaceRect" presStyleCnt="0"/>
      <dgm:spPr/>
    </dgm:pt>
    <dgm:pt modelId="{E48F6594-C1E7-451A-9F5E-E9A210DFE1A2}" type="pres">
      <dgm:prSet presAssocID="{9E83795B-4732-41A9-BE73-502231ECD06F}" presName="textRect" presStyleLbl="revTx" presStyleIdx="2" presStyleCnt="5">
        <dgm:presLayoutVars>
          <dgm:chMax val="1"/>
          <dgm:chPref val="1"/>
        </dgm:presLayoutVars>
      </dgm:prSet>
      <dgm:spPr/>
    </dgm:pt>
    <dgm:pt modelId="{D6DA89D9-A0CB-4CE9-A9E1-6D3D60269551}" type="pres">
      <dgm:prSet presAssocID="{897A1797-66DE-45CA-8A7E-8F13AC00BA07}" presName="sibTrans" presStyleLbl="sibTrans2D1" presStyleIdx="0" presStyleCnt="0"/>
      <dgm:spPr/>
    </dgm:pt>
    <dgm:pt modelId="{75F3E6F0-085B-48A0-B9B3-A2F0D485B09A}" type="pres">
      <dgm:prSet presAssocID="{B9EF9E05-F532-4FD0-B2CF-92D36DCE12A1}" presName="compNode" presStyleCnt="0"/>
      <dgm:spPr/>
    </dgm:pt>
    <dgm:pt modelId="{FD713935-C0EB-4863-AFEB-A8ECA6544110}" type="pres">
      <dgm:prSet presAssocID="{B9EF9E05-F532-4FD0-B2CF-92D36DCE12A1}" presName="iconBgRect" presStyleLbl="bgShp" presStyleIdx="3" presStyleCnt="5"/>
      <dgm:spPr/>
    </dgm:pt>
    <dgm:pt modelId="{BDD885EA-7D87-4A1B-874B-7F913A622B3E}" type="pres">
      <dgm:prSet presAssocID="{B9EF9E05-F532-4FD0-B2CF-92D36DCE12A1}" presName="iconRect" presStyleLbl="node1" presStyleIdx="3" presStyleCnt="5"/>
      <dgm:spPr>
        <a:blipFill>
          <a:blip xmlns:r="http://schemas.openxmlformats.org/officeDocument/2006/relationships" r:embed="rId7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8"/>
              </a:ext>
            </a:extLst>
          </a:blip>
          <a:stretch>
            <a:fillRect/>
          </a:stretch>
        </a:blipFill>
        <a:ln>
          <a:noFill/>
        </a:ln>
      </dgm:spPr>
      <dgm:extLst>
        <a:ext uri="{E40237B7-FDA0-4F09-8148-C483321AD2D9}">
          <dgm14:cNvPr xmlns:dgm14="http://schemas.microsoft.com/office/drawing/2010/diagram" id="0" name="" descr="Stopwatch"/>
        </a:ext>
      </dgm:extLst>
    </dgm:pt>
    <dgm:pt modelId="{9CA6965F-1F7D-49A7-B8AD-04904E471F39}" type="pres">
      <dgm:prSet presAssocID="{B9EF9E05-F532-4FD0-B2CF-92D36DCE12A1}" presName="spaceRect" presStyleCnt="0"/>
      <dgm:spPr/>
    </dgm:pt>
    <dgm:pt modelId="{7E43816E-296D-4249-9470-92036360DC20}" type="pres">
      <dgm:prSet presAssocID="{B9EF9E05-F532-4FD0-B2CF-92D36DCE12A1}" presName="textRect" presStyleLbl="revTx" presStyleIdx="3" presStyleCnt="5">
        <dgm:presLayoutVars>
          <dgm:chMax val="1"/>
          <dgm:chPref val="1"/>
        </dgm:presLayoutVars>
      </dgm:prSet>
      <dgm:spPr/>
    </dgm:pt>
    <dgm:pt modelId="{7D21D42C-D8E6-45A5-8B53-CA1885719AEB}" type="pres">
      <dgm:prSet presAssocID="{AC6F5C88-F11D-439C-B322-5B8B78D4D0BF}" presName="sibTrans" presStyleLbl="sibTrans2D1" presStyleIdx="0" presStyleCnt="0"/>
      <dgm:spPr/>
    </dgm:pt>
    <dgm:pt modelId="{0BE78581-00D4-4B2D-91A5-9F1405E69719}" type="pres">
      <dgm:prSet presAssocID="{B2BBC7D1-7665-4FDD-BB39-213C8FCD0E5E}" presName="compNode" presStyleCnt="0"/>
      <dgm:spPr/>
    </dgm:pt>
    <dgm:pt modelId="{D928EBAA-0525-4494-A1C0-830374E71AD7}" type="pres">
      <dgm:prSet presAssocID="{B2BBC7D1-7665-4FDD-BB39-213C8FCD0E5E}" presName="iconBgRect" presStyleLbl="bgShp" presStyleIdx="4" presStyleCnt="5"/>
      <dgm:spPr/>
    </dgm:pt>
    <dgm:pt modelId="{6AE03B0F-FE62-4494-A3B8-25DA31E26FE7}" type="pres">
      <dgm:prSet presAssocID="{B2BBC7D1-7665-4FDD-BB39-213C8FCD0E5E}" presName="iconRect" presStyleLbl="node1" presStyleIdx="4" presStyleCnt="5"/>
      <dgm:spPr>
        <a:blipFill>
          <a:blip xmlns:r="http://schemas.openxmlformats.org/officeDocument/2006/relationships" r:embed="rId9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10"/>
              </a:ext>
            </a:extLst>
          </a:blip>
          <a:stretch>
            <a:fillRect/>
          </a:stretch>
        </a:blipFill>
        <a:ln>
          <a:noFill/>
        </a:ln>
      </dgm:spPr>
      <dgm:extLst>
        <a:ext uri="{E40237B7-FDA0-4F09-8148-C483321AD2D9}">
          <dgm14:cNvPr xmlns:dgm14="http://schemas.microsoft.com/office/drawing/2010/diagram" id="0" name="" descr="User"/>
        </a:ext>
      </dgm:extLst>
    </dgm:pt>
    <dgm:pt modelId="{0A294E02-AF4F-4535-949D-7F196DBB42C5}" type="pres">
      <dgm:prSet presAssocID="{B2BBC7D1-7665-4FDD-BB39-213C8FCD0E5E}" presName="spaceRect" presStyleCnt="0"/>
      <dgm:spPr/>
    </dgm:pt>
    <dgm:pt modelId="{0B700C04-535A-4540-897D-2FDA5E2D08B2}" type="pres">
      <dgm:prSet presAssocID="{B2BBC7D1-7665-4FDD-BB39-213C8FCD0E5E}" presName="textRect" presStyleLbl="revTx" presStyleIdx="4" presStyleCnt="5">
        <dgm:presLayoutVars>
          <dgm:chMax val="1"/>
          <dgm:chPref val="1"/>
        </dgm:presLayoutVars>
      </dgm:prSet>
      <dgm:spPr/>
    </dgm:pt>
  </dgm:ptLst>
  <dgm:cxnLst>
    <dgm:cxn modelId="{D9A82410-6AE8-4D0E-ABFD-0CCA47FD9BA1}" type="presOf" srcId="{253D9EF9-3DFF-432B-B75E-135BBF267931}" destId="{957A83A7-B3E2-4020-8121-436E5967EAA2}" srcOrd="0" destOrd="0" presId="urn:microsoft.com/office/officeart/2018/2/layout/IconCircleList"/>
    <dgm:cxn modelId="{DD0CC116-8F40-416D-9EDE-1B5E88AAC614}" type="presOf" srcId="{B2BBC7D1-7665-4FDD-BB39-213C8FCD0E5E}" destId="{0B700C04-535A-4540-897D-2FDA5E2D08B2}" srcOrd="0" destOrd="0" presId="urn:microsoft.com/office/officeart/2018/2/layout/IconCircleList"/>
    <dgm:cxn modelId="{53222137-9125-4645-8822-F4DB3F0A2439}" srcId="{253D9EF9-3DFF-432B-B75E-135BBF267931}" destId="{B38180A0-AF01-46F2-909C-500224EF00A5}" srcOrd="0" destOrd="0" parTransId="{64FF7E15-2467-47D3-A6D0-5046D02E9E12}" sibTransId="{D2D6F7A6-B6BB-4929-A017-0B4E78FEEFA6}"/>
    <dgm:cxn modelId="{BDCF8537-1220-4EE5-8EE8-433FFB53DA5A}" type="presOf" srcId="{897A1797-66DE-45CA-8A7E-8F13AC00BA07}" destId="{D6DA89D9-A0CB-4CE9-A9E1-6D3D60269551}" srcOrd="0" destOrd="0" presId="urn:microsoft.com/office/officeart/2018/2/layout/IconCircleList"/>
    <dgm:cxn modelId="{EC9E875B-FA7F-4A69-B933-ED839BE3C727}" type="presOf" srcId="{AC6F5C88-F11D-439C-B322-5B8B78D4D0BF}" destId="{7D21D42C-D8E6-45A5-8B53-CA1885719AEB}" srcOrd="0" destOrd="0" presId="urn:microsoft.com/office/officeart/2018/2/layout/IconCircleList"/>
    <dgm:cxn modelId="{C108D066-8EFC-4AB2-9BBC-4E8CC9B2BF8D}" type="presOf" srcId="{2460B14F-9548-4FBA-BC1C-911325ED841D}" destId="{98F2D4B2-DF75-4F51-A555-1813D3AE295E}" srcOrd="0" destOrd="0" presId="urn:microsoft.com/office/officeart/2018/2/layout/IconCircleList"/>
    <dgm:cxn modelId="{F9378267-01B9-4B0E-89F4-806C06CD9C10}" srcId="{253D9EF9-3DFF-432B-B75E-135BBF267931}" destId="{B2BBC7D1-7665-4FDD-BB39-213C8FCD0E5E}" srcOrd="4" destOrd="0" parTransId="{DA71F81C-EF13-407E-BA06-521906A8D6D0}" sibTransId="{B364880A-8FD2-4B62-82BC-C6D8BCF108C3}"/>
    <dgm:cxn modelId="{3BAC1E48-2DD5-41F6-8D18-780CDBC43501}" type="presOf" srcId="{440C3FE5-2C2F-479F-8676-A865E384E228}" destId="{8F6685BC-2D3E-4AFF-8DC1-7EF774BD1DF6}" srcOrd="0" destOrd="0" presId="urn:microsoft.com/office/officeart/2018/2/layout/IconCircleList"/>
    <dgm:cxn modelId="{BE329F4C-E4CC-41D0-9264-E36C93112EE4}" type="presOf" srcId="{9E83795B-4732-41A9-BE73-502231ECD06F}" destId="{E48F6594-C1E7-451A-9F5E-E9A210DFE1A2}" srcOrd="0" destOrd="0" presId="urn:microsoft.com/office/officeart/2018/2/layout/IconCircleList"/>
    <dgm:cxn modelId="{0A2EB983-E9C0-490C-A2B5-314B28EF859B}" type="presOf" srcId="{D2D6F7A6-B6BB-4929-A017-0B4E78FEEFA6}" destId="{E9FD40E7-97BD-40E5-A6D4-3BE3D8238354}" srcOrd="0" destOrd="0" presId="urn:microsoft.com/office/officeart/2018/2/layout/IconCircleList"/>
    <dgm:cxn modelId="{DF3DF2A0-FF47-459D-B9EC-BAAA8644BA0F}" type="presOf" srcId="{B38180A0-AF01-46F2-909C-500224EF00A5}" destId="{54F11D95-EBC7-4480-AE03-E0282509E776}" srcOrd="0" destOrd="0" presId="urn:microsoft.com/office/officeart/2018/2/layout/IconCircleList"/>
    <dgm:cxn modelId="{1C0F3BA9-557C-4E52-8304-CB40E82B229C}" srcId="{253D9EF9-3DFF-432B-B75E-135BBF267931}" destId="{9E83795B-4732-41A9-BE73-502231ECD06F}" srcOrd="2" destOrd="0" parTransId="{B5469E08-E1CB-4816-83FA-C1F2A6C3A8C3}" sibTransId="{897A1797-66DE-45CA-8A7E-8F13AC00BA07}"/>
    <dgm:cxn modelId="{ABCE26C3-76E2-4834-B919-2B9446FA0095}" srcId="{253D9EF9-3DFF-432B-B75E-135BBF267931}" destId="{B9EF9E05-F532-4FD0-B2CF-92D36DCE12A1}" srcOrd="3" destOrd="0" parTransId="{92A51E04-7C2E-4740-8C30-A0471DF09A07}" sibTransId="{AC6F5C88-F11D-439C-B322-5B8B78D4D0BF}"/>
    <dgm:cxn modelId="{10C3EAD0-67B1-4C33-B018-9F31215F7BED}" srcId="{253D9EF9-3DFF-432B-B75E-135BBF267931}" destId="{440C3FE5-2C2F-479F-8676-A865E384E228}" srcOrd="1" destOrd="0" parTransId="{254DC1D8-EB60-4C74-90E1-3248E6528CF0}" sibTransId="{2460B14F-9548-4FBA-BC1C-911325ED841D}"/>
    <dgm:cxn modelId="{3AC20BF5-95CC-4285-8F17-76B13E353B80}" type="presOf" srcId="{B9EF9E05-F532-4FD0-B2CF-92D36DCE12A1}" destId="{7E43816E-296D-4249-9470-92036360DC20}" srcOrd="0" destOrd="0" presId="urn:microsoft.com/office/officeart/2018/2/layout/IconCircleList"/>
    <dgm:cxn modelId="{74A46156-1953-4480-80EB-FD3CBFF40618}" type="presParOf" srcId="{957A83A7-B3E2-4020-8121-436E5967EAA2}" destId="{2E8250AC-0C3B-463F-B587-93C446F6EFE7}" srcOrd="0" destOrd="0" presId="urn:microsoft.com/office/officeart/2018/2/layout/IconCircleList"/>
    <dgm:cxn modelId="{662BE824-670C-421B-8603-9C527D6DA35D}" type="presParOf" srcId="{2E8250AC-0C3B-463F-B587-93C446F6EFE7}" destId="{4D7AD103-CC64-47F0-8577-38002E765EF8}" srcOrd="0" destOrd="0" presId="urn:microsoft.com/office/officeart/2018/2/layout/IconCircleList"/>
    <dgm:cxn modelId="{D4720AB9-964E-47A8-AC13-2BC21B549DDC}" type="presParOf" srcId="{4D7AD103-CC64-47F0-8577-38002E765EF8}" destId="{1B844844-AAEB-452D-AC94-03027879D0B2}" srcOrd="0" destOrd="0" presId="urn:microsoft.com/office/officeart/2018/2/layout/IconCircleList"/>
    <dgm:cxn modelId="{2FEA2DC4-1E82-4BB3-AA2F-5A9D920B33A1}" type="presParOf" srcId="{4D7AD103-CC64-47F0-8577-38002E765EF8}" destId="{A5A925BE-FC31-45CA-8709-323FEA58310F}" srcOrd="1" destOrd="0" presId="urn:microsoft.com/office/officeart/2018/2/layout/IconCircleList"/>
    <dgm:cxn modelId="{6E96A9A5-D160-42D6-A1AC-B689C4AE74CB}" type="presParOf" srcId="{4D7AD103-CC64-47F0-8577-38002E765EF8}" destId="{74FE9A8C-AE3D-42AE-B6FD-6042BD091062}" srcOrd="2" destOrd="0" presId="urn:microsoft.com/office/officeart/2018/2/layout/IconCircleList"/>
    <dgm:cxn modelId="{88F762DD-7106-4A69-89F3-47A1A754E9B4}" type="presParOf" srcId="{4D7AD103-CC64-47F0-8577-38002E765EF8}" destId="{54F11D95-EBC7-4480-AE03-E0282509E776}" srcOrd="3" destOrd="0" presId="urn:microsoft.com/office/officeart/2018/2/layout/IconCircleList"/>
    <dgm:cxn modelId="{1CC654B0-CDF9-47BB-9273-3D4173B6D8B1}" type="presParOf" srcId="{2E8250AC-0C3B-463F-B587-93C446F6EFE7}" destId="{E9FD40E7-97BD-40E5-A6D4-3BE3D8238354}" srcOrd="1" destOrd="0" presId="urn:microsoft.com/office/officeart/2018/2/layout/IconCircleList"/>
    <dgm:cxn modelId="{CA11CEBD-6A80-4B07-B83E-001863C6FFF2}" type="presParOf" srcId="{2E8250AC-0C3B-463F-B587-93C446F6EFE7}" destId="{A3843FBE-4353-44C2-AB5E-BDEAC5E36B59}" srcOrd="2" destOrd="0" presId="urn:microsoft.com/office/officeart/2018/2/layout/IconCircleList"/>
    <dgm:cxn modelId="{8A16707C-5F79-40C7-87B2-CC2779588F1B}" type="presParOf" srcId="{A3843FBE-4353-44C2-AB5E-BDEAC5E36B59}" destId="{7D79B287-CEE2-46A1-800C-FF49FC916547}" srcOrd="0" destOrd="0" presId="urn:microsoft.com/office/officeart/2018/2/layout/IconCircleList"/>
    <dgm:cxn modelId="{1B45F7CE-2A91-4C0D-8396-3AA6C8820F76}" type="presParOf" srcId="{A3843FBE-4353-44C2-AB5E-BDEAC5E36B59}" destId="{32033164-E814-4E4B-9987-A855A24ECB2D}" srcOrd="1" destOrd="0" presId="urn:microsoft.com/office/officeart/2018/2/layout/IconCircleList"/>
    <dgm:cxn modelId="{D4F43130-38D3-4023-91AC-9E629C459CEB}" type="presParOf" srcId="{A3843FBE-4353-44C2-AB5E-BDEAC5E36B59}" destId="{5B3EADBC-9B4E-4E61-BD15-EE7A42FCBDA5}" srcOrd="2" destOrd="0" presId="urn:microsoft.com/office/officeart/2018/2/layout/IconCircleList"/>
    <dgm:cxn modelId="{FF878CEB-C126-4D14-A112-B5DF0E9E34C2}" type="presParOf" srcId="{A3843FBE-4353-44C2-AB5E-BDEAC5E36B59}" destId="{8F6685BC-2D3E-4AFF-8DC1-7EF774BD1DF6}" srcOrd="3" destOrd="0" presId="urn:microsoft.com/office/officeart/2018/2/layout/IconCircleList"/>
    <dgm:cxn modelId="{0E662B55-8321-45BE-B556-599B5D3204F0}" type="presParOf" srcId="{2E8250AC-0C3B-463F-B587-93C446F6EFE7}" destId="{98F2D4B2-DF75-4F51-A555-1813D3AE295E}" srcOrd="3" destOrd="0" presId="urn:microsoft.com/office/officeart/2018/2/layout/IconCircleList"/>
    <dgm:cxn modelId="{9E2070D9-2DBD-4381-8007-EC9F0EC0ABD5}" type="presParOf" srcId="{2E8250AC-0C3B-463F-B587-93C446F6EFE7}" destId="{D4900193-558C-4D0E-88F2-486A01543EBE}" srcOrd="4" destOrd="0" presId="urn:microsoft.com/office/officeart/2018/2/layout/IconCircleList"/>
    <dgm:cxn modelId="{7C8858CC-DEAD-4EE9-A1E2-72E3111D879C}" type="presParOf" srcId="{D4900193-558C-4D0E-88F2-486A01543EBE}" destId="{E54A36F3-1958-4988-AE81-FF854C6D15F8}" srcOrd="0" destOrd="0" presId="urn:microsoft.com/office/officeart/2018/2/layout/IconCircleList"/>
    <dgm:cxn modelId="{D748C6DB-E3D5-462B-B3E5-3614F9782025}" type="presParOf" srcId="{D4900193-558C-4D0E-88F2-486A01543EBE}" destId="{177053D2-5B37-4E44-B08B-081FF00AA43B}" srcOrd="1" destOrd="0" presId="urn:microsoft.com/office/officeart/2018/2/layout/IconCircleList"/>
    <dgm:cxn modelId="{4FE6C0DB-EAAB-4ED1-97F0-6337E6DED4ED}" type="presParOf" srcId="{D4900193-558C-4D0E-88F2-486A01543EBE}" destId="{E5FAA2E2-E213-4B0F-A18D-7BC5487E31A8}" srcOrd="2" destOrd="0" presId="urn:microsoft.com/office/officeart/2018/2/layout/IconCircleList"/>
    <dgm:cxn modelId="{2EEA0FA0-0E82-489F-90FB-20E3B3E055D5}" type="presParOf" srcId="{D4900193-558C-4D0E-88F2-486A01543EBE}" destId="{E48F6594-C1E7-451A-9F5E-E9A210DFE1A2}" srcOrd="3" destOrd="0" presId="urn:microsoft.com/office/officeart/2018/2/layout/IconCircleList"/>
    <dgm:cxn modelId="{21F0727D-A0B8-40C1-97B0-0622904F8B53}" type="presParOf" srcId="{2E8250AC-0C3B-463F-B587-93C446F6EFE7}" destId="{D6DA89D9-A0CB-4CE9-A9E1-6D3D60269551}" srcOrd="5" destOrd="0" presId="urn:microsoft.com/office/officeart/2018/2/layout/IconCircleList"/>
    <dgm:cxn modelId="{D6508A9F-F652-4D80-8FFC-9ED80AB54E10}" type="presParOf" srcId="{2E8250AC-0C3B-463F-B587-93C446F6EFE7}" destId="{75F3E6F0-085B-48A0-B9B3-A2F0D485B09A}" srcOrd="6" destOrd="0" presId="urn:microsoft.com/office/officeart/2018/2/layout/IconCircleList"/>
    <dgm:cxn modelId="{24FC29B3-25E6-4699-8A1D-4ACB94D6DE23}" type="presParOf" srcId="{75F3E6F0-085B-48A0-B9B3-A2F0D485B09A}" destId="{FD713935-C0EB-4863-AFEB-A8ECA6544110}" srcOrd="0" destOrd="0" presId="urn:microsoft.com/office/officeart/2018/2/layout/IconCircleList"/>
    <dgm:cxn modelId="{F3E241DF-0A91-4485-BAFF-A8BE1600900F}" type="presParOf" srcId="{75F3E6F0-085B-48A0-B9B3-A2F0D485B09A}" destId="{BDD885EA-7D87-4A1B-874B-7F913A622B3E}" srcOrd="1" destOrd="0" presId="urn:microsoft.com/office/officeart/2018/2/layout/IconCircleList"/>
    <dgm:cxn modelId="{FCD2C8FB-4E19-4384-8E06-B47B02DC8174}" type="presParOf" srcId="{75F3E6F0-085B-48A0-B9B3-A2F0D485B09A}" destId="{9CA6965F-1F7D-49A7-B8AD-04904E471F39}" srcOrd="2" destOrd="0" presId="urn:microsoft.com/office/officeart/2018/2/layout/IconCircleList"/>
    <dgm:cxn modelId="{9AD51833-CF7A-422F-9204-B5E0D9E8AC59}" type="presParOf" srcId="{75F3E6F0-085B-48A0-B9B3-A2F0D485B09A}" destId="{7E43816E-296D-4249-9470-92036360DC20}" srcOrd="3" destOrd="0" presId="urn:microsoft.com/office/officeart/2018/2/layout/IconCircleList"/>
    <dgm:cxn modelId="{F79E9CC8-4E89-4B2C-9619-CC8BDA241CA1}" type="presParOf" srcId="{2E8250AC-0C3B-463F-B587-93C446F6EFE7}" destId="{7D21D42C-D8E6-45A5-8B53-CA1885719AEB}" srcOrd="7" destOrd="0" presId="urn:microsoft.com/office/officeart/2018/2/layout/IconCircleList"/>
    <dgm:cxn modelId="{547B684D-7731-4522-AE41-3364A948B608}" type="presParOf" srcId="{2E8250AC-0C3B-463F-B587-93C446F6EFE7}" destId="{0BE78581-00D4-4B2D-91A5-9F1405E69719}" srcOrd="8" destOrd="0" presId="urn:microsoft.com/office/officeart/2018/2/layout/IconCircleList"/>
    <dgm:cxn modelId="{F9DA84C7-9E4C-41F5-9588-CD0E7221F3D1}" type="presParOf" srcId="{0BE78581-00D4-4B2D-91A5-9F1405E69719}" destId="{D928EBAA-0525-4494-A1C0-830374E71AD7}" srcOrd="0" destOrd="0" presId="urn:microsoft.com/office/officeart/2018/2/layout/IconCircleList"/>
    <dgm:cxn modelId="{CD86FC01-FDF7-4969-B22F-7C5F67943036}" type="presParOf" srcId="{0BE78581-00D4-4B2D-91A5-9F1405E69719}" destId="{6AE03B0F-FE62-4494-A3B8-25DA31E26FE7}" srcOrd="1" destOrd="0" presId="urn:microsoft.com/office/officeart/2018/2/layout/IconCircleList"/>
    <dgm:cxn modelId="{6BBB08B0-748A-4A56-9530-4904A75E1006}" type="presParOf" srcId="{0BE78581-00D4-4B2D-91A5-9F1405E69719}" destId="{0A294E02-AF4F-4535-949D-7F196DBB42C5}" srcOrd="2" destOrd="0" presId="urn:microsoft.com/office/officeart/2018/2/layout/IconCircleList"/>
    <dgm:cxn modelId="{DE43D532-082A-4D0A-A61F-91065A2F0275}" type="presParOf" srcId="{0BE78581-00D4-4B2D-91A5-9F1405E69719}" destId="{0B700C04-535A-4540-897D-2FDA5E2D08B2}" srcOrd="3" destOrd="0" presId="urn:microsoft.com/office/officeart/2018/2/layout/IconCircleList"/>
  </dgm:cxnLst>
  <dgm:bg/>
  <dgm:whole/>
  <dgm:extLst>
    <a:ext uri="http://schemas.microsoft.com/office/drawing/2008/diagram">
      <dsp:dataModelExt xmlns:dsp="http://schemas.microsoft.com/office/drawing/2008/diagram" relId="rId6" minVer="http://schemas.openxmlformats.org/drawingml/2006/diagram"/>
    </a:ext>
  </dgm:extLst>
</dgm:dataModel>
</file>

<file path=ppt/diagrams/data3.xml><?xml version="1.0" encoding="utf-8"?>
<dgm:dataModel xmlns:dgm="http://schemas.openxmlformats.org/drawingml/2006/diagram" xmlns:a="http://schemas.openxmlformats.org/drawingml/2006/main">
  <dgm:ptLst>
    <dgm:pt modelId="{229F59BC-AB00-4F8C-90F7-ABF1BAA22122}" type="doc">
      <dgm:prSet loTypeId="urn:microsoft.com/office/officeart/2005/8/layout/vList2" loCatId="list" qsTypeId="urn:microsoft.com/office/officeart/2005/8/quickstyle/simple1" qsCatId="simple" csTypeId="urn:microsoft.com/office/officeart/2005/8/colors/colorful5" csCatId="colorful"/>
      <dgm:spPr/>
      <dgm:t>
        <a:bodyPr/>
        <a:lstStyle/>
        <a:p>
          <a:endParaRPr lang="en-US"/>
        </a:p>
      </dgm:t>
    </dgm:pt>
    <dgm:pt modelId="{B7D7BA56-9AB6-4393-8817-34C199A0F589}">
      <dgm:prSet custT="1"/>
      <dgm:spPr/>
      <dgm:t>
        <a:bodyPr/>
        <a:lstStyle/>
        <a:p>
          <a:r>
            <a:rPr lang="en-US" sz="2800" dirty="0">
              <a:latin typeface="Calibri" panose="020F0502020204030204" pitchFamily="34" charset="0"/>
              <a:ea typeface="Calibri" panose="020F0502020204030204" pitchFamily="34" charset="0"/>
              <a:cs typeface="Calibri" panose="020F0502020204030204" pitchFamily="34" charset="0"/>
            </a:rPr>
            <a:t>Provisioned Mode</a:t>
          </a:r>
        </a:p>
      </dgm:t>
    </dgm:pt>
    <dgm:pt modelId="{551EC2B9-C4E5-4F2B-BDC7-FD4696A1FE01}" type="parTrans" cxnId="{AB55ECD3-628B-48CE-AF7C-441B698F7EF6}">
      <dgm:prSet/>
      <dgm:spPr/>
      <dgm:t>
        <a:bodyPr/>
        <a:lstStyle/>
        <a:p>
          <a:endParaRPr lang="en-US"/>
        </a:p>
      </dgm:t>
    </dgm:pt>
    <dgm:pt modelId="{565DD650-945A-43BD-9D29-C34F18271569}" type="sibTrans" cxnId="{AB55ECD3-628B-48CE-AF7C-441B698F7EF6}">
      <dgm:prSet/>
      <dgm:spPr/>
      <dgm:t>
        <a:bodyPr/>
        <a:lstStyle/>
        <a:p>
          <a:endParaRPr lang="en-US"/>
        </a:p>
      </dgm:t>
    </dgm:pt>
    <dgm:pt modelId="{4B071572-2B72-4962-8426-3D6DB6A4CBAE}">
      <dgm:prSet custT="1"/>
      <dgm:spPr/>
      <dgm:t>
        <a:bodyPr/>
        <a:lstStyle/>
        <a:p>
          <a:r>
            <a:rPr lang="en-US" sz="2400" dirty="0">
              <a:latin typeface="Calibri" panose="020F0502020204030204" pitchFamily="34" charset="0"/>
              <a:ea typeface="Calibri" panose="020F0502020204030204" pitchFamily="34" charset="0"/>
              <a:cs typeface="Calibri" panose="020F0502020204030204" pitchFamily="34" charset="0"/>
            </a:rPr>
            <a:t>You define read/write capacity units (RCUs/WCUs).</a:t>
          </a:r>
        </a:p>
      </dgm:t>
    </dgm:pt>
    <dgm:pt modelId="{9BFD1D93-1C61-4185-9E10-DE74A8C8605E}" type="parTrans" cxnId="{13ADEA0C-B503-4D6D-AFBF-36DFC1876EDC}">
      <dgm:prSet/>
      <dgm:spPr/>
      <dgm:t>
        <a:bodyPr/>
        <a:lstStyle/>
        <a:p>
          <a:endParaRPr lang="en-US"/>
        </a:p>
      </dgm:t>
    </dgm:pt>
    <dgm:pt modelId="{F3139FAA-1FA3-4712-B648-8D62B271E2A7}" type="sibTrans" cxnId="{13ADEA0C-B503-4D6D-AFBF-36DFC1876EDC}">
      <dgm:prSet/>
      <dgm:spPr/>
      <dgm:t>
        <a:bodyPr/>
        <a:lstStyle/>
        <a:p>
          <a:endParaRPr lang="en-US"/>
        </a:p>
      </dgm:t>
    </dgm:pt>
    <dgm:pt modelId="{3B4F9DEE-3829-4DFC-BE6B-AC91D38029B7}">
      <dgm:prSet custT="1"/>
      <dgm:spPr/>
      <dgm:t>
        <a:bodyPr/>
        <a:lstStyle/>
        <a:p>
          <a:r>
            <a:rPr lang="en-US" sz="2400" dirty="0">
              <a:latin typeface="Calibri" panose="020F0502020204030204" pitchFamily="34" charset="0"/>
              <a:ea typeface="Calibri" panose="020F0502020204030204" pitchFamily="34" charset="0"/>
              <a:cs typeface="Calibri" panose="020F0502020204030204" pitchFamily="34" charset="0"/>
            </a:rPr>
            <a:t>Suitable for predictable workloads.</a:t>
          </a:r>
        </a:p>
      </dgm:t>
    </dgm:pt>
    <dgm:pt modelId="{6250456C-31B5-4EB7-9A67-0B961F778B77}" type="parTrans" cxnId="{48219E41-8FED-40A4-AD8F-ADC63A810E33}">
      <dgm:prSet/>
      <dgm:spPr/>
      <dgm:t>
        <a:bodyPr/>
        <a:lstStyle/>
        <a:p>
          <a:endParaRPr lang="en-US"/>
        </a:p>
      </dgm:t>
    </dgm:pt>
    <dgm:pt modelId="{7F94DA1F-1E17-40DF-AA61-0AC8D03F069C}" type="sibTrans" cxnId="{48219E41-8FED-40A4-AD8F-ADC63A810E33}">
      <dgm:prSet/>
      <dgm:spPr/>
      <dgm:t>
        <a:bodyPr/>
        <a:lstStyle/>
        <a:p>
          <a:endParaRPr lang="en-US"/>
        </a:p>
      </dgm:t>
    </dgm:pt>
    <dgm:pt modelId="{65810846-04A0-481B-BFA0-4407510C0362}">
      <dgm:prSet custT="1"/>
      <dgm:spPr/>
      <dgm:t>
        <a:bodyPr/>
        <a:lstStyle/>
        <a:p>
          <a:r>
            <a:rPr lang="en-US" sz="2800" dirty="0">
              <a:latin typeface="Calibri" panose="020F0502020204030204" pitchFamily="34" charset="0"/>
              <a:ea typeface="Calibri" panose="020F0502020204030204" pitchFamily="34" charset="0"/>
              <a:cs typeface="Calibri" panose="020F0502020204030204" pitchFamily="34" charset="0"/>
            </a:rPr>
            <a:t>On-Demand Mode</a:t>
          </a:r>
        </a:p>
      </dgm:t>
    </dgm:pt>
    <dgm:pt modelId="{A6732612-A805-4A10-B81E-00253D90EA9B}" type="parTrans" cxnId="{34E4E5B1-7A84-444E-B1DE-F418B4E42C1A}">
      <dgm:prSet/>
      <dgm:spPr/>
      <dgm:t>
        <a:bodyPr/>
        <a:lstStyle/>
        <a:p>
          <a:endParaRPr lang="en-US"/>
        </a:p>
      </dgm:t>
    </dgm:pt>
    <dgm:pt modelId="{F0363B81-8D45-43AA-B630-2D707CBAD288}" type="sibTrans" cxnId="{34E4E5B1-7A84-444E-B1DE-F418B4E42C1A}">
      <dgm:prSet/>
      <dgm:spPr/>
      <dgm:t>
        <a:bodyPr/>
        <a:lstStyle/>
        <a:p>
          <a:endParaRPr lang="en-US"/>
        </a:p>
      </dgm:t>
    </dgm:pt>
    <dgm:pt modelId="{1C71EA26-8ED6-4D26-8FF0-7C6EC7858AF5}">
      <dgm:prSet custT="1"/>
      <dgm:spPr/>
      <dgm:t>
        <a:bodyPr/>
        <a:lstStyle/>
        <a:p>
          <a:r>
            <a:rPr lang="en-US" sz="2400" dirty="0">
              <a:latin typeface="Calibri" panose="020F0502020204030204" pitchFamily="34" charset="0"/>
              <a:ea typeface="Calibri" panose="020F0502020204030204" pitchFamily="34" charset="0"/>
              <a:cs typeface="Calibri" panose="020F0502020204030204" pitchFamily="34" charset="0"/>
            </a:rPr>
            <a:t>DynamoDB scales automatically based on demand.</a:t>
          </a:r>
        </a:p>
      </dgm:t>
    </dgm:pt>
    <dgm:pt modelId="{933AE6B9-114F-452E-86F7-EE60A9985AC0}" type="parTrans" cxnId="{0F62779B-19E4-40BF-BA19-27E6268284A0}">
      <dgm:prSet/>
      <dgm:spPr/>
      <dgm:t>
        <a:bodyPr/>
        <a:lstStyle/>
        <a:p>
          <a:endParaRPr lang="en-US"/>
        </a:p>
      </dgm:t>
    </dgm:pt>
    <dgm:pt modelId="{9893D7EB-02B7-4995-AAA2-A4BAFA392087}" type="sibTrans" cxnId="{0F62779B-19E4-40BF-BA19-27E6268284A0}">
      <dgm:prSet/>
      <dgm:spPr/>
      <dgm:t>
        <a:bodyPr/>
        <a:lstStyle/>
        <a:p>
          <a:endParaRPr lang="en-US"/>
        </a:p>
      </dgm:t>
    </dgm:pt>
    <dgm:pt modelId="{04E80D90-B7FB-4EF5-84B0-D92E8B1BCB08}">
      <dgm:prSet custT="1"/>
      <dgm:spPr/>
      <dgm:t>
        <a:bodyPr/>
        <a:lstStyle/>
        <a:p>
          <a:r>
            <a:rPr lang="en-US" sz="2400" dirty="0">
              <a:latin typeface="Calibri" panose="020F0502020204030204" pitchFamily="34" charset="0"/>
              <a:ea typeface="Calibri" panose="020F0502020204030204" pitchFamily="34" charset="0"/>
              <a:cs typeface="Calibri" panose="020F0502020204030204" pitchFamily="34" charset="0"/>
            </a:rPr>
            <a:t>Pay only for what you use.</a:t>
          </a:r>
        </a:p>
      </dgm:t>
    </dgm:pt>
    <dgm:pt modelId="{EA8EE240-09C1-4148-BC7D-9509DA894E5C}" type="parTrans" cxnId="{03AAEA58-972A-4347-9403-48544D408981}">
      <dgm:prSet/>
      <dgm:spPr/>
      <dgm:t>
        <a:bodyPr/>
        <a:lstStyle/>
        <a:p>
          <a:endParaRPr lang="en-US"/>
        </a:p>
      </dgm:t>
    </dgm:pt>
    <dgm:pt modelId="{5E3438FD-C9D1-47C6-9060-8B17D408B9E1}" type="sibTrans" cxnId="{03AAEA58-972A-4347-9403-48544D408981}">
      <dgm:prSet/>
      <dgm:spPr/>
      <dgm:t>
        <a:bodyPr/>
        <a:lstStyle/>
        <a:p>
          <a:endParaRPr lang="en-US"/>
        </a:p>
      </dgm:t>
    </dgm:pt>
    <dgm:pt modelId="{A1AEB3BE-B5A2-4673-BBEB-C5BDB10B13DE}" type="pres">
      <dgm:prSet presAssocID="{229F59BC-AB00-4F8C-90F7-ABF1BAA22122}" presName="linear" presStyleCnt="0">
        <dgm:presLayoutVars>
          <dgm:animLvl val="lvl"/>
          <dgm:resizeHandles val="exact"/>
        </dgm:presLayoutVars>
      </dgm:prSet>
      <dgm:spPr/>
    </dgm:pt>
    <dgm:pt modelId="{BAAD3BAA-9A9E-4195-B4B6-6F42891AF2C1}" type="pres">
      <dgm:prSet presAssocID="{B7D7BA56-9AB6-4393-8817-34C199A0F589}" presName="parentText" presStyleLbl="node1" presStyleIdx="0" presStyleCnt="2">
        <dgm:presLayoutVars>
          <dgm:chMax val="0"/>
          <dgm:bulletEnabled val="1"/>
        </dgm:presLayoutVars>
      </dgm:prSet>
      <dgm:spPr/>
    </dgm:pt>
    <dgm:pt modelId="{A21DAB47-9E8B-4010-A495-00FE8263CB4E}" type="pres">
      <dgm:prSet presAssocID="{B7D7BA56-9AB6-4393-8817-34C199A0F589}" presName="childText" presStyleLbl="revTx" presStyleIdx="0" presStyleCnt="2">
        <dgm:presLayoutVars>
          <dgm:bulletEnabled val="1"/>
        </dgm:presLayoutVars>
      </dgm:prSet>
      <dgm:spPr/>
    </dgm:pt>
    <dgm:pt modelId="{A1F1D9A3-04B9-4058-8A39-FD321C1369D6}" type="pres">
      <dgm:prSet presAssocID="{65810846-04A0-481B-BFA0-4407510C0362}" presName="parentText" presStyleLbl="node1" presStyleIdx="1" presStyleCnt="2">
        <dgm:presLayoutVars>
          <dgm:chMax val="0"/>
          <dgm:bulletEnabled val="1"/>
        </dgm:presLayoutVars>
      </dgm:prSet>
      <dgm:spPr/>
    </dgm:pt>
    <dgm:pt modelId="{E7DFBB47-A416-4064-A7AB-2C4EEF93A07D}" type="pres">
      <dgm:prSet presAssocID="{65810846-04A0-481B-BFA0-4407510C0362}" presName="childText" presStyleLbl="revTx" presStyleIdx="1" presStyleCnt="2">
        <dgm:presLayoutVars>
          <dgm:bulletEnabled val="1"/>
        </dgm:presLayoutVars>
      </dgm:prSet>
      <dgm:spPr/>
    </dgm:pt>
  </dgm:ptLst>
  <dgm:cxnLst>
    <dgm:cxn modelId="{13ADEA0C-B503-4D6D-AFBF-36DFC1876EDC}" srcId="{B7D7BA56-9AB6-4393-8817-34C199A0F589}" destId="{4B071572-2B72-4962-8426-3D6DB6A4CBAE}" srcOrd="0" destOrd="0" parTransId="{9BFD1D93-1C61-4185-9E10-DE74A8C8605E}" sibTransId="{F3139FAA-1FA3-4712-B648-8D62B271E2A7}"/>
    <dgm:cxn modelId="{ECD12516-A91B-4A42-B484-93A985327F6E}" type="presOf" srcId="{65810846-04A0-481B-BFA0-4407510C0362}" destId="{A1F1D9A3-04B9-4058-8A39-FD321C1369D6}" srcOrd="0" destOrd="0" presId="urn:microsoft.com/office/officeart/2005/8/layout/vList2"/>
    <dgm:cxn modelId="{13A6FB2D-DB9D-4146-808F-4706268E8B3B}" type="presOf" srcId="{1C71EA26-8ED6-4D26-8FF0-7C6EC7858AF5}" destId="{E7DFBB47-A416-4064-A7AB-2C4EEF93A07D}" srcOrd="0" destOrd="0" presId="urn:microsoft.com/office/officeart/2005/8/layout/vList2"/>
    <dgm:cxn modelId="{48219E41-8FED-40A4-AD8F-ADC63A810E33}" srcId="{B7D7BA56-9AB6-4393-8817-34C199A0F589}" destId="{3B4F9DEE-3829-4DFC-BE6B-AC91D38029B7}" srcOrd="1" destOrd="0" parTransId="{6250456C-31B5-4EB7-9A67-0B961F778B77}" sibTransId="{7F94DA1F-1E17-40DF-AA61-0AC8D03F069C}"/>
    <dgm:cxn modelId="{E3BDB06D-9EDC-43DB-A7C9-A5CEA6327701}" type="presOf" srcId="{4B071572-2B72-4962-8426-3D6DB6A4CBAE}" destId="{A21DAB47-9E8B-4010-A495-00FE8263CB4E}" srcOrd="0" destOrd="0" presId="urn:microsoft.com/office/officeart/2005/8/layout/vList2"/>
    <dgm:cxn modelId="{03AAEA58-972A-4347-9403-48544D408981}" srcId="{65810846-04A0-481B-BFA0-4407510C0362}" destId="{04E80D90-B7FB-4EF5-84B0-D92E8B1BCB08}" srcOrd="1" destOrd="0" parTransId="{EA8EE240-09C1-4148-BC7D-9509DA894E5C}" sibTransId="{5E3438FD-C9D1-47C6-9060-8B17D408B9E1}"/>
    <dgm:cxn modelId="{A5755F5A-D32E-4C45-A45F-D5DC36BA49D8}" type="presOf" srcId="{04E80D90-B7FB-4EF5-84B0-D92E8B1BCB08}" destId="{E7DFBB47-A416-4064-A7AB-2C4EEF93A07D}" srcOrd="0" destOrd="1" presId="urn:microsoft.com/office/officeart/2005/8/layout/vList2"/>
    <dgm:cxn modelId="{528B995A-8123-4E94-97A9-4FED7B4EE855}" type="presOf" srcId="{229F59BC-AB00-4F8C-90F7-ABF1BAA22122}" destId="{A1AEB3BE-B5A2-4673-BBEB-C5BDB10B13DE}" srcOrd="0" destOrd="0" presId="urn:microsoft.com/office/officeart/2005/8/layout/vList2"/>
    <dgm:cxn modelId="{0F62779B-19E4-40BF-BA19-27E6268284A0}" srcId="{65810846-04A0-481B-BFA0-4407510C0362}" destId="{1C71EA26-8ED6-4D26-8FF0-7C6EC7858AF5}" srcOrd="0" destOrd="0" parTransId="{933AE6B9-114F-452E-86F7-EE60A9985AC0}" sibTransId="{9893D7EB-02B7-4995-AAA2-A4BAFA392087}"/>
    <dgm:cxn modelId="{446E09A2-7FF2-4012-8D7A-44399B2CBE89}" type="presOf" srcId="{B7D7BA56-9AB6-4393-8817-34C199A0F589}" destId="{BAAD3BAA-9A9E-4195-B4B6-6F42891AF2C1}" srcOrd="0" destOrd="0" presId="urn:microsoft.com/office/officeart/2005/8/layout/vList2"/>
    <dgm:cxn modelId="{6E699BAE-82B3-46DF-B4D8-EC90BC7FF6EC}" type="presOf" srcId="{3B4F9DEE-3829-4DFC-BE6B-AC91D38029B7}" destId="{A21DAB47-9E8B-4010-A495-00FE8263CB4E}" srcOrd="0" destOrd="1" presId="urn:microsoft.com/office/officeart/2005/8/layout/vList2"/>
    <dgm:cxn modelId="{34E4E5B1-7A84-444E-B1DE-F418B4E42C1A}" srcId="{229F59BC-AB00-4F8C-90F7-ABF1BAA22122}" destId="{65810846-04A0-481B-BFA0-4407510C0362}" srcOrd="1" destOrd="0" parTransId="{A6732612-A805-4A10-B81E-00253D90EA9B}" sibTransId="{F0363B81-8D45-43AA-B630-2D707CBAD288}"/>
    <dgm:cxn modelId="{AB55ECD3-628B-48CE-AF7C-441B698F7EF6}" srcId="{229F59BC-AB00-4F8C-90F7-ABF1BAA22122}" destId="{B7D7BA56-9AB6-4393-8817-34C199A0F589}" srcOrd="0" destOrd="0" parTransId="{551EC2B9-C4E5-4F2B-BDC7-FD4696A1FE01}" sibTransId="{565DD650-945A-43BD-9D29-C34F18271569}"/>
    <dgm:cxn modelId="{C2212AD5-CC3A-44B8-9B52-ECCFA8B66411}" type="presParOf" srcId="{A1AEB3BE-B5A2-4673-BBEB-C5BDB10B13DE}" destId="{BAAD3BAA-9A9E-4195-B4B6-6F42891AF2C1}" srcOrd="0" destOrd="0" presId="urn:microsoft.com/office/officeart/2005/8/layout/vList2"/>
    <dgm:cxn modelId="{47A1AD47-BDCF-43B3-9C97-7E052614C70C}" type="presParOf" srcId="{A1AEB3BE-B5A2-4673-BBEB-C5BDB10B13DE}" destId="{A21DAB47-9E8B-4010-A495-00FE8263CB4E}" srcOrd="1" destOrd="0" presId="urn:microsoft.com/office/officeart/2005/8/layout/vList2"/>
    <dgm:cxn modelId="{F7B6214A-6818-4545-87DE-9A00AEC6EEEB}" type="presParOf" srcId="{A1AEB3BE-B5A2-4673-BBEB-C5BDB10B13DE}" destId="{A1F1D9A3-04B9-4058-8A39-FD321C1369D6}" srcOrd="2" destOrd="0" presId="urn:microsoft.com/office/officeart/2005/8/layout/vList2"/>
    <dgm:cxn modelId="{F1F2640F-0E8D-4645-9E01-1836B6B15ABC}" type="presParOf" srcId="{A1AEB3BE-B5A2-4673-BBEB-C5BDB10B13DE}" destId="{E7DFBB47-A416-4064-A7AB-2C4EEF93A07D}" srcOrd="3" destOrd="0" presId="urn:microsoft.com/office/officeart/2005/8/layout/vList2"/>
  </dgm:cxnLst>
  <dgm:bg/>
  <dgm:whole/>
  <dgm:extLst>
    <a:ext uri="http://schemas.microsoft.com/office/drawing/2008/diagram">
      <dsp:dataModelExt xmlns:dsp="http://schemas.microsoft.com/office/drawing/2008/diagram" relId="rId6" minVer="http://schemas.openxmlformats.org/drawingml/2006/diagram"/>
    </a:ext>
  </dgm:extLst>
</dgm:dataModel>
</file>

<file path=ppt/diagrams/drawing1.xml><?xml version="1.0" encoding="utf-8"?>
<dsp:drawing xmlns:dgm="http://schemas.openxmlformats.org/drawingml/2006/diagram" xmlns:dsp="http://schemas.microsoft.com/office/drawing/2008/diagram" xmlns:a="http://schemas.openxmlformats.org/drawingml/2006/main">
  <dsp:spTree>
    <dsp:nvGrpSpPr>
      <dsp:cNvPr id="0" name=""/>
      <dsp:cNvGrpSpPr/>
    </dsp:nvGrpSpPr>
    <dsp:grpSpPr/>
    <dsp:sp modelId="{0D09EF18-FA5C-4D68-9520-48AE24381504}">
      <dsp:nvSpPr>
        <dsp:cNvPr id="0" name=""/>
        <dsp:cNvSpPr/>
      </dsp:nvSpPr>
      <dsp:spPr>
        <a:xfrm>
          <a:off x="2899779" y="686484"/>
          <a:ext cx="530464" cy="91440"/>
        </a:xfrm>
        <a:custGeom>
          <a:avLst/>
          <a:gdLst/>
          <a:ahLst/>
          <a:cxnLst/>
          <a:rect l="0" t="0" r="0" b="0"/>
          <a:pathLst>
            <a:path>
              <a:moveTo>
                <a:pt x="0" y="45720"/>
              </a:moveTo>
              <a:lnTo>
                <a:pt x="530464" y="45720"/>
              </a:lnTo>
            </a:path>
          </a:pathLst>
        </a:custGeom>
        <a:noFill/>
        <a:ln w="12700" cap="flat" cmpd="sng" algn="ctr">
          <a:solidFill>
            <a:schemeClr val="accent2">
              <a:hueOff val="0"/>
              <a:satOff val="0"/>
              <a:lumOff val="0"/>
              <a:alphaOff val="0"/>
            </a:schemeClr>
          </a:solidFill>
          <a:prstDash val="solid"/>
          <a:miter lim="800000"/>
          <a:tailEnd type="arrow"/>
        </a:ln>
        <a:effectLst/>
      </dsp:spPr>
      <dsp:style>
        <a:lnRef idx="1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12700" tIns="0" rIns="12700" bIns="0" numCol="1" spcCol="1270" anchor="ctr" anchorCtr="0">
          <a:noAutofit/>
        </a:bodyPr>
        <a:lstStyle/>
        <a:p>
          <a:pPr marL="0" lvl="0" indent="0" algn="ctr" defTabSz="2222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endParaRPr lang="en-US" sz="500" kern="1200"/>
        </a:p>
      </dsp:txBody>
      <dsp:txXfrm>
        <a:off x="3150985" y="729398"/>
        <a:ext cx="28053" cy="5610"/>
      </dsp:txXfrm>
    </dsp:sp>
    <dsp:sp modelId="{4C27C2BF-C1A1-467A-85FC-B1A65AC8F3D2}">
      <dsp:nvSpPr>
        <dsp:cNvPr id="0" name=""/>
        <dsp:cNvSpPr/>
      </dsp:nvSpPr>
      <dsp:spPr>
        <a:xfrm>
          <a:off x="462167" y="380"/>
          <a:ext cx="2439412" cy="1463647"/>
        </a:xfrm>
        <a:prstGeom prst="rect">
          <a:avLst/>
        </a:prstGeom>
        <a:solidFill>
          <a:schemeClr val="accent2">
            <a:hueOff val="0"/>
            <a:satOff val="0"/>
            <a:lumOff val="0"/>
            <a:alphaOff val="0"/>
          </a:schemeClr>
        </a:solidFill>
        <a:ln w="1905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119533" tIns="125471" rIns="119533" bIns="125471" numCol="1" spcCol="1270" anchor="ctr" anchorCtr="0">
          <a:noAutofit/>
        </a:bodyPr>
        <a:lstStyle/>
        <a:p>
          <a:pPr marL="0" lvl="0" indent="0" algn="ctr" defTabSz="7556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  <a:defRPr cap="all"/>
          </a:pPr>
          <a:r>
            <a:rPr lang="en-US" sz="1700" i="0" kern="1200" baseline="0" dirty="0"/>
            <a:t>NoSQL database </a:t>
          </a:r>
          <a:endParaRPr lang="en-US" sz="1700" kern="1200" dirty="0"/>
        </a:p>
      </dsp:txBody>
      <dsp:txXfrm>
        <a:off x="462167" y="380"/>
        <a:ext cx="2439412" cy="1463647"/>
      </dsp:txXfrm>
    </dsp:sp>
    <dsp:sp modelId="{D4CEB8BD-81CF-42B5-A365-2388ADE99325}">
      <dsp:nvSpPr>
        <dsp:cNvPr id="0" name=""/>
        <dsp:cNvSpPr/>
      </dsp:nvSpPr>
      <dsp:spPr>
        <a:xfrm>
          <a:off x="1681873" y="1462227"/>
          <a:ext cx="3000476" cy="530464"/>
        </a:xfrm>
        <a:custGeom>
          <a:avLst/>
          <a:gdLst/>
          <a:ahLst/>
          <a:cxnLst/>
          <a:rect l="0" t="0" r="0" b="0"/>
          <a:pathLst>
            <a:path>
              <a:moveTo>
                <a:pt x="3000476" y="0"/>
              </a:moveTo>
              <a:lnTo>
                <a:pt x="3000476" y="282332"/>
              </a:lnTo>
              <a:lnTo>
                <a:pt x="0" y="282332"/>
              </a:lnTo>
              <a:lnTo>
                <a:pt x="0" y="530464"/>
              </a:lnTo>
            </a:path>
          </a:pathLst>
        </a:custGeom>
        <a:noFill/>
        <a:ln w="12700" cap="flat" cmpd="sng" algn="ctr">
          <a:solidFill>
            <a:schemeClr val="accent3">
              <a:hueOff val="0"/>
              <a:satOff val="0"/>
              <a:lumOff val="0"/>
              <a:alphaOff val="0"/>
            </a:schemeClr>
          </a:solidFill>
          <a:prstDash val="solid"/>
          <a:miter lim="800000"/>
          <a:tailEnd type="arrow"/>
        </a:ln>
        <a:effectLst/>
      </dsp:spPr>
      <dsp:style>
        <a:lnRef idx="1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12700" tIns="0" rIns="12700" bIns="0" numCol="1" spcCol="1270" anchor="ctr" anchorCtr="0">
          <a:noAutofit/>
        </a:bodyPr>
        <a:lstStyle/>
        <a:p>
          <a:pPr marL="0" lvl="0" indent="0" algn="ctr" defTabSz="2222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endParaRPr lang="en-US" sz="500" kern="1200"/>
        </a:p>
      </dsp:txBody>
      <dsp:txXfrm>
        <a:off x="3105799" y="1724654"/>
        <a:ext cx="152624" cy="5610"/>
      </dsp:txXfrm>
    </dsp:sp>
    <dsp:sp modelId="{3AF056E4-3304-4D34-A327-DAF801BF23B6}">
      <dsp:nvSpPr>
        <dsp:cNvPr id="0" name=""/>
        <dsp:cNvSpPr/>
      </dsp:nvSpPr>
      <dsp:spPr>
        <a:xfrm>
          <a:off x="3462644" y="380"/>
          <a:ext cx="2439412" cy="1463647"/>
        </a:xfrm>
        <a:prstGeom prst="rect">
          <a:avLst/>
        </a:prstGeom>
        <a:solidFill>
          <a:schemeClr val="accent3">
            <a:hueOff val="0"/>
            <a:satOff val="0"/>
            <a:lumOff val="0"/>
            <a:alphaOff val="0"/>
          </a:schemeClr>
        </a:solidFill>
        <a:ln w="1905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119533" tIns="125471" rIns="119533" bIns="125471" numCol="1" spcCol="1270" anchor="ctr" anchorCtr="0">
          <a:noAutofit/>
        </a:bodyPr>
        <a:lstStyle/>
        <a:p>
          <a:pPr marL="0" lvl="0" indent="0" algn="ctr" defTabSz="7556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  <a:defRPr cap="all"/>
          </a:pPr>
          <a:r>
            <a:rPr lang="en-US" sz="1700" i="0" kern="1200" baseline="0" dirty="0"/>
            <a:t>Fully managed – AWS</a:t>
          </a:r>
          <a:endParaRPr lang="en-US" sz="1700" kern="1200" dirty="0"/>
        </a:p>
      </dsp:txBody>
      <dsp:txXfrm>
        <a:off x="3462644" y="380"/>
        <a:ext cx="2439412" cy="1463647"/>
      </dsp:txXfrm>
    </dsp:sp>
    <dsp:sp modelId="{1ADF7AD3-AD0A-4807-86BE-2E272780A3BA}">
      <dsp:nvSpPr>
        <dsp:cNvPr id="0" name=""/>
        <dsp:cNvSpPr/>
      </dsp:nvSpPr>
      <dsp:spPr>
        <a:xfrm>
          <a:off x="2899779" y="2711196"/>
          <a:ext cx="530464" cy="91440"/>
        </a:xfrm>
        <a:custGeom>
          <a:avLst/>
          <a:gdLst/>
          <a:ahLst/>
          <a:cxnLst/>
          <a:rect l="0" t="0" r="0" b="0"/>
          <a:pathLst>
            <a:path>
              <a:moveTo>
                <a:pt x="0" y="45720"/>
              </a:moveTo>
              <a:lnTo>
                <a:pt x="530464" y="45720"/>
              </a:lnTo>
            </a:path>
          </a:pathLst>
        </a:custGeom>
        <a:noFill/>
        <a:ln w="12700" cap="flat" cmpd="sng" algn="ctr">
          <a:solidFill>
            <a:schemeClr val="accent4">
              <a:hueOff val="0"/>
              <a:satOff val="0"/>
              <a:lumOff val="0"/>
              <a:alphaOff val="0"/>
            </a:schemeClr>
          </a:solidFill>
          <a:prstDash val="solid"/>
          <a:miter lim="800000"/>
          <a:tailEnd type="arrow"/>
        </a:ln>
        <a:effectLst/>
      </dsp:spPr>
      <dsp:style>
        <a:lnRef idx="1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12700" tIns="0" rIns="12700" bIns="0" numCol="1" spcCol="1270" anchor="ctr" anchorCtr="0">
          <a:noAutofit/>
        </a:bodyPr>
        <a:lstStyle/>
        <a:p>
          <a:pPr marL="0" lvl="0" indent="0" algn="ctr" defTabSz="2222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endParaRPr lang="en-US" sz="500" kern="1200"/>
        </a:p>
      </dsp:txBody>
      <dsp:txXfrm>
        <a:off x="3150985" y="2754110"/>
        <a:ext cx="28053" cy="5610"/>
      </dsp:txXfrm>
    </dsp:sp>
    <dsp:sp modelId="{ECE49D3C-BBDD-4FE0-A4FD-F1C37C0D8F22}">
      <dsp:nvSpPr>
        <dsp:cNvPr id="0" name=""/>
        <dsp:cNvSpPr/>
      </dsp:nvSpPr>
      <dsp:spPr>
        <a:xfrm>
          <a:off x="462167" y="2025092"/>
          <a:ext cx="2439412" cy="1463647"/>
        </a:xfrm>
        <a:prstGeom prst="rect">
          <a:avLst/>
        </a:prstGeom>
        <a:solidFill>
          <a:schemeClr val="accent4">
            <a:hueOff val="0"/>
            <a:satOff val="0"/>
            <a:lumOff val="0"/>
            <a:alphaOff val="0"/>
          </a:schemeClr>
        </a:solidFill>
        <a:ln w="1905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119533" tIns="125471" rIns="119533" bIns="125471" numCol="1" spcCol="1270" anchor="ctr" anchorCtr="0">
          <a:noAutofit/>
        </a:bodyPr>
        <a:lstStyle/>
        <a:p>
          <a:pPr marL="0" lvl="0" indent="0" algn="ctr" defTabSz="7556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  <a:defRPr cap="all"/>
          </a:pPr>
          <a:r>
            <a:rPr lang="en-US" sz="1700" i="0" kern="1200" baseline="0" dirty="0"/>
            <a:t>High performance</a:t>
          </a:r>
          <a:endParaRPr lang="en-US" sz="1700" kern="1200" dirty="0"/>
        </a:p>
      </dsp:txBody>
      <dsp:txXfrm>
        <a:off x="462167" y="2025092"/>
        <a:ext cx="2439412" cy="1463647"/>
      </dsp:txXfrm>
    </dsp:sp>
    <dsp:sp modelId="{6A747315-A0A9-41AE-A20F-4BDE76595D16}">
      <dsp:nvSpPr>
        <dsp:cNvPr id="0" name=""/>
        <dsp:cNvSpPr/>
      </dsp:nvSpPr>
      <dsp:spPr>
        <a:xfrm>
          <a:off x="1681873" y="3486939"/>
          <a:ext cx="3000476" cy="530464"/>
        </a:xfrm>
        <a:custGeom>
          <a:avLst/>
          <a:gdLst/>
          <a:ahLst/>
          <a:cxnLst/>
          <a:rect l="0" t="0" r="0" b="0"/>
          <a:pathLst>
            <a:path>
              <a:moveTo>
                <a:pt x="3000476" y="0"/>
              </a:moveTo>
              <a:lnTo>
                <a:pt x="3000476" y="282332"/>
              </a:lnTo>
              <a:lnTo>
                <a:pt x="0" y="282332"/>
              </a:lnTo>
              <a:lnTo>
                <a:pt x="0" y="530464"/>
              </a:lnTo>
            </a:path>
          </a:pathLst>
        </a:custGeom>
        <a:noFill/>
        <a:ln w="12700" cap="flat" cmpd="sng" algn="ctr">
          <a:solidFill>
            <a:schemeClr val="accent5">
              <a:hueOff val="0"/>
              <a:satOff val="0"/>
              <a:lumOff val="0"/>
              <a:alphaOff val="0"/>
            </a:schemeClr>
          </a:solidFill>
          <a:prstDash val="solid"/>
          <a:miter lim="800000"/>
          <a:tailEnd type="arrow"/>
        </a:ln>
        <a:effectLst/>
      </dsp:spPr>
      <dsp:style>
        <a:lnRef idx="1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12700" tIns="0" rIns="12700" bIns="0" numCol="1" spcCol="1270" anchor="ctr" anchorCtr="0">
          <a:noAutofit/>
        </a:bodyPr>
        <a:lstStyle/>
        <a:p>
          <a:pPr marL="0" lvl="0" indent="0" algn="ctr" defTabSz="2222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endParaRPr lang="en-US" sz="500" kern="1200"/>
        </a:p>
      </dsp:txBody>
      <dsp:txXfrm>
        <a:off x="3105799" y="3749366"/>
        <a:ext cx="152624" cy="5610"/>
      </dsp:txXfrm>
    </dsp:sp>
    <dsp:sp modelId="{1146E8A1-7DAD-4BA3-9346-3C121FD5CE18}">
      <dsp:nvSpPr>
        <dsp:cNvPr id="0" name=""/>
        <dsp:cNvSpPr/>
      </dsp:nvSpPr>
      <dsp:spPr>
        <a:xfrm>
          <a:off x="3462644" y="2025092"/>
          <a:ext cx="2439412" cy="1463647"/>
        </a:xfrm>
        <a:prstGeom prst="rect">
          <a:avLst/>
        </a:prstGeom>
        <a:solidFill>
          <a:schemeClr val="accent5">
            <a:hueOff val="0"/>
            <a:satOff val="0"/>
            <a:lumOff val="0"/>
            <a:alphaOff val="0"/>
          </a:schemeClr>
        </a:solidFill>
        <a:ln w="1905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119533" tIns="125471" rIns="119533" bIns="125471" numCol="1" spcCol="1270" anchor="ctr" anchorCtr="0">
          <a:noAutofit/>
        </a:bodyPr>
        <a:lstStyle/>
        <a:p>
          <a:pPr marL="0" lvl="0" indent="0" algn="ctr" defTabSz="7556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  <a:defRPr cap="all"/>
          </a:pPr>
          <a:r>
            <a:rPr lang="en-US" sz="1700" i="0" kern="1200" baseline="0" dirty="0"/>
            <a:t>Automatic scaling based on workload.</a:t>
          </a:r>
          <a:endParaRPr lang="en-US" sz="1700" kern="1200" dirty="0"/>
        </a:p>
      </dsp:txBody>
      <dsp:txXfrm>
        <a:off x="3462644" y="2025092"/>
        <a:ext cx="2439412" cy="1463647"/>
      </dsp:txXfrm>
    </dsp:sp>
    <dsp:sp modelId="{5BA7C525-EAA0-4E42-99C8-43BF30875829}">
      <dsp:nvSpPr>
        <dsp:cNvPr id="0" name=""/>
        <dsp:cNvSpPr/>
      </dsp:nvSpPr>
      <dsp:spPr>
        <a:xfrm>
          <a:off x="462167" y="4049804"/>
          <a:ext cx="2439412" cy="1463647"/>
        </a:xfrm>
        <a:prstGeom prst="rect">
          <a:avLst/>
        </a:prstGeom>
        <a:solidFill>
          <a:schemeClr val="accent6">
            <a:hueOff val="0"/>
            <a:satOff val="0"/>
            <a:lumOff val="0"/>
            <a:alphaOff val="0"/>
          </a:schemeClr>
        </a:solidFill>
        <a:ln w="1905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119533" tIns="125471" rIns="119533" bIns="125471" numCol="1" spcCol="1270" anchor="ctr" anchorCtr="0">
          <a:noAutofit/>
        </a:bodyPr>
        <a:lstStyle/>
        <a:p>
          <a:pPr marL="0" lvl="0" indent="0" algn="ctr" defTabSz="7556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  <a:defRPr cap="all"/>
          </a:pPr>
          <a:r>
            <a:rPr lang="en-US" sz="1700" i="0" kern="1200" baseline="0" dirty="0"/>
            <a:t>Highly available and durable with data replication across multiple AZs.</a:t>
          </a:r>
          <a:endParaRPr lang="en-US" sz="1700" kern="1200" dirty="0"/>
        </a:p>
      </dsp:txBody>
      <dsp:txXfrm>
        <a:off x="462167" y="4049804"/>
        <a:ext cx="2439412" cy="1463647"/>
      </dsp:txXfrm>
    </dsp:sp>
  </dsp:spTree>
</dsp:drawing>
</file>

<file path=ppt/diagrams/drawing2.xml><?xml version="1.0" encoding="utf-8"?>
<dsp:drawing xmlns:dgm="http://schemas.openxmlformats.org/drawingml/2006/diagram" xmlns:dsp="http://schemas.microsoft.com/office/drawing/2008/diagram" xmlns:a="http://schemas.openxmlformats.org/drawingml/2006/main">
  <dsp:spTree>
    <dsp:nvGrpSpPr>
      <dsp:cNvPr id="0" name=""/>
      <dsp:cNvGrpSpPr/>
    </dsp:nvGrpSpPr>
    <dsp:grpSpPr/>
    <dsp:sp modelId="{1B844844-AAEB-452D-AC94-03027879D0B2}">
      <dsp:nvSpPr>
        <dsp:cNvPr id="0" name=""/>
        <dsp:cNvSpPr/>
      </dsp:nvSpPr>
      <dsp:spPr>
        <a:xfrm>
          <a:off x="33945" y="586185"/>
          <a:ext cx="820241" cy="820241"/>
        </a:xfrm>
        <a:prstGeom prst="ellipse">
          <a:avLst/>
        </a:prstGeom>
        <a:solidFill>
          <a:schemeClr val="accent2">
            <a:hueOff val="0"/>
            <a:satOff val="0"/>
            <a:lumOff val="0"/>
            <a:alphaOff val="0"/>
          </a:schemeClr>
        </a:solidFill>
        <a:ln>
          <a:noFill/>
        </a:ln>
        <a:effectLst/>
      </dsp:spPr>
      <dsp:style>
        <a:lnRef idx="0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</dsp:sp>
    <dsp:sp modelId="{A5A925BE-FC31-45CA-8709-323FEA58310F}">
      <dsp:nvSpPr>
        <dsp:cNvPr id="0" name=""/>
        <dsp:cNvSpPr/>
      </dsp:nvSpPr>
      <dsp:spPr>
        <a:xfrm>
          <a:off x="206195" y="758436"/>
          <a:ext cx="475739" cy="475739"/>
        </a:xfrm>
        <a:prstGeom prst="rect">
          <a:avLst/>
        </a:prstGeom>
        <a:blipFill>
          <a:blip xmlns:r="http://schemas.openxmlformats.org/officeDocument/2006/relationships" r:embed="rId1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2"/>
              </a:ext>
            </a:extLst>
          </a:blip>
          <a:stretch>
            <a:fillRect/>
          </a:stretch>
        </a:blipFill>
        <a:ln w="19050" cap="flat" cmpd="sng" algn="ctr">
          <a:noFill/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  <dsp:sp modelId="{54F11D95-EBC7-4480-AE03-E0282509E776}">
      <dsp:nvSpPr>
        <dsp:cNvPr id="0" name=""/>
        <dsp:cNvSpPr/>
      </dsp:nvSpPr>
      <dsp:spPr>
        <a:xfrm>
          <a:off x="1029952" y="586185"/>
          <a:ext cx="1933425" cy="820241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0" tIns="0" rIns="0" bIns="0" numCol="1" spcCol="1270" anchor="ctr" anchorCtr="0">
          <a:noAutofit/>
        </a:bodyPr>
        <a:lstStyle/>
        <a:p>
          <a:pPr marL="0" lvl="0" indent="0" algn="l" defTabSz="8890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2000" i="0" kern="1200" baseline="0" dirty="0">
              <a:latin typeface="Calibri" panose="020F0502020204030204" pitchFamily="34" charset="0"/>
              <a:ea typeface="Calibri" panose="020F0502020204030204" pitchFamily="34" charset="0"/>
              <a:cs typeface="Calibri" panose="020F0502020204030204" pitchFamily="34" charset="0"/>
            </a:rPr>
            <a:t>Gaming leaderboards</a:t>
          </a:r>
          <a:endParaRPr lang="en-US" sz="2000" kern="1200" dirty="0">
            <a:latin typeface="Calibri" panose="020F0502020204030204" pitchFamily="34" charset="0"/>
            <a:ea typeface="Calibri" panose="020F0502020204030204" pitchFamily="34" charset="0"/>
            <a:cs typeface="Calibri" panose="020F0502020204030204" pitchFamily="34" charset="0"/>
          </a:endParaRPr>
        </a:p>
      </dsp:txBody>
      <dsp:txXfrm>
        <a:off x="1029952" y="586185"/>
        <a:ext cx="1933425" cy="820241"/>
      </dsp:txXfrm>
    </dsp:sp>
    <dsp:sp modelId="{7D79B287-CEE2-46A1-800C-FF49FC916547}">
      <dsp:nvSpPr>
        <dsp:cNvPr id="0" name=""/>
        <dsp:cNvSpPr/>
      </dsp:nvSpPr>
      <dsp:spPr>
        <a:xfrm>
          <a:off x="3300262" y="586185"/>
          <a:ext cx="820241" cy="820241"/>
        </a:xfrm>
        <a:prstGeom prst="ellipse">
          <a:avLst/>
        </a:prstGeom>
        <a:solidFill>
          <a:schemeClr val="accent3">
            <a:hueOff val="0"/>
            <a:satOff val="0"/>
            <a:lumOff val="0"/>
            <a:alphaOff val="0"/>
          </a:schemeClr>
        </a:solidFill>
        <a:ln>
          <a:noFill/>
        </a:ln>
        <a:effectLst/>
      </dsp:spPr>
      <dsp:style>
        <a:lnRef idx="0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</dsp:sp>
    <dsp:sp modelId="{32033164-E814-4E4B-9987-A855A24ECB2D}">
      <dsp:nvSpPr>
        <dsp:cNvPr id="0" name=""/>
        <dsp:cNvSpPr/>
      </dsp:nvSpPr>
      <dsp:spPr>
        <a:xfrm>
          <a:off x="3472512" y="758436"/>
          <a:ext cx="475739" cy="475739"/>
        </a:xfrm>
        <a:prstGeom prst="rect">
          <a:avLst/>
        </a:prstGeom>
        <a:blipFill>
          <a:blip xmlns:r="http://schemas.openxmlformats.org/officeDocument/2006/relationships" r:embed="rId3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4"/>
              </a:ext>
            </a:extLst>
          </a:blip>
          <a:stretch>
            <a:fillRect/>
          </a:stretch>
        </a:blipFill>
        <a:ln w="19050" cap="flat" cmpd="sng" algn="ctr">
          <a:noFill/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  <dsp:sp modelId="{8F6685BC-2D3E-4AFF-8DC1-7EF774BD1DF6}">
      <dsp:nvSpPr>
        <dsp:cNvPr id="0" name=""/>
        <dsp:cNvSpPr/>
      </dsp:nvSpPr>
      <dsp:spPr>
        <a:xfrm>
          <a:off x="4296269" y="586185"/>
          <a:ext cx="1933425" cy="820241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0" tIns="0" rIns="0" bIns="0" numCol="1" spcCol="1270" anchor="ctr" anchorCtr="0">
          <a:noAutofit/>
        </a:bodyPr>
        <a:lstStyle/>
        <a:p>
          <a:pPr marL="0" lvl="0" indent="0" algn="l" defTabSz="8890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2000" i="0" kern="1200" baseline="0" dirty="0">
              <a:latin typeface="Calibri" panose="020F0502020204030204" pitchFamily="34" charset="0"/>
              <a:ea typeface="Calibri" panose="020F0502020204030204" pitchFamily="34" charset="0"/>
              <a:cs typeface="Calibri" panose="020F0502020204030204" pitchFamily="34" charset="0"/>
            </a:rPr>
            <a:t>E-commerce catalogs and carts</a:t>
          </a:r>
          <a:endParaRPr lang="en-US" sz="2000" kern="1200" dirty="0">
            <a:latin typeface="Calibri" panose="020F0502020204030204" pitchFamily="34" charset="0"/>
            <a:ea typeface="Calibri" panose="020F0502020204030204" pitchFamily="34" charset="0"/>
            <a:cs typeface="Calibri" panose="020F0502020204030204" pitchFamily="34" charset="0"/>
          </a:endParaRPr>
        </a:p>
      </dsp:txBody>
      <dsp:txXfrm>
        <a:off x="4296269" y="586185"/>
        <a:ext cx="1933425" cy="820241"/>
      </dsp:txXfrm>
    </dsp:sp>
    <dsp:sp modelId="{E54A36F3-1958-4988-AE81-FF854C6D15F8}">
      <dsp:nvSpPr>
        <dsp:cNvPr id="0" name=""/>
        <dsp:cNvSpPr/>
      </dsp:nvSpPr>
      <dsp:spPr>
        <a:xfrm>
          <a:off x="33945" y="2342223"/>
          <a:ext cx="820241" cy="820241"/>
        </a:xfrm>
        <a:prstGeom prst="ellipse">
          <a:avLst/>
        </a:prstGeom>
        <a:solidFill>
          <a:schemeClr val="accent4">
            <a:hueOff val="0"/>
            <a:satOff val="0"/>
            <a:lumOff val="0"/>
            <a:alphaOff val="0"/>
          </a:schemeClr>
        </a:solidFill>
        <a:ln>
          <a:noFill/>
        </a:ln>
        <a:effectLst/>
      </dsp:spPr>
      <dsp:style>
        <a:lnRef idx="0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</dsp:sp>
    <dsp:sp modelId="{177053D2-5B37-4E44-B08B-081FF00AA43B}">
      <dsp:nvSpPr>
        <dsp:cNvPr id="0" name=""/>
        <dsp:cNvSpPr/>
      </dsp:nvSpPr>
      <dsp:spPr>
        <a:xfrm>
          <a:off x="206195" y="2514474"/>
          <a:ext cx="475739" cy="475739"/>
        </a:xfrm>
        <a:prstGeom prst="rect">
          <a:avLst/>
        </a:prstGeom>
        <a:blipFill>
          <a:blip xmlns:r="http://schemas.openxmlformats.org/officeDocument/2006/relationships" r:embed="rId5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6"/>
              </a:ext>
            </a:extLst>
          </a:blip>
          <a:stretch>
            <a:fillRect/>
          </a:stretch>
        </a:blipFill>
        <a:ln w="19050" cap="flat" cmpd="sng" algn="ctr">
          <a:noFill/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  <dsp:sp modelId="{E48F6594-C1E7-451A-9F5E-E9A210DFE1A2}">
      <dsp:nvSpPr>
        <dsp:cNvPr id="0" name=""/>
        <dsp:cNvSpPr/>
      </dsp:nvSpPr>
      <dsp:spPr>
        <a:xfrm>
          <a:off x="1029952" y="2342223"/>
          <a:ext cx="1933425" cy="820241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0" tIns="0" rIns="0" bIns="0" numCol="1" spcCol="1270" anchor="ctr" anchorCtr="0">
          <a:noAutofit/>
        </a:bodyPr>
        <a:lstStyle/>
        <a:p>
          <a:pPr marL="0" lvl="0" indent="0" algn="l" defTabSz="8890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2000" i="0" kern="1200" baseline="0">
              <a:latin typeface="Calibri" panose="020F0502020204030204" pitchFamily="34" charset="0"/>
              <a:ea typeface="Calibri" panose="020F0502020204030204" pitchFamily="34" charset="0"/>
              <a:cs typeface="Calibri" panose="020F0502020204030204" pitchFamily="34" charset="0"/>
            </a:rPr>
            <a:t>IoT device data storage</a:t>
          </a:r>
          <a:endParaRPr lang="en-US" sz="2000" kern="1200">
            <a:latin typeface="Calibri" panose="020F0502020204030204" pitchFamily="34" charset="0"/>
            <a:ea typeface="Calibri" panose="020F0502020204030204" pitchFamily="34" charset="0"/>
            <a:cs typeface="Calibri" panose="020F0502020204030204" pitchFamily="34" charset="0"/>
          </a:endParaRPr>
        </a:p>
      </dsp:txBody>
      <dsp:txXfrm>
        <a:off x="1029952" y="2342223"/>
        <a:ext cx="1933425" cy="820241"/>
      </dsp:txXfrm>
    </dsp:sp>
    <dsp:sp modelId="{FD713935-C0EB-4863-AFEB-A8ECA6544110}">
      <dsp:nvSpPr>
        <dsp:cNvPr id="0" name=""/>
        <dsp:cNvSpPr/>
      </dsp:nvSpPr>
      <dsp:spPr>
        <a:xfrm>
          <a:off x="3300262" y="2342223"/>
          <a:ext cx="820241" cy="820241"/>
        </a:xfrm>
        <a:prstGeom prst="ellipse">
          <a:avLst/>
        </a:prstGeom>
        <a:solidFill>
          <a:schemeClr val="accent5">
            <a:hueOff val="0"/>
            <a:satOff val="0"/>
            <a:lumOff val="0"/>
            <a:alphaOff val="0"/>
          </a:schemeClr>
        </a:solidFill>
        <a:ln>
          <a:noFill/>
        </a:ln>
        <a:effectLst/>
      </dsp:spPr>
      <dsp:style>
        <a:lnRef idx="0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</dsp:sp>
    <dsp:sp modelId="{BDD885EA-7D87-4A1B-874B-7F913A622B3E}">
      <dsp:nvSpPr>
        <dsp:cNvPr id="0" name=""/>
        <dsp:cNvSpPr/>
      </dsp:nvSpPr>
      <dsp:spPr>
        <a:xfrm>
          <a:off x="3472512" y="2514474"/>
          <a:ext cx="475739" cy="475739"/>
        </a:xfrm>
        <a:prstGeom prst="rect">
          <a:avLst/>
        </a:prstGeom>
        <a:blipFill>
          <a:blip xmlns:r="http://schemas.openxmlformats.org/officeDocument/2006/relationships" r:embed="rId7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8"/>
              </a:ext>
            </a:extLst>
          </a:blip>
          <a:stretch>
            <a:fillRect/>
          </a:stretch>
        </a:blipFill>
        <a:ln w="19050" cap="flat" cmpd="sng" algn="ctr">
          <a:noFill/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  <dsp:sp modelId="{7E43816E-296D-4249-9470-92036360DC20}">
      <dsp:nvSpPr>
        <dsp:cNvPr id="0" name=""/>
        <dsp:cNvSpPr/>
      </dsp:nvSpPr>
      <dsp:spPr>
        <a:xfrm>
          <a:off x="4296269" y="2342223"/>
          <a:ext cx="1933425" cy="820241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0" tIns="0" rIns="0" bIns="0" numCol="1" spcCol="1270" anchor="ctr" anchorCtr="0">
          <a:noAutofit/>
        </a:bodyPr>
        <a:lstStyle/>
        <a:p>
          <a:pPr marL="0" lvl="0" indent="0" algn="l" defTabSz="8890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2000" i="0" kern="1200" baseline="0">
              <a:latin typeface="Calibri" panose="020F0502020204030204" pitchFamily="34" charset="0"/>
              <a:ea typeface="Calibri" panose="020F0502020204030204" pitchFamily="34" charset="0"/>
              <a:cs typeface="Calibri" panose="020F0502020204030204" pitchFamily="34" charset="0"/>
            </a:rPr>
            <a:t>Real-time bidding platforms</a:t>
          </a:r>
          <a:endParaRPr lang="en-US" sz="2000" kern="1200">
            <a:latin typeface="Calibri" panose="020F0502020204030204" pitchFamily="34" charset="0"/>
            <a:ea typeface="Calibri" panose="020F0502020204030204" pitchFamily="34" charset="0"/>
            <a:cs typeface="Calibri" panose="020F0502020204030204" pitchFamily="34" charset="0"/>
          </a:endParaRPr>
        </a:p>
      </dsp:txBody>
      <dsp:txXfrm>
        <a:off x="4296269" y="2342223"/>
        <a:ext cx="1933425" cy="820241"/>
      </dsp:txXfrm>
    </dsp:sp>
    <dsp:sp modelId="{D928EBAA-0525-4494-A1C0-830374E71AD7}">
      <dsp:nvSpPr>
        <dsp:cNvPr id="0" name=""/>
        <dsp:cNvSpPr/>
      </dsp:nvSpPr>
      <dsp:spPr>
        <a:xfrm>
          <a:off x="33945" y="4098261"/>
          <a:ext cx="820241" cy="820241"/>
        </a:xfrm>
        <a:prstGeom prst="ellipse">
          <a:avLst/>
        </a:prstGeom>
        <a:solidFill>
          <a:schemeClr val="accent6">
            <a:hueOff val="0"/>
            <a:satOff val="0"/>
            <a:lumOff val="0"/>
            <a:alphaOff val="0"/>
          </a:schemeClr>
        </a:solidFill>
        <a:ln>
          <a:noFill/>
        </a:ln>
        <a:effectLst/>
      </dsp:spPr>
      <dsp:style>
        <a:lnRef idx="0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</dsp:sp>
    <dsp:sp modelId="{6AE03B0F-FE62-4494-A3B8-25DA31E26FE7}">
      <dsp:nvSpPr>
        <dsp:cNvPr id="0" name=""/>
        <dsp:cNvSpPr/>
      </dsp:nvSpPr>
      <dsp:spPr>
        <a:xfrm>
          <a:off x="206195" y="4270512"/>
          <a:ext cx="475739" cy="475739"/>
        </a:xfrm>
        <a:prstGeom prst="rect">
          <a:avLst/>
        </a:prstGeom>
        <a:blipFill>
          <a:blip xmlns:r="http://schemas.openxmlformats.org/officeDocument/2006/relationships" r:embed="rId9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10"/>
              </a:ext>
            </a:extLst>
          </a:blip>
          <a:stretch>
            <a:fillRect/>
          </a:stretch>
        </a:blipFill>
        <a:ln w="19050" cap="flat" cmpd="sng" algn="ctr">
          <a:noFill/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  <dsp:sp modelId="{0B700C04-535A-4540-897D-2FDA5E2D08B2}">
      <dsp:nvSpPr>
        <dsp:cNvPr id="0" name=""/>
        <dsp:cNvSpPr/>
      </dsp:nvSpPr>
      <dsp:spPr>
        <a:xfrm>
          <a:off x="1029952" y="4098261"/>
          <a:ext cx="1933425" cy="820241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0" tIns="0" rIns="0" bIns="0" numCol="1" spcCol="1270" anchor="ctr" anchorCtr="0">
          <a:noAutofit/>
        </a:bodyPr>
        <a:lstStyle/>
        <a:p>
          <a:pPr marL="0" lvl="0" indent="0" algn="l" defTabSz="8890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2000" i="0" kern="1200" baseline="0" dirty="0">
              <a:latin typeface="Calibri" panose="020F0502020204030204" pitchFamily="34" charset="0"/>
              <a:ea typeface="Calibri" panose="020F0502020204030204" pitchFamily="34" charset="0"/>
              <a:cs typeface="Calibri" panose="020F0502020204030204" pitchFamily="34" charset="0"/>
            </a:rPr>
            <a:t>Session management and user profiles</a:t>
          </a:r>
          <a:endParaRPr lang="en-US" sz="2000" kern="1200" dirty="0">
            <a:latin typeface="Calibri" panose="020F0502020204030204" pitchFamily="34" charset="0"/>
            <a:ea typeface="Calibri" panose="020F0502020204030204" pitchFamily="34" charset="0"/>
            <a:cs typeface="Calibri" panose="020F0502020204030204" pitchFamily="34" charset="0"/>
          </a:endParaRPr>
        </a:p>
      </dsp:txBody>
      <dsp:txXfrm>
        <a:off x="1029952" y="4098261"/>
        <a:ext cx="1933425" cy="820241"/>
      </dsp:txXfrm>
    </dsp:sp>
  </dsp:spTree>
</dsp:drawing>
</file>

<file path=ppt/diagrams/drawing3.xml><?xml version="1.0" encoding="utf-8"?>
<dsp:drawing xmlns:dgm="http://schemas.openxmlformats.org/drawingml/2006/diagram" xmlns:dsp="http://schemas.microsoft.com/office/drawing/2008/diagram" xmlns:a="http://schemas.openxmlformats.org/drawingml/2006/main">
  <dsp:spTree>
    <dsp:nvGrpSpPr>
      <dsp:cNvPr id="0" name=""/>
      <dsp:cNvGrpSpPr/>
    </dsp:nvGrpSpPr>
    <dsp:grpSpPr/>
    <dsp:sp modelId="{BAAD3BAA-9A9E-4195-B4B6-6F42891AF2C1}">
      <dsp:nvSpPr>
        <dsp:cNvPr id="0" name=""/>
        <dsp:cNvSpPr/>
      </dsp:nvSpPr>
      <dsp:spPr>
        <a:xfrm>
          <a:off x="0" y="396440"/>
          <a:ext cx="6364224" cy="1216800"/>
        </a:xfrm>
        <a:prstGeom prst="roundRect">
          <a:avLst/>
        </a:prstGeom>
        <a:solidFill>
          <a:schemeClr val="accent5">
            <a:hueOff val="0"/>
            <a:satOff val="0"/>
            <a:lumOff val="0"/>
            <a:alphaOff val="0"/>
          </a:schemeClr>
        </a:solidFill>
        <a:ln w="1905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106680" tIns="106680" rIns="106680" bIns="106680" numCol="1" spcCol="1270" anchor="ctr" anchorCtr="0">
          <a:noAutofit/>
        </a:bodyPr>
        <a:lstStyle/>
        <a:p>
          <a:pPr marL="0" lvl="0" indent="0" algn="l" defTabSz="12446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2800" kern="1200" dirty="0">
              <a:latin typeface="Calibri" panose="020F0502020204030204" pitchFamily="34" charset="0"/>
              <a:ea typeface="Calibri" panose="020F0502020204030204" pitchFamily="34" charset="0"/>
              <a:cs typeface="Calibri" panose="020F0502020204030204" pitchFamily="34" charset="0"/>
            </a:rPr>
            <a:t>Provisioned Mode</a:t>
          </a:r>
        </a:p>
      </dsp:txBody>
      <dsp:txXfrm>
        <a:off x="59399" y="455839"/>
        <a:ext cx="6245426" cy="1098002"/>
      </dsp:txXfrm>
    </dsp:sp>
    <dsp:sp modelId="{A21DAB47-9E8B-4010-A495-00FE8263CB4E}">
      <dsp:nvSpPr>
        <dsp:cNvPr id="0" name=""/>
        <dsp:cNvSpPr/>
      </dsp:nvSpPr>
      <dsp:spPr>
        <a:xfrm>
          <a:off x="0" y="1613241"/>
          <a:ext cx="6364224" cy="1143675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202064" tIns="30480" rIns="170688" bIns="30480" numCol="1" spcCol="1270" anchor="t" anchorCtr="0">
          <a:noAutofit/>
        </a:bodyPr>
        <a:lstStyle/>
        <a:p>
          <a:pPr marL="228600" lvl="1" indent="-228600" algn="l" defTabSz="1066800">
            <a:lnSpc>
              <a:spcPct val="90000"/>
            </a:lnSpc>
            <a:spcBef>
              <a:spcPct val="0"/>
            </a:spcBef>
            <a:spcAft>
              <a:spcPct val="20000"/>
            </a:spcAft>
            <a:buChar char="•"/>
          </a:pPr>
          <a:r>
            <a:rPr lang="en-US" sz="2400" kern="1200" dirty="0">
              <a:latin typeface="Calibri" panose="020F0502020204030204" pitchFamily="34" charset="0"/>
              <a:ea typeface="Calibri" panose="020F0502020204030204" pitchFamily="34" charset="0"/>
              <a:cs typeface="Calibri" panose="020F0502020204030204" pitchFamily="34" charset="0"/>
            </a:rPr>
            <a:t>You define read/write capacity units (RCUs/WCUs).</a:t>
          </a:r>
        </a:p>
        <a:p>
          <a:pPr marL="228600" lvl="1" indent="-228600" algn="l" defTabSz="1066800">
            <a:lnSpc>
              <a:spcPct val="90000"/>
            </a:lnSpc>
            <a:spcBef>
              <a:spcPct val="0"/>
            </a:spcBef>
            <a:spcAft>
              <a:spcPct val="20000"/>
            </a:spcAft>
            <a:buChar char="•"/>
          </a:pPr>
          <a:r>
            <a:rPr lang="en-US" sz="2400" kern="1200" dirty="0">
              <a:latin typeface="Calibri" panose="020F0502020204030204" pitchFamily="34" charset="0"/>
              <a:ea typeface="Calibri" panose="020F0502020204030204" pitchFamily="34" charset="0"/>
              <a:cs typeface="Calibri" panose="020F0502020204030204" pitchFamily="34" charset="0"/>
            </a:rPr>
            <a:t>Suitable for predictable workloads.</a:t>
          </a:r>
        </a:p>
      </dsp:txBody>
      <dsp:txXfrm>
        <a:off x="0" y="1613241"/>
        <a:ext cx="6364224" cy="1143675"/>
      </dsp:txXfrm>
    </dsp:sp>
    <dsp:sp modelId="{A1F1D9A3-04B9-4058-8A39-FD321C1369D6}">
      <dsp:nvSpPr>
        <dsp:cNvPr id="0" name=""/>
        <dsp:cNvSpPr/>
      </dsp:nvSpPr>
      <dsp:spPr>
        <a:xfrm>
          <a:off x="0" y="2756916"/>
          <a:ext cx="6364224" cy="1216800"/>
        </a:xfrm>
        <a:prstGeom prst="roundRect">
          <a:avLst/>
        </a:prstGeom>
        <a:solidFill>
          <a:schemeClr val="accent5">
            <a:hueOff val="-12152150"/>
            <a:satOff val="-826"/>
            <a:lumOff val="1961"/>
            <a:alphaOff val="0"/>
          </a:schemeClr>
        </a:solidFill>
        <a:ln w="1905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106680" tIns="106680" rIns="106680" bIns="106680" numCol="1" spcCol="1270" anchor="ctr" anchorCtr="0">
          <a:noAutofit/>
        </a:bodyPr>
        <a:lstStyle/>
        <a:p>
          <a:pPr marL="0" lvl="0" indent="0" algn="l" defTabSz="12446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2800" kern="1200" dirty="0">
              <a:latin typeface="Calibri" panose="020F0502020204030204" pitchFamily="34" charset="0"/>
              <a:ea typeface="Calibri" panose="020F0502020204030204" pitchFamily="34" charset="0"/>
              <a:cs typeface="Calibri" panose="020F0502020204030204" pitchFamily="34" charset="0"/>
            </a:rPr>
            <a:t>On-Demand Mode</a:t>
          </a:r>
        </a:p>
      </dsp:txBody>
      <dsp:txXfrm>
        <a:off x="59399" y="2816315"/>
        <a:ext cx="6245426" cy="1098002"/>
      </dsp:txXfrm>
    </dsp:sp>
    <dsp:sp modelId="{E7DFBB47-A416-4064-A7AB-2C4EEF93A07D}">
      <dsp:nvSpPr>
        <dsp:cNvPr id="0" name=""/>
        <dsp:cNvSpPr/>
      </dsp:nvSpPr>
      <dsp:spPr>
        <a:xfrm>
          <a:off x="0" y="3973716"/>
          <a:ext cx="6364224" cy="1143675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202064" tIns="30480" rIns="170688" bIns="30480" numCol="1" spcCol="1270" anchor="t" anchorCtr="0">
          <a:noAutofit/>
        </a:bodyPr>
        <a:lstStyle/>
        <a:p>
          <a:pPr marL="228600" lvl="1" indent="-228600" algn="l" defTabSz="1066800">
            <a:lnSpc>
              <a:spcPct val="90000"/>
            </a:lnSpc>
            <a:spcBef>
              <a:spcPct val="0"/>
            </a:spcBef>
            <a:spcAft>
              <a:spcPct val="20000"/>
            </a:spcAft>
            <a:buChar char="•"/>
          </a:pPr>
          <a:r>
            <a:rPr lang="en-US" sz="2400" kern="1200" dirty="0">
              <a:latin typeface="Calibri" panose="020F0502020204030204" pitchFamily="34" charset="0"/>
              <a:ea typeface="Calibri" panose="020F0502020204030204" pitchFamily="34" charset="0"/>
              <a:cs typeface="Calibri" panose="020F0502020204030204" pitchFamily="34" charset="0"/>
            </a:rPr>
            <a:t>DynamoDB scales automatically based on demand.</a:t>
          </a:r>
        </a:p>
        <a:p>
          <a:pPr marL="228600" lvl="1" indent="-228600" algn="l" defTabSz="1066800">
            <a:lnSpc>
              <a:spcPct val="90000"/>
            </a:lnSpc>
            <a:spcBef>
              <a:spcPct val="0"/>
            </a:spcBef>
            <a:spcAft>
              <a:spcPct val="20000"/>
            </a:spcAft>
            <a:buChar char="•"/>
          </a:pPr>
          <a:r>
            <a:rPr lang="en-US" sz="2400" kern="1200" dirty="0">
              <a:latin typeface="Calibri" panose="020F0502020204030204" pitchFamily="34" charset="0"/>
              <a:ea typeface="Calibri" panose="020F0502020204030204" pitchFamily="34" charset="0"/>
              <a:cs typeface="Calibri" panose="020F0502020204030204" pitchFamily="34" charset="0"/>
            </a:rPr>
            <a:t>Pay only for what you use.</a:t>
          </a:r>
        </a:p>
      </dsp:txBody>
      <dsp:txXfrm>
        <a:off x="0" y="3973716"/>
        <a:ext cx="6364224" cy="1143675"/>
      </dsp:txXfrm>
    </dsp:sp>
  </dsp:spTree>
</dsp:drawing>
</file>

<file path=ppt/diagrams/layout1.xml><?xml version="1.0" encoding="utf-8"?>
<dgm:layoutDef xmlns:dgm="http://schemas.openxmlformats.org/drawingml/2006/diagram" xmlns:a="http://schemas.openxmlformats.org/drawingml/2006/main" uniqueId="urn:microsoft.com/office/officeart/2016/7/layout/RepeatingBendingProcessNew">
  <dgm:title val="Repeating Bending Process New"/>
  <dgm:desc val=""/>
  <dgm:catLst>
    <dgm:cat type="process" pri="500"/>
  </dgm:catLst>
  <dgm:sampData>
    <dgm:dataModel>
      <dgm:ptLst>
        <dgm:pt modelId="0" type="doc"/>
        <dgm:pt modelId="1">
          <dgm:prSet phldr="1"/>
        </dgm:pt>
        <dgm:pt modelId="2">
          <dgm:prSet phldr="1"/>
        </dgm:pt>
        <dgm:pt modelId="3">
          <dgm:prSet phldr="1"/>
        </dgm:pt>
        <dgm:pt modelId="4">
          <dgm:prSet phldr="1"/>
        </dgm:pt>
        <dgm:pt modelId="5">
          <dgm:prSet phldr="1"/>
        </dgm:pt>
      </dgm:ptLst>
      <dgm:cxnLst>
        <dgm:cxn modelId="7" srcId="0" destId="1" srcOrd="0" destOrd="0"/>
        <dgm:cxn modelId="8" srcId="0" destId="2" srcOrd="1" destOrd="0"/>
        <dgm:cxn modelId="9" srcId="0" destId="3" srcOrd="2" destOrd="0"/>
        <dgm:cxn modelId="10" srcId="0" destId="4" srcOrd="3" destOrd="0"/>
        <dgm:cxn modelId="11" srcId="0" destId="5" srcOrd="4" destOrd="0"/>
      </dgm:cxnLst>
      <dgm:bg/>
      <dgm:whole/>
    </dgm:dataModel>
  </dgm:sampData>
  <dgm:styleData>
    <dgm:dataModel>
      <dgm:ptLst>
        <dgm:pt modelId="0" type="doc"/>
        <dgm:pt modelId="1"/>
        <dgm:pt modelId="2"/>
      </dgm:ptLst>
      <dgm:cxnLst>
        <dgm:cxn modelId="3" srcId="0" destId="1" srcOrd="0" destOrd="0"/>
        <dgm:cxn modelId="4" srcId="0" destId="2" srcOrd="1" destOrd="0"/>
      </dgm:cxnLst>
      <dgm:bg/>
      <dgm:whole/>
    </dgm:dataModel>
  </dgm:styleData>
  <dgm:clrData>
    <dgm:dataModel>
      <dgm:ptLst>
        <dgm:pt modelId="0" type="doc"/>
        <dgm:pt modelId="1"/>
        <dgm:pt modelId="2"/>
        <dgm:pt modelId="3"/>
        <dgm:pt modelId="4"/>
      </dgm:ptLst>
      <dgm:cxnLst>
        <dgm:cxn modelId="5" srcId="0" destId="1" srcOrd="0" destOrd="0"/>
        <dgm:cxn modelId="6" srcId="0" destId="2" srcOrd="1" destOrd="0"/>
        <dgm:cxn modelId="7" srcId="0" destId="3" srcOrd="2" destOrd="0"/>
        <dgm:cxn modelId="8" srcId="0" destId="4" srcOrd="3" destOrd="0"/>
      </dgm:cxnLst>
      <dgm:bg/>
      <dgm:whole/>
    </dgm:dataModel>
  </dgm:clrData>
  <dgm:layoutNode name="Name0">
    <dgm:varLst>
      <dgm:dir/>
      <dgm:resizeHandles val="exact"/>
    </dgm:varLst>
    <dgm:choose name="Name1">
      <dgm:if name="Name2" axis="self" func="var" arg="dir" op="equ" val="norm">
        <dgm:alg type="snake">
          <dgm:param type="grDir" val="tL"/>
          <dgm:param type="flowDir" val="row"/>
          <dgm:param type="contDir" val="sameDir"/>
          <dgm:param type="bkpt" val="endCnv"/>
        </dgm:alg>
      </dgm:if>
      <dgm:else name="Name3">
        <dgm:alg type="snake">
          <dgm:param type="grDir" val="tR"/>
          <dgm:param type="flowDir" val="row"/>
          <dgm:param type="contDir" val="sameDir"/>
          <dgm:param type="bkpt" val="endCnv"/>
        </dgm:alg>
      </dgm:else>
    </dgm:choose>
    <dgm:shape xmlns:r="http://schemas.openxmlformats.org/officeDocument/2006/relationships" r:blip="">
      <dgm:adjLst/>
    </dgm:shape>
    <dgm:presOf/>
    <dgm:constrLst>
      <dgm:constr type="w" for="ch" ptType="node" refType="w"/>
      <dgm:constr type="w" for="ch" forName="sibTrans" refType="w" refFor="ch" refPtType="node" op="equ" fact="0.23"/>
      <dgm:constr type="sp" refType="w" refFor="ch" refForName="sibTrans" op="equ"/>
      <dgm:constr type="userB" for="des" forName="connectorText" refType="sp"/>
      <dgm:constr type="primFontSz" for="ch" ptType="node" op="equ" val="65"/>
      <dgm:constr type="h" for="ch" ptType="sibTrans" op="equ"/>
      <dgm:constr type="primFontSz" for="des" forName="connectorText" op="equ" val="55"/>
      <dgm:constr type="primFontSz" for="des" forName="connectorText" refType="primFontSz" refFor="ch" refPtType="node" op="lte" fact="0.8"/>
    </dgm:constrLst>
    <dgm:ruleLst/>
    <dgm:forEach name="nodesForEach" axis="ch" ptType="node">
      <dgm:layoutNode name="node">
        <dgm:varLst>
          <dgm:bulletEnabled val="1"/>
        </dgm:varLst>
        <dgm:alg type="tx"/>
        <dgm:shape xmlns:r="http://schemas.openxmlformats.org/officeDocument/2006/relationships" type="rect" r:blip="">
          <dgm:adjLst/>
        </dgm:shape>
        <dgm:presOf axis="desOrSelf" ptType="node"/>
        <dgm:constrLst>
          <dgm:constr type="h" refType="w" fact="0.6"/>
          <dgm:constr type="tMarg" refType="h" fact="0.243"/>
          <dgm:constr type="bMarg" refType="h" fact="0.243"/>
          <dgm:constr type="lMarg" refType="w" fact="0.1389"/>
          <dgm:constr type="rMarg" refType="w" fact="0.1389"/>
        </dgm:constrLst>
        <dgm:ruleLst>
          <dgm:rule type="primFontSz" val="12" fact="NaN" max="NaN"/>
        </dgm:ruleLst>
      </dgm:layoutNode>
      <dgm:forEach name="sibTransForEach" axis="followSib" ptType="sibTrans" cnt="1">
        <dgm:layoutNode name="sibTrans">
          <dgm:choose name="Name4">
            <dgm:if name="Name5" axis="self" func="var" arg="dir" op="equ" val="norm">
              <dgm:alg type="conn">
                <dgm:param type="connRout" val="bend"/>
                <dgm:param type="dim" val="1D"/>
                <dgm:param type="begPts" val="midR bCtr"/>
                <dgm:param type="endPts" val="midL tCtr"/>
              </dgm:alg>
            </dgm:if>
            <dgm:else name="Name6">
              <dgm:alg type="conn">
                <dgm:param type="connRout" val="bend"/>
                <dgm:param type="dim" val="1D"/>
                <dgm:param type="begPts" val="midL bCtr"/>
                <dgm:param type="endPts" val="midR tCtr"/>
              </dgm:alg>
            </dgm:else>
          </dgm:choose>
          <dgm:shape xmlns:r="http://schemas.openxmlformats.org/officeDocument/2006/relationships" type="conn" r:blip="" zOrderOff="-2">
            <dgm:adjLst/>
          </dgm:shape>
          <dgm:presOf axis="self"/>
          <dgm:constrLst>
            <dgm:constr type="begPad" val="-0.05"/>
            <dgm:constr type="endPad" val="0.9"/>
            <dgm:constr type="userA" for="ch" refType="connDist"/>
          </dgm:constrLst>
          <dgm:ruleLst/>
          <dgm:layoutNode name="connectorText">
            <dgm:alg type="tx">
              <dgm:param type="autoTxRot" val="upr"/>
            </dgm:alg>
            <dgm:shape xmlns:r="http://schemas.openxmlformats.org/officeDocument/2006/relationships" type="rect" r:blip="" hideGeom="1">
              <dgm:adjLst/>
            </dgm:shape>
            <dgm:presOf axis="self"/>
            <dgm:constrLst>
              <dgm:constr type="userA"/>
              <dgm:constr type="userB"/>
              <dgm:constr type="w" refType="userA" fact="0.05"/>
              <dgm:constr type="h" refType="userB" fact="0.01"/>
              <dgm:constr type="lMarg" val="1"/>
              <dgm:constr type="rMarg" val="1"/>
              <dgm:constr type="tMarg"/>
              <dgm:constr type="bMarg"/>
            </dgm:constrLst>
            <dgm:ruleLst>
              <dgm:rule type="w" val="NaN" fact="0.6" max="NaN"/>
              <dgm:rule type="h" val="NaN" fact="0.6" max="NaN"/>
              <dgm:rule type="primFontSz" val="5" fact="NaN" max="NaN"/>
            </dgm:ruleLst>
          </dgm:layoutNode>
        </dgm:layoutNode>
      </dgm:forEach>
    </dgm:forEach>
  </dgm:layoutNode>
</dgm:layoutDef>
</file>

<file path=ppt/diagrams/layout2.xml><?xml version="1.0" encoding="utf-8"?>
<dgm:layoutDef xmlns:dgm="http://schemas.openxmlformats.org/drawingml/2006/diagram" xmlns:a="http://schemas.openxmlformats.org/drawingml/2006/main" uniqueId="urn:microsoft.com/office/officeart/2018/2/layout/IconCircleList">
  <dgm:title val="Icon Circle List"/>
  <dgm:desc val="Use to show non-sequential or grouped chunks of information accompanied by related visuals. Circular shapes can hold an icon or small picture and corresponding text box shows Level 1 text. Works best for icons or small pictures with medium-length descriptions."/>
  <dgm:catLst>
    <dgm:cat type="icon" pri="500"/>
  </dgm:catLst>
  <dgm:sampData useDef="1">
    <dgm:dataModel>
      <dgm:ptLst/>
      <dgm:bg/>
      <dgm:whole/>
    </dgm:dataModel>
  </dgm:sampData>
  <dgm:styleData useDef="1">
    <dgm:dataModel>
      <dgm:ptLst/>
      <dgm:bg/>
      <dgm:whole/>
    </dgm:dataModel>
  </dgm:styleData>
  <dgm:clrData useDef="1">
    <dgm:dataModel>
      <dgm:ptLst/>
      <dgm:bg/>
      <dgm:whole/>
    </dgm:dataModel>
  </dgm:clrData>
  <dgm:layoutNode name="root">
    <dgm:varLst>
      <dgm:dir/>
      <dgm:resizeHandles val="exact"/>
    </dgm:varLst>
    <dgm:alg type="sp"/>
    <dgm:shape xmlns:r="http://schemas.openxmlformats.org/officeDocument/2006/relationships" r:blip="">
      <dgm:adjLst/>
    </dgm:shape>
    <dgm:presOf/>
    <dgm:choose name="Name0">
      <dgm:if name="Name1" axis="ch" ptType="node" func="cnt" op="lte" val="3">
        <dgm:constrLst>
          <dgm:constr type="w" for="ch" forName="container" refType="w"/>
          <dgm:constr type="h" for="ch" forName="container" refType="h" fact="0.4"/>
        </dgm:constrLst>
      </dgm:if>
      <dgm:else name="Name2">
        <dgm:constrLst>
          <dgm:constr type="w" for="ch" forName="container" refType="w"/>
          <dgm:constr type="h" for="ch" forName="container" refType="h"/>
        </dgm:constrLst>
      </dgm:else>
    </dgm:choose>
    <dgm:ruleLst>
      <dgm:rule type="h" for="ch" forName="container" val="INF" fact="NaN" max="NaN"/>
    </dgm:ruleLst>
    <dgm:layoutNode name="container">
      <dgm:varLst>
        <dgm:dir/>
        <dgm:resizeHandles val="exact"/>
      </dgm:varLst>
      <dgm:choose name="Name3">
        <dgm:if name="Name4" axis="self" func="var" arg="dir" op="equ" val="norm">
          <dgm:alg type="snake">
            <dgm:param type="grDir" val="tL"/>
            <dgm:param type="flowDir" val="row"/>
            <dgm:param type="contDir" val="sameDir"/>
          </dgm:alg>
        </dgm:if>
        <dgm:else name="Name5">
          <dgm:alg type="snake">
            <dgm:param type="grDir" val="tR"/>
            <dgm:param type="flowDir" val="row"/>
            <dgm:param type="contDir" val="sameDir"/>
          </dgm:alg>
        </dgm:else>
      </dgm:choose>
      <dgm:shape xmlns:r="http://schemas.openxmlformats.org/officeDocument/2006/relationships" r:blip="">
        <dgm:adjLst/>
      </dgm:shape>
      <dgm:presOf/>
      <dgm:constrLst>
        <dgm:constr type="w" for="ch" forName="compNode" refType="w"/>
        <dgm:constr type="h" for="ch" forName="compNode" refType="w" fact="0.28"/>
        <dgm:constr type="w" for="ch" forName="sibTrans" refType="w" refFor="ch" refForName="compNode" fact="0.115"/>
        <dgm:constr type="sp" refType="h" op="equ" fact="0.17"/>
        <dgm:constr type="primFontSz" for="des" ptType="node" op="equ" val="24"/>
        <dgm:constr type="h" for="des" forName="compNode" op="equ"/>
        <dgm:constr type="h" for="des" forName="iconBgRect" op="equ"/>
      </dgm:constrLst>
      <dgm:ruleLst>
        <dgm:rule type="w" for="ch" forName="compNode" val="60" fact="NaN" max="NaN"/>
      </dgm:ruleLst>
      <dgm:forEach name="Name6" axis="ch" ptType="node">
        <dgm:layoutNode name="compNode">
          <dgm:alg type="composite"/>
          <dgm:shape xmlns:r="http://schemas.openxmlformats.org/officeDocument/2006/relationships" r:blip="">
            <dgm:adjLst/>
          </dgm:shape>
          <dgm:presOf axis="self"/>
          <dgm:constrLst>
            <dgm:constr type="w" for="ch" forName="iconBgRect" refType="w" fact="0.28"/>
            <dgm:constr type="h" for="ch" forName="iconBgRect" refType="w" refFor="ch" refForName="iconBgRect"/>
            <dgm:constr type="t" for="ch" forName="iconBgRect"/>
            <dgm:constr type="l" for="ch" forName="iconBgRect"/>
            <dgm:constr type="w" for="ch" forName="iconRect" refType="w" refFor="ch" refForName="iconBgRect" fact="0.58"/>
            <dgm:constr type="h" for="ch" forName="iconRect" refType="w" refFor="ch" refForName="iconRect"/>
            <dgm:constr type="ctrX" for="ch" forName="iconRect" refType="ctrX" refFor="ch" refForName="iconBgRect"/>
            <dgm:constr type="ctrY" for="ch" forName="iconRect" refType="ctrY" refFor="ch" refForName="iconBgRect"/>
            <dgm:constr type="w" for="ch" forName="spaceRect" refType="w" fact="0.06"/>
            <dgm:constr type="h" for="ch" forName="spaceRect" refType="h" refFor="ch" refForName="iconBgRect"/>
            <dgm:constr type="t" for="ch" forName="spaceRect" refType="t" refFor="ch" refForName="iconBgRect"/>
            <dgm:constr type="l" for="ch" forName="spaceRect" refType="r" refFor="ch" refForName="iconBgRect"/>
            <dgm:constr type="h" for="ch" forName="textRect" refType="h" refFor="ch" refForName="iconBgRect"/>
            <dgm:constr type="t" for="ch" forName="textRect" refType="t" refFor="ch" refForName="iconBgRect"/>
            <dgm:constr type="l" for="ch" forName="textRect" refType="r" refFor="ch" refForName="spaceRect"/>
          </dgm:constrLst>
          <dgm:ruleLst/>
          <dgm:layoutNode name="iconBgRect" styleLbl="bgShp">
            <dgm:alg type="sp"/>
            <dgm:shape xmlns:r="http://schemas.openxmlformats.org/officeDocument/2006/relationships" type="ellipse" r:blip="">
              <dgm:adjLst/>
            </dgm:shape>
            <dgm:presOf/>
            <dgm:constrLst/>
            <dgm:ruleLst/>
          </dgm:layoutNode>
          <dgm:layoutNode name="iconRect" styleLbl="node1">
            <dgm:alg type="sp"/>
            <dgm:shape xmlns:r="http://schemas.openxmlformats.org/officeDocument/2006/relationships" type="rect" r:blip="" blipPhldr="1">
              <dgm:adjLst/>
            </dgm:shape>
            <dgm:presOf/>
            <dgm:constrLst/>
            <dgm:ruleLst/>
          </dgm:layoutNode>
          <dgm:layoutNode name="spaceRect">
            <dgm:alg type="sp"/>
            <dgm:shape xmlns:r="http://schemas.openxmlformats.org/officeDocument/2006/relationships" r:blip="">
              <dgm:adjLst/>
            </dgm:shape>
            <dgm:presOf/>
            <dgm:constrLst/>
            <dgm:ruleLst/>
          </dgm:layoutNode>
          <dgm:layoutNode name="textRect" styleLbl="revTx">
            <dgm:varLst>
              <dgm:chMax val="1"/>
              <dgm:chPref val="1"/>
            </dgm:varLst>
            <dgm:choose name="Name7">
              <dgm:if name="Name8" func="var" arg="dir" op="equ" val="norm">
                <dgm:alg type="tx">
                  <dgm:param type="txAnchorVert" val="mid"/>
                  <dgm:param type="parTxLTRAlign" val="l"/>
                  <dgm:param type="shpTxLTRAlignCh" val="l"/>
                  <dgm:param type="parTxRTLAlign" val="l"/>
                  <dgm:param type="shpTxRTLAlignCh" val="l"/>
                </dgm:alg>
              </dgm:if>
              <dgm:else name="Name9">
                <dgm:alg type="tx">
                  <dgm:param type="txAnchorVert" val="mid"/>
                  <dgm:param type="parTxLTRAlign" val="r"/>
                  <dgm:param type="shpTxLTRAlignCh" val="r"/>
                  <dgm:param type="parTxRTLAlign" val="r"/>
                  <dgm:param type="shpTxRTLAlignCh" val="r"/>
                </dgm:alg>
              </dgm:else>
            </dgm:choose>
            <dgm:shape xmlns:r="http://schemas.openxmlformats.org/officeDocument/2006/relationships" type="rect" r:blip="">
              <dgm:adjLst/>
            </dgm:shape>
            <dgm:presOf axis="self" ptType="node"/>
            <dgm:constrLst>
              <dgm:constr type="lMarg"/>
              <dgm:constr type="rMarg"/>
              <dgm:constr type="tMarg"/>
              <dgm:constr type="bMarg"/>
            </dgm:constrLst>
            <dgm:ruleLst>
              <dgm:rule type="primFontSz" val="11" fact="NaN" max="NaN"/>
            </dgm:ruleLst>
          </dgm:layoutNode>
        </dgm:layoutNode>
        <dgm:forEach name="Name10" axis="followSib" ptType="sibTrans" cnt="1">
          <dgm:layoutNode name="sibTrans">
            <dgm:alg type="sp"/>
            <dgm:shape xmlns:r="http://schemas.openxmlformats.org/officeDocument/2006/relationships" type="rect" r:blip="" hideGeom="1">
              <dgm:adjLst/>
            </dgm:shape>
            <dgm:presOf axis="self"/>
            <dgm:constrLst/>
            <dgm:ruleLst/>
          </dgm:layoutNode>
        </dgm:forEach>
      </dgm:forEach>
    </dgm:layoutNode>
  </dgm:layoutNode>
  <dgm:extLst>
    <a:ext uri="{68A01E43-0DF5-4B5B-8FA6-DAF915123BFB}">
      <dgm1612:lstStyle xmlns:dgm1612="http://schemas.microsoft.com/office/drawing/2016/12/diagram">
        <a:lvl1pPr>
          <a:lnSpc>
            <a:spcPct val="100000"/>
          </a:lnSpc>
        </a:lvl1pPr>
      </dgm1612:lstStyle>
    </a:ext>
  </dgm:extLst>
</dgm:layoutDef>
</file>

<file path=ppt/diagrams/layout3.xml><?xml version="1.0" encoding="utf-8"?>
<dgm:layoutDef xmlns:dgm="http://schemas.openxmlformats.org/drawingml/2006/diagram" xmlns:a="http://schemas.openxmlformats.org/drawingml/2006/main" uniqueId="urn:microsoft.com/office/officeart/2005/8/layout/vList2">
  <dgm:title val=""/>
  <dgm:desc val=""/>
  <dgm:catLst>
    <dgm:cat type="list" pri="3000"/>
    <dgm:cat type="convert" pri="1000"/>
  </dgm:catLst>
  <dgm:sampData>
    <dgm:dataModel>
      <dgm:ptLst>
        <dgm:pt modelId="0" type="doc"/>
        <dgm:pt modelId="1">
          <dgm:prSet phldr="1"/>
        </dgm:pt>
        <dgm:pt modelId="11">
          <dgm:prSet phldr="1"/>
        </dgm:pt>
        <dgm:pt modelId="2">
          <dgm:prSet phldr="1"/>
        </dgm:pt>
        <dgm:pt modelId="21">
          <dgm:prSet phldr="1"/>
        </dgm:pt>
      </dgm:ptLst>
      <dgm:cxnLst>
        <dgm:cxn modelId="4" srcId="0" destId="1" srcOrd="0" destOrd="0"/>
        <dgm:cxn modelId="5" srcId="0" destId="2" srcOrd="1" destOrd="0"/>
        <dgm:cxn modelId="12" srcId="1" destId="11" srcOrd="0" destOrd="0"/>
        <dgm:cxn modelId="23" srcId="2" destId="21" srcOrd="0" destOrd="0"/>
      </dgm:cxnLst>
      <dgm:bg/>
      <dgm:whole/>
    </dgm:dataModel>
  </dgm:sampData>
  <dgm:styleData>
    <dgm:dataModel>
      <dgm:ptLst>
        <dgm:pt modelId="0" type="doc"/>
        <dgm:pt modelId="1"/>
        <dgm:pt modelId="2"/>
      </dgm:ptLst>
      <dgm:cxnLst>
        <dgm:cxn modelId="3" srcId="0" destId="1" srcOrd="0" destOrd="0"/>
        <dgm:cxn modelId="4" srcId="0" destId="2" srcOrd="1" destOrd="0"/>
      </dgm:cxnLst>
      <dgm:bg/>
      <dgm:whole/>
    </dgm:dataModel>
  </dgm:styleData>
  <dgm:clrData>
    <dgm:dataModel>
      <dgm:ptLst>
        <dgm:pt modelId="0" type="doc"/>
        <dgm:pt modelId="1"/>
        <dgm:pt modelId="2"/>
        <dgm:pt modelId="3"/>
        <dgm:pt modelId="4"/>
      </dgm:ptLst>
      <dgm:cxnLst>
        <dgm:cxn modelId="5" srcId="0" destId="1" srcOrd="0" destOrd="0"/>
        <dgm:cxn modelId="6" srcId="0" destId="2" srcOrd="1" destOrd="0"/>
        <dgm:cxn modelId="7" srcId="0" destId="3" srcOrd="2" destOrd="0"/>
        <dgm:cxn modelId="8" srcId="0" destId="4" srcOrd="3" destOrd="0"/>
      </dgm:cxnLst>
      <dgm:bg/>
      <dgm:whole/>
    </dgm:dataModel>
  </dgm:clrData>
  <dgm:layoutNode name="linear">
    <dgm:varLst>
      <dgm:animLvl val="lvl"/>
      <dgm:resizeHandles val="exact"/>
    </dgm:varLst>
    <dgm:alg type="lin">
      <dgm:param type="linDir" val="fromT"/>
      <dgm:param type="vertAlign" val="mid"/>
    </dgm:alg>
    <dgm:shape xmlns:r="http://schemas.openxmlformats.org/officeDocument/2006/relationships" r:blip="">
      <dgm:adjLst/>
    </dgm:shape>
    <dgm:presOf/>
    <dgm:constrLst>
      <dgm:constr type="w" for="ch" forName="parentText" refType="w"/>
      <dgm:constr type="h" for="ch" forName="parentText" refType="primFontSz" refFor="ch" refForName="parentText" fact="0.52"/>
      <dgm:constr type="w" for="ch" forName="childText" refType="w"/>
      <dgm:constr type="h" for="ch" forName="childText" refType="primFontSz" refFor="ch" refForName="parentText" fact="0.46"/>
      <dgm:constr type="h" for="ch" forName="parentText" op="equ"/>
      <dgm:constr type="primFontSz" for="ch" forName="parentText" op="equ" val="65"/>
      <dgm:constr type="primFontSz" for="ch" forName="childText" refType="primFontSz" refFor="ch" refForName="parentText" op="equ"/>
      <dgm:constr type="h" for="ch" forName="spacer" refType="primFontSz" refFor="ch" refForName="parentText" fact="0.08"/>
    </dgm:constrLst>
    <dgm:ruleLst>
      <dgm:rule type="primFontSz" for="ch" forName="parentText" val="5" fact="NaN" max="NaN"/>
    </dgm:ruleLst>
    <dgm:forEach name="Name0" axis="ch" ptType="node">
      <dgm:layoutNode name="parentText" styleLbl="node1">
        <dgm:varLst>
          <dgm:chMax val="0"/>
          <dgm:bulletEnabled val="1"/>
        </dgm:varLst>
        <dgm:alg type="tx">
          <dgm:param type="parTxLTRAlign" val="l"/>
          <dgm:param type="parTxRTLAlign" val="r"/>
        </dgm:alg>
        <dgm:shape xmlns:r="http://schemas.openxmlformats.org/officeDocument/2006/relationships" type="roundRect" r:blip="">
          <dgm:adjLst/>
        </dgm:shape>
        <dgm:presOf axis="self"/>
        <dgm:constrLst>
          <dgm:constr type="tMarg" refType="primFontSz" fact="0.3"/>
          <dgm:constr type="bMarg" refType="primFontSz" fact="0.3"/>
          <dgm:constr type="lMarg" refType="primFontSz" fact="0.3"/>
          <dgm:constr type="rMarg" refType="primFontSz" fact="0.3"/>
        </dgm:constrLst>
        <dgm:ruleLst>
          <dgm:rule type="h" val="INF" fact="NaN" max="NaN"/>
        </dgm:ruleLst>
      </dgm:layoutNode>
      <dgm:choose name="Name1">
        <dgm:if name="Name2" axis="ch" ptType="node" func="cnt" op="gte" val="1">
          <dgm:layoutNode name="childText" styleLbl="revTx">
            <dgm:varLst>
              <dgm:bulletEnabled val="1"/>
            </dgm:varLst>
            <dgm:alg type="tx">
              <dgm:param type="stBulletLvl" val="1"/>
              <dgm:param type="lnSpAfChP" val="20"/>
            </dgm:alg>
            <dgm:shape xmlns:r="http://schemas.openxmlformats.org/officeDocument/2006/relationships" type="rect" r:blip="">
              <dgm:adjLst/>
            </dgm:shape>
            <dgm:presOf axis="des" ptType="node"/>
            <dgm:constrLst>
              <dgm:constr type="tMarg" refType="primFontSz" fact="0.1"/>
              <dgm:constr type="bMarg" refType="primFontSz" fact="0.1"/>
              <dgm:constr type="lMarg" refType="w" fact="0.09"/>
            </dgm:constrLst>
            <dgm:ruleLst>
              <dgm:rule type="h" val="INF" fact="NaN" max="NaN"/>
            </dgm:ruleLst>
          </dgm:layoutNode>
        </dgm:if>
        <dgm:else name="Name3">
          <dgm:choose name="Name4">
            <dgm:if name="Name5" axis="par ch" ptType="doc node" func="cnt" op="gte" val="2">
              <dgm:forEach name="Name6" axis="followSib" ptType="sibTrans" cnt="1">
                <dgm:layoutNode name="spacer">
                  <dgm:alg type="sp"/>
                  <dgm:shape xmlns:r="http://schemas.openxmlformats.org/officeDocument/2006/relationships" r:blip="">
                    <dgm:adjLst/>
                  </dgm:shape>
                  <dgm:presOf/>
                  <dgm:constrLst/>
                  <dgm:ruleLst/>
                </dgm:layoutNode>
              </dgm:forEach>
            </dgm:if>
            <dgm:else name="Name7"/>
          </dgm:choose>
        </dgm:else>
      </dgm:choose>
    </dgm:forEach>
  </dgm:layoutNode>
</dgm:layoutDef>
</file>

<file path=ppt/diagrams/quickStyle1.xml><?xml version="1.0" encoding="utf-8"?>
<dgm:styleDef xmlns:dgm="http://schemas.openxmlformats.org/drawingml/2006/diagram" xmlns:a="http://schemas.openxmlformats.org/drawingml/2006/main" uniqueId="urn:microsoft.com/office/officeart/2005/8/quickstyle/simple1">
  <dgm:title val=""/>
  <dgm:desc val=""/>
  <dgm:catLst>
    <dgm:cat type="simple" pri="10100"/>
  </dgm:catLst>
  <dgm:scene3d>
    <a:camera prst="orthographicFront"/>
    <a:lightRig rig="threePt" dir="t"/>
  </dgm:scene3d>
  <dgm:styleLbl name="node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l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ven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tx1"/>
      </a:fontRef>
    </dgm:style>
  </dgm:styleLbl>
  <dgm:styleLbl name="alig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b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sibTrans1D1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callout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sst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1D1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2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3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4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con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Align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dk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Shp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revTx">
    <dgm:scene3d>
      <a:camera prst="orthographicFront"/>
      <a:lightRig rig="threePt" dir="t"/>
    </dgm:scene3d>
    <dgm:sp3d/>
    <dgm:txPr/>
    <dgm:style>
      <a:lnRef idx="0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</dgm:styleDef>
</file>

<file path=ppt/diagrams/quickStyle2.xml><?xml version="1.0" encoding="utf-8"?>
<dgm:styleDef xmlns:dgm="http://schemas.openxmlformats.org/drawingml/2006/diagram" xmlns:a="http://schemas.openxmlformats.org/drawingml/2006/main" uniqueId="urn:microsoft.com/office/officeart/2005/8/quickstyle/simple1">
  <dgm:title val=""/>
  <dgm:desc val=""/>
  <dgm:catLst>
    <dgm:cat type="simple" pri="10100"/>
  </dgm:catLst>
  <dgm:scene3d>
    <a:camera prst="orthographicFront"/>
    <a:lightRig rig="threePt" dir="t"/>
  </dgm:scene3d>
  <dgm:styleLbl name="node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l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ven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tx1"/>
      </a:fontRef>
    </dgm:style>
  </dgm:styleLbl>
  <dgm:styleLbl name="alig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b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sibTrans1D1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callout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sst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1D1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2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3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4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con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Align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dk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Shp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revTx">
    <dgm:scene3d>
      <a:camera prst="orthographicFront"/>
      <a:lightRig rig="threePt" dir="t"/>
    </dgm:scene3d>
    <dgm:sp3d/>
    <dgm:txPr/>
    <dgm:style>
      <a:lnRef idx="0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</dgm:styleDef>
</file>

<file path=ppt/diagrams/quickStyle3.xml><?xml version="1.0" encoding="utf-8"?>
<dgm:styleDef xmlns:dgm="http://schemas.openxmlformats.org/drawingml/2006/diagram" xmlns:a="http://schemas.openxmlformats.org/drawingml/2006/main" uniqueId="urn:microsoft.com/office/officeart/2005/8/quickstyle/simple1">
  <dgm:title val=""/>
  <dgm:desc val=""/>
  <dgm:catLst>
    <dgm:cat type="simple" pri="10100"/>
  </dgm:catLst>
  <dgm:scene3d>
    <a:camera prst="orthographicFront"/>
    <a:lightRig rig="threePt" dir="t"/>
  </dgm:scene3d>
  <dgm:styleLbl name="node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l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ven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tx1"/>
      </a:fontRef>
    </dgm:style>
  </dgm:styleLbl>
  <dgm:styleLbl name="alig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b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sibTrans1D1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callout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sst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1D1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2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3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4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con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Align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dk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Shp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revTx">
    <dgm:scene3d>
      <a:camera prst="orthographicFront"/>
      <a:lightRig rig="threePt" dir="t"/>
    </dgm:scene3d>
    <dgm:sp3d/>
    <dgm:txPr/>
    <dgm:style>
      <a:lnRef idx="0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</dgm:styleDef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IN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D9FC0497-2752-4C0F-B193-0A3314387107}" type="datetimeFigureOut">
              <a:rPr lang="en-IN" smtClean="0"/>
              <a:t>19-10-2025</a:t>
            </a:fld>
            <a:endParaRPr lang="en-IN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IN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IN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8853EAB8-C69D-4878-8807-5DE34F786767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289100039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IN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4CF94F75-3C04-4D6F-8FC7-46B127EF7C29}" type="slidenum">
              <a:rPr lang="en-IN" smtClean="0"/>
              <a:t>7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4209749193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56239AFD-1349-8ADA-630D-1FBBFA5DA5D3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E94F1C8F-19F8-B586-C896-BA0EDDDE486D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/>
              <a:t>Click to edit Master subtitle style</a:t>
            </a:r>
            <a:endParaRPr lang="en-IN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9A621786-15CF-DFAF-E7A5-F363D0343D69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46AF297-F346-4BA5-8742-C806AF903A4C}" type="datetimeFigureOut">
              <a:rPr lang="en-IN" smtClean="0"/>
              <a:t>19-10-2025</a:t>
            </a:fld>
            <a:endParaRPr lang="en-IN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AB4CF64A-16A4-3095-BF01-E79EA3911C3C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7B8524FC-3C87-37A0-ACB5-713BEA73B60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3498923-4F26-440A-A4C4-6E580623D48A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3673701424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5145F36B-5BF0-A7E8-528E-515263A95D52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E68E1767-5A77-1159-175F-6641C3586F9B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269D53F2-B328-E517-4DBC-62DC9DDA9EAF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46AF297-F346-4BA5-8742-C806AF903A4C}" type="datetimeFigureOut">
              <a:rPr lang="en-IN" smtClean="0"/>
              <a:t>19-10-2025</a:t>
            </a:fld>
            <a:endParaRPr lang="en-IN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23E83674-0F82-81BB-EE1C-E4DBDC8B85E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F9C22453-4173-7FB0-C140-B12E885F72F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3498923-4F26-440A-A4C4-6E580623D48A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4218016437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0E25E52C-6A99-5F09-C55E-3844E7A9B426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5B742285-12B2-DF4C-CDAE-C5163D3178BF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82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82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82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48383ABB-F9E5-5549-52A5-DCF90A9F939E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46AF297-F346-4BA5-8742-C806AF903A4C}" type="datetimeFigureOut">
              <a:rPr lang="en-IN" smtClean="0"/>
              <a:t>19-10-2025</a:t>
            </a:fld>
            <a:endParaRPr lang="en-IN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AF63A35C-8C54-A7DB-BD71-8842856C831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81E6E4BD-C4E9-0AC2-F924-C20E0B84265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3498923-4F26-440A-A4C4-6E580623D48A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3062877223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57B53AFF-0FF8-2A41-B2E7-14C77DE32D47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6F11257D-CBB9-2D5D-0C8D-A20338DB9CAE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36FD2AC3-33B8-BC3A-56EF-65F0709FF8A6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1EF879CB-5B13-AB2A-7B73-06B2B9D658B9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46AF297-F346-4BA5-8742-C806AF903A4C}" type="datetimeFigureOut">
              <a:rPr lang="en-IN" smtClean="0"/>
              <a:t>19-10-2025</a:t>
            </a:fld>
            <a:endParaRPr lang="en-IN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657B5E53-8775-C65D-4AEB-61D8DDFE5271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25E5C1DD-04E4-6885-C7CE-4D858670722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3498923-4F26-440A-A4C4-6E580623D48A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1797534294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D1066233-EA62-F8A7-94F6-07383003FE84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3A75922D-773D-9EA5-A23C-4B4F9B6DB44F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BD7D01F7-9847-0EEE-8769-BD8D05864AEB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BC78BC77-B3F8-E7AF-5D0E-498311EA8453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>
            <a:extLst>
              <a:ext uri="{FF2B5EF4-FFF2-40B4-BE49-F238E27FC236}">
                <a16:creationId xmlns:a16="http://schemas.microsoft.com/office/drawing/2014/main" id="{369255CC-E212-B910-7863-DB164A55D13F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7" name="Date Placeholder 6">
            <a:extLst>
              <a:ext uri="{FF2B5EF4-FFF2-40B4-BE49-F238E27FC236}">
                <a16:creationId xmlns:a16="http://schemas.microsoft.com/office/drawing/2014/main" id="{5F5E7391-A8F5-1F62-22AA-1576D68C9CB6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46AF297-F346-4BA5-8742-C806AF903A4C}" type="datetimeFigureOut">
              <a:rPr lang="en-IN" smtClean="0"/>
              <a:t>19-10-2025</a:t>
            </a:fld>
            <a:endParaRPr lang="en-IN"/>
          </a:p>
        </p:txBody>
      </p:sp>
      <p:sp>
        <p:nvSpPr>
          <p:cNvPr id="8" name="Footer Placeholder 7">
            <a:extLst>
              <a:ext uri="{FF2B5EF4-FFF2-40B4-BE49-F238E27FC236}">
                <a16:creationId xmlns:a16="http://schemas.microsoft.com/office/drawing/2014/main" id="{800B85A9-BB6E-28C6-FABE-635DFA55C9EB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9" name="Slide Number Placeholder 8">
            <a:extLst>
              <a:ext uri="{FF2B5EF4-FFF2-40B4-BE49-F238E27FC236}">
                <a16:creationId xmlns:a16="http://schemas.microsoft.com/office/drawing/2014/main" id="{E47ACEC6-FC4A-8E31-9BF7-CD6567402CB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3498923-4F26-440A-A4C4-6E580623D48A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4039558564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C844BF1F-AF30-5A33-E12A-1736DCB1A80B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D9293751-FA3E-CF1F-952E-3D5404604C16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46AF297-F346-4BA5-8742-C806AF903A4C}" type="datetimeFigureOut">
              <a:rPr lang="en-IN" smtClean="0"/>
              <a:t>19-10-2025</a:t>
            </a:fld>
            <a:endParaRPr lang="en-IN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C97C2FA8-4BBB-38DA-37CB-CA77968A2C5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C871B03D-4F93-4F1D-F613-2A488B789A7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3498923-4F26-440A-A4C4-6E580623D48A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177288356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>
            <a:extLst>
              <a:ext uri="{FF2B5EF4-FFF2-40B4-BE49-F238E27FC236}">
                <a16:creationId xmlns:a16="http://schemas.microsoft.com/office/drawing/2014/main" id="{7A8D127D-471F-5456-CF1E-A08D5EBA9AC9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46AF297-F346-4BA5-8742-C806AF903A4C}" type="datetimeFigureOut">
              <a:rPr lang="en-IN" smtClean="0"/>
              <a:t>19-10-2025</a:t>
            </a:fld>
            <a:endParaRPr lang="en-IN"/>
          </a:p>
        </p:txBody>
      </p:sp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69FCACAB-B3CA-A980-F5E6-EBB674C9B022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0E7CA2EB-EF57-A73F-9997-15A2E53331E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3498923-4F26-440A-A4C4-6E580623D48A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2617212840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C2E27E5A-9E6C-E0AC-6F1B-4A0BE2BB756A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D9D91F55-7EE6-595E-A82F-6DA7F96C3D8D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FD78A322-A909-43C6-75C7-11C8A07369F3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A48C6E4F-42BC-56AE-1814-916B4B56745E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46AF297-F346-4BA5-8742-C806AF903A4C}" type="datetimeFigureOut">
              <a:rPr lang="en-IN" smtClean="0"/>
              <a:t>19-10-2025</a:t>
            </a:fld>
            <a:endParaRPr lang="en-IN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5FFA5BF8-90A3-C2CE-3D33-E7613ECE808C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253394B1-75D7-715F-67CD-F454C18EA1D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3498923-4F26-440A-A4C4-6E580623D48A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403303133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207B5125-434D-E3EC-674D-828B7477A2C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Picture Placeholder 2">
            <a:extLst>
              <a:ext uri="{FF2B5EF4-FFF2-40B4-BE49-F238E27FC236}">
                <a16:creationId xmlns:a16="http://schemas.microsoft.com/office/drawing/2014/main" id="{B629D677-8469-43B4-3DAC-26BCCCC3B5D3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IN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36014BF4-886F-0761-D8EB-ACEF5321AC6F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1DD316D6-D748-A0B5-0A37-F1F87FAE2A22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46AF297-F346-4BA5-8742-C806AF903A4C}" type="datetimeFigureOut">
              <a:rPr lang="en-IN" smtClean="0"/>
              <a:t>19-10-2025</a:t>
            </a:fld>
            <a:endParaRPr lang="en-IN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C2EFC592-20CA-AFFB-25CC-D31F39DCA185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E5C7ECA6-5EA1-DF7B-B83A-306133541D5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3498923-4F26-440A-A4C4-6E580623D48A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412952450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EFC597F-F288-03FF-2BCD-91821E91ADF1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C974079E-C0BD-3A92-48D2-6D93E76BD8EE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0234F219-A6C9-CF10-D61D-A0F78C648B0F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46AF297-F346-4BA5-8742-C806AF903A4C}" type="datetimeFigureOut">
              <a:rPr lang="en-IN" smtClean="0"/>
              <a:t>19-10-2025</a:t>
            </a:fld>
            <a:endParaRPr lang="en-IN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476CB418-FC02-35EC-45C7-FB8F858368E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D606FC38-EB5E-1B55-F3A3-DFD2C2BBCB7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3498923-4F26-440A-A4C4-6E580623D48A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793600190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>
            <a:extLst>
              <a:ext uri="{FF2B5EF4-FFF2-40B4-BE49-F238E27FC236}">
                <a16:creationId xmlns:a16="http://schemas.microsoft.com/office/drawing/2014/main" id="{A76B8481-F1F0-FA24-C916-0F755A02BF4D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95845ACB-64C5-6025-4967-2A1188944D9E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265B5579-A5DB-CD99-F7F9-5D091D8B66C1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46AF297-F346-4BA5-8742-C806AF903A4C}" type="datetimeFigureOut">
              <a:rPr lang="en-IN" smtClean="0"/>
              <a:t>19-10-2025</a:t>
            </a:fld>
            <a:endParaRPr lang="en-IN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FA25E555-A418-6617-F71C-E85992866521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B15D3804-5252-673F-D8B4-55B56820B00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3498923-4F26-440A-A4C4-6E580623D48A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1103705745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>
            <a:extLst>
              <a:ext uri="{FF2B5EF4-FFF2-40B4-BE49-F238E27FC236}">
                <a16:creationId xmlns:a16="http://schemas.microsoft.com/office/drawing/2014/main" id="{96AAABDC-CB08-3351-B612-1445648F9BE9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57B1F8E8-623F-05ED-C3E3-D87A4317AAEB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8DB01902-0A4A-2853-DADB-4E89B35078D7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B46AF297-F346-4BA5-8742-C806AF903A4C}" type="datetimeFigureOut">
              <a:rPr lang="en-IN" smtClean="0"/>
              <a:t>19-10-2025</a:t>
            </a:fld>
            <a:endParaRPr lang="en-IN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6C15E3F9-2B42-9D8E-0159-D3D8E632D607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endParaRPr lang="en-IN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6AE0304E-52E2-20A1-7DCC-B9FAA7F53E99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03498923-4F26-440A-A4C4-6E580623D48A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1636047415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diagramLayout" Target="../diagrams/layout1.xml"/><Relationship Id="rId2" Type="http://schemas.openxmlformats.org/officeDocument/2006/relationships/diagramData" Target="../diagrams/data1.xml"/><Relationship Id="rId1" Type="http://schemas.openxmlformats.org/officeDocument/2006/relationships/slideLayout" Target="../slideLayouts/slideLayout2.xml"/><Relationship Id="rId6" Type="http://schemas.microsoft.com/office/2007/relationships/diagramDrawing" Target="../diagrams/drawing1.xml"/><Relationship Id="rId5" Type="http://schemas.openxmlformats.org/officeDocument/2006/relationships/diagramColors" Target="../diagrams/colors1.xml"/><Relationship Id="rId4" Type="http://schemas.openxmlformats.org/officeDocument/2006/relationships/diagramQuickStyle" Target="../diagrams/quickStyle1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diagramLayout" Target="../diagrams/layout2.xml"/><Relationship Id="rId2" Type="http://schemas.openxmlformats.org/officeDocument/2006/relationships/diagramData" Target="../diagrams/data2.xml"/><Relationship Id="rId1" Type="http://schemas.openxmlformats.org/officeDocument/2006/relationships/slideLayout" Target="../slideLayouts/slideLayout2.xml"/><Relationship Id="rId6" Type="http://schemas.microsoft.com/office/2007/relationships/diagramDrawing" Target="../diagrams/drawing2.xml"/><Relationship Id="rId5" Type="http://schemas.openxmlformats.org/officeDocument/2006/relationships/diagramColors" Target="../diagrams/colors2.xml"/><Relationship Id="rId4" Type="http://schemas.openxmlformats.org/officeDocument/2006/relationships/diagramQuickStyle" Target="../diagrams/quickStyle2.xml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diagramLayout" Target="../diagrams/layout3.xml"/><Relationship Id="rId2" Type="http://schemas.openxmlformats.org/officeDocument/2006/relationships/diagramData" Target="../diagrams/data3.xml"/><Relationship Id="rId1" Type="http://schemas.openxmlformats.org/officeDocument/2006/relationships/slideLayout" Target="../slideLayouts/slideLayout2.xml"/><Relationship Id="rId6" Type="http://schemas.microsoft.com/office/2007/relationships/diagramDrawing" Target="../diagrams/drawing3.xml"/><Relationship Id="rId5" Type="http://schemas.openxmlformats.org/officeDocument/2006/relationships/diagramColors" Target="../diagrams/colors3.xml"/><Relationship Id="rId4" Type="http://schemas.openxmlformats.org/officeDocument/2006/relationships/diagramQuickStyle" Target="../diagrams/quickStyle3.xml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image" Target="../media/image11.png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6" name="Rectangle 25">
            <a:extLst>
              <a:ext uri="{FF2B5EF4-FFF2-40B4-BE49-F238E27FC236}">
                <a16:creationId xmlns:a16="http://schemas.microsoft.com/office/drawing/2014/main" id="{EFA9B6C6-A247-48A8-9A1C-1E36FA9456B5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92000" cy="6858000"/>
          </a:xfrm>
          <a:prstGeom prst="rect">
            <a:avLst/>
          </a:prstGeom>
          <a:gradFill flip="none" rotWithShape="1">
            <a:gsLst>
              <a:gs pos="0">
                <a:schemeClr val="accent1"/>
              </a:gs>
              <a:gs pos="100000">
                <a:schemeClr val="accent2"/>
              </a:gs>
            </a:gsLst>
            <a:lin ang="2700000" scaled="1"/>
            <a:tileRect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>
              <a:solidFill>
                <a:srgbClr val="FFFFFF"/>
              </a:solidFill>
            </a:endParaRPr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7F3D1885-F3BF-C30F-1727-8059A105CC6C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301261" y="590062"/>
            <a:ext cx="5409655" cy="2838938"/>
          </a:xfrm>
        </p:spPr>
        <p:txBody>
          <a:bodyPr>
            <a:normAutofit/>
          </a:bodyPr>
          <a:lstStyle/>
          <a:p>
            <a:pPr algn="l"/>
            <a:r>
              <a:rPr lang="en-US" sz="4800" dirty="0">
                <a:solidFill>
                  <a:srgbClr val="FFFFFF"/>
                </a:solidFill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Amazon DynamoDB</a:t>
            </a:r>
            <a:endParaRPr lang="en-IN" sz="4800" dirty="0">
              <a:solidFill>
                <a:srgbClr val="FFFFFF"/>
              </a:solidFill>
              <a:latin typeface="Calibri" panose="020F0502020204030204" pitchFamily="34" charset="0"/>
              <a:ea typeface="Calibri" panose="020F0502020204030204" pitchFamily="34" charset="0"/>
              <a:cs typeface="Calibri" panose="020F0502020204030204" pitchFamily="34" charset="0"/>
            </a:endParaRPr>
          </a:p>
        </p:txBody>
      </p:sp>
      <p:sp>
        <p:nvSpPr>
          <p:cNvPr id="28" name="Graphic 13">
            <a:extLst>
              <a:ext uri="{FF2B5EF4-FFF2-40B4-BE49-F238E27FC236}">
                <a16:creationId xmlns:a16="http://schemas.microsoft.com/office/drawing/2014/main" id="{C5CB530E-515E-412C-9DF1-5F8FFBD6F383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6817602" y="2744546"/>
            <a:ext cx="139038" cy="139038"/>
          </a:xfrm>
          <a:custGeom>
            <a:avLst/>
            <a:gdLst>
              <a:gd name="connsiteX0" fmla="*/ 129601 w 139038"/>
              <a:gd name="connsiteY0" fmla="*/ 60082 h 139038"/>
              <a:gd name="connsiteX1" fmla="*/ 78956 w 139038"/>
              <a:gd name="connsiteY1" fmla="*/ 60082 h 139038"/>
              <a:gd name="connsiteX2" fmla="*/ 78956 w 139038"/>
              <a:gd name="connsiteY2" fmla="*/ 9437 h 139038"/>
              <a:gd name="connsiteX3" fmla="*/ 69519 w 139038"/>
              <a:gd name="connsiteY3" fmla="*/ 0 h 139038"/>
              <a:gd name="connsiteX4" fmla="*/ 60082 w 139038"/>
              <a:gd name="connsiteY4" fmla="*/ 9437 h 139038"/>
              <a:gd name="connsiteX5" fmla="*/ 60082 w 139038"/>
              <a:gd name="connsiteY5" fmla="*/ 60082 h 139038"/>
              <a:gd name="connsiteX6" fmla="*/ 9437 w 139038"/>
              <a:gd name="connsiteY6" fmla="*/ 60082 h 139038"/>
              <a:gd name="connsiteX7" fmla="*/ 0 w 139038"/>
              <a:gd name="connsiteY7" fmla="*/ 69519 h 139038"/>
              <a:gd name="connsiteX8" fmla="*/ 9437 w 139038"/>
              <a:gd name="connsiteY8" fmla="*/ 78956 h 139038"/>
              <a:gd name="connsiteX9" fmla="*/ 60082 w 139038"/>
              <a:gd name="connsiteY9" fmla="*/ 78956 h 139038"/>
              <a:gd name="connsiteX10" fmla="*/ 60082 w 139038"/>
              <a:gd name="connsiteY10" fmla="*/ 129601 h 139038"/>
              <a:gd name="connsiteX11" fmla="*/ 69519 w 139038"/>
              <a:gd name="connsiteY11" fmla="*/ 139038 h 139038"/>
              <a:gd name="connsiteX12" fmla="*/ 78956 w 139038"/>
              <a:gd name="connsiteY12" fmla="*/ 129601 h 139038"/>
              <a:gd name="connsiteX13" fmla="*/ 78956 w 139038"/>
              <a:gd name="connsiteY13" fmla="*/ 78956 h 139038"/>
              <a:gd name="connsiteX14" fmla="*/ 129601 w 139038"/>
              <a:gd name="connsiteY14" fmla="*/ 78956 h 139038"/>
              <a:gd name="connsiteX15" fmla="*/ 139038 w 139038"/>
              <a:gd name="connsiteY15" fmla="*/ 69519 h 139038"/>
              <a:gd name="connsiteX16" fmla="*/ 129601 w 139038"/>
              <a:gd name="connsiteY16" fmla="*/ 60082 h 139038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  <a:cxn ang="0">
                <a:pos x="connsiteX13" y="connsiteY13"/>
              </a:cxn>
              <a:cxn ang="0">
                <a:pos x="connsiteX14" y="connsiteY14"/>
              </a:cxn>
              <a:cxn ang="0">
                <a:pos x="connsiteX15" y="connsiteY15"/>
              </a:cxn>
              <a:cxn ang="0">
                <a:pos x="connsiteX16" y="connsiteY16"/>
              </a:cxn>
            </a:cxnLst>
            <a:rect l="l" t="t" r="r" b="b"/>
            <a:pathLst>
              <a:path w="139038" h="139038">
                <a:moveTo>
                  <a:pt x="129601" y="60082"/>
                </a:moveTo>
                <a:lnTo>
                  <a:pt x="78956" y="60082"/>
                </a:lnTo>
                <a:lnTo>
                  <a:pt x="78956" y="9437"/>
                </a:lnTo>
                <a:cubicBezTo>
                  <a:pt x="78956" y="4225"/>
                  <a:pt x="74731" y="0"/>
                  <a:pt x="69519" y="0"/>
                </a:cubicBezTo>
                <a:cubicBezTo>
                  <a:pt x="64307" y="0"/>
                  <a:pt x="60082" y="4225"/>
                  <a:pt x="60082" y="9437"/>
                </a:cubicBezTo>
                <a:lnTo>
                  <a:pt x="60082" y="60082"/>
                </a:lnTo>
                <a:lnTo>
                  <a:pt x="9437" y="60082"/>
                </a:lnTo>
                <a:cubicBezTo>
                  <a:pt x="4225" y="60082"/>
                  <a:pt x="0" y="64307"/>
                  <a:pt x="0" y="69519"/>
                </a:cubicBezTo>
                <a:cubicBezTo>
                  <a:pt x="0" y="74731"/>
                  <a:pt x="4225" y="78956"/>
                  <a:pt x="9437" y="78956"/>
                </a:cubicBezTo>
                <a:lnTo>
                  <a:pt x="60082" y="78956"/>
                </a:lnTo>
                <a:lnTo>
                  <a:pt x="60082" y="129601"/>
                </a:lnTo>
                <a:cubicBezTo>
                  <a:pt x="60082" y="134813"/>
                  <a:pt x="64307" y="139038"/>
                  <a:pt x="69519" y="139038"/>
                </a:cubicBezTo>
                <a:cubicBezTo>
                  <a:pt x="74731" y="139038"/>
                  <a:pt x="78956" y="134813"/>
                  <a:pt x="78956" y="129601"/>
                </a:cubicBezTo>
                <a:lnTo>
                  <a:pt x="78956" y="78956"/>
                </a:lnTo>
                <a:lnTo>
                  <a:pt x="129601" y="78956"/>
                </a:lnTo>
                <a:cubicBezTo>
                  <a:pt x="134813" y="78956"/>
                  <a:pt x="139038" y="74731"/>
                  <a:pt x="139038" y="69519"/>
                </a:cubicBezTo>
                <a:cubicBezTo>
                  <a:pt x="139038" y="64307"/>
                  <a:pt x="134813" y="60082"/>
                  <a:pt x="129601" y="60082"/>
                </a:cubicBezTo>
                <a:close/>
              </a:path>
            </a:pathLst>
          </a:custGeom>
          <a:solidFill>
            <a:srgbClr val="FFFFFF"/>
          </a:solidFill>
          <a:ln w="603" cap="flat">
            <a:noFill/>
            <a:prstDash val="solid"/>
            <a:miter/>
          </a:ln>
        </p:spPr>
        <p:txBody>
          <a:bodyPr rtlCol="0" anchor="ctr"/>
          <a:lstStyle/>
          <a:p>
            <a:endParaRPr lang="en-US">
              <a:solidFill>
                <a:srgbClr val="FFFFFF"/>
              </a:solidFill>
            </a:endParaRPr>
          </a:p>
        </p:txBody>
      </p:sp>
      <p:sp>
        <p:nvSpPr>
          <p:cNvPr id="30" name="Graphic 12">
            <a:extLst>
              <a:ext uri="{FF2B5EF4-FFF2-40B4-BE49-F238E27FC236}">
                <a16:creationId xmlns:a16="http://schemas.microsoft.com/office/drawing/2014/main" id="{712D4376-A578-4FF1-94FC-245E7A6A489F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7176380" y="2973840"/>
            <a:ext cx="91138" cy="91138"/>
          </a:xfrm>
          <a:custGeom>
            <a:avLst/>
            <a:gdLst>
              <a:gd name="connsiteX0" fmla="*/ 91138 w 91138"/>
              <a:gd name="connsiteY0" fmla="*/ 45569 h 91138"/>
              <a:gd name="connsiteX1" fmla="*/ 45569 w 91138"/>
              <a:gd name="connsiteY1" fmla="*/ 91138 h 91138"/>
              <a:gd name="connsiteX2" fmla="*/ 0 w 91138"/>
              <a:gd name="connsiteY2" fmla="*/ 45569 h 91138"/>
              <a:gd name="connsiteX3" fmla="*/ 45569 w 91138"/>
              <a:gd name="connsiteY3" fmla="*/ 0 h 91138"/>
              <a:gd name="connsiteX4" fmla="*/ 91138 w 91138"/>
              <a:gd name="connsiteY4" fmla="*/ 45569 h 91138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91138" h="91138">
                <a:moveTo>
                  <a:pt x="91138" y="45569"/>
                </a:moveTo>
                <a:cubicBezTo>
                  <a:pt x="91138" y="70736"/>
                  <a:pt x="70736" y="91138"/>
                  <a:pt x="45569" y="91138"/>
                </a:cubicBezTo>
                <a:cubicBezTo>
                  <a:pt x="20402" y="91138"/>
                  <a:pt x="0" y="70736"/>
                  <a:pt x="0" y="45569"/>
                </a:cubicBezTo>
                <a:cubicBezTo>
                  <a:pt x="0" y="20402"/>
                  <a:pt x="20402" y="0"/>
                  <a:pt x="45569" y="0"/>
                </a:cubicBezTo>
                <a:cubicBezTo>
                  <a:pt x="70736" y="0"/>
                  <a:pt x="91138" y="20402"/>
                  <a:pt x="91138" y="45569"/>
                </a:cubicBezTo>
                <a:close/>
              </a:path>
            </a:pathLst>
          </a:custGeom>
          <a:solidFill>
            <a:srgbClr val="FFFFFF"/>
          </a:solidFill>
          <a:ln w="422" cap="flat">
            <a:noFill/>
            <a:prstDash val="solid"/>
            <a:miter/>
          </a:ln>
        </p:spPr>
        <p:txBody>
          <a:bodyPr rtlCol="0" anchor="ctr"/>
          <a:lstStyle/>
          <a:p>
            <a:endParaRPr lang="en-US">
              <a:solidFill>
                <a:srgbClr val="FFFFFF"/>
              </a:solidFill>
            </a:endParaRPr>
          </a:p>
        </p:txBody>
      </p:sp>
      <p:sp>
        <p:nvSpPr>
          <p:cNvPr id="32" name="Graphic 15">
            <a:extLst>
              <a:ext uri="{FF2B5EF4-FFF2-40B4-BE49-F238E27FC236}">
                <a16:creationId xmlns:a16="http://schemas.microsoft.com/office/drawing/2014/main" id="{AEA7509D-F04F-40CB-A0B3-EEF16499CC9F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6802062" y="3198265"/>
            <a:ext cx="127713" cy="127713"/>
          </a:xfrm>
          <a:custGeom>
            <a:avLst/>
            <a:gdLst>
              <a:gd name="connsiteX0" fmla="*/ 63857 w 127713"/>
              <a:gd name="connsiteY0" fmla="*/ 18874 h 127713"/>
              <a:gd name="connsiteX1" fmla="*/ 108839 w 127713"/>
              <a:gd name="connsiteY1" fmla="*/ 63857 h 127713"/>
              <a:gd name="connsiteX2" fmla="*/ 63857 w 127713"/>
              <a:gd name="connsiteY2" fmla="*/ 108839 h 127713"/>
              <a:gd name="connsiteX3" fmla="*/ 18874 w 127713"/>
              <a:gd name="connsiteY3" fmla="*/ 63857 h 127713"/>
              <a:gd name="connsiteX4" fmla="*/ 63857 w 127713"/>
              <a:gd name="connsiteY4" fmla="*/ 18874 h 127713"/>
              <a:gd name="connsiteX5" fmla="*/ 63857 w 127713"/>
              <a:gd name="connsiteY5" fmla="*/ 0 h 127713"/>
              <a:gd name="connsiteX6" fmla="*/ 0 w 127713"/>
              <a:gd name="connsiteY6" fmla="*/ 63857 h 127713"/>
              <a:gd name="connsiteX7" fmla="*/ 63857 w 127713"/>
              <a:gd name="connsiteY7" fmla="*/ 127713 h 127713"/>
              <a:gd name="connsiteX8" fmla="*/ 127713 w 127713"/>
              <a:gd name="connsiteY8" fmla="*/ 63857 h 127713"/>
              <a:gd name="connsiteX9" fmla="*/ 63857 w 127713"/>
              <a:gd name="connsiteY9" fmla="*/ 0 h 127713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</a:cxnLst>
            <a:rect l="l" t="t" r="r" b="b"/>
            <a:pathLst>
              <a:path w="127713" h="127713">
                <a:moveTo>
                  <a:pt x="63857" y="18874"/>
                </a:moveTo>
                <a:cubicBezTo>
                  <a:pt x="88700" y="18874"/>
                  <a:pt x="108839" y="39013"/>
                  <a:pt x="108839" y="63857"/>
                </a:cubicBezTo>
                <a:cubicBezTo>
                  <a:pt x="108839" y="88700"/>
                  <a:pt x="88700" y="108839"/>
                  <a:pt x="63857" y="108839"/>
                </a:cubicBezTo>
                <a:cubicBezTo>
                  <a:pt x="39013" y="108839"/>
                  <a:pt x="18874" y="88700"/>
                  <a:pt x="18874" y="63857"/>
                </a:cubicBezTo>
                <a:cubicBezTo>
                  <a:pt x="18898" y="39023"/>
                  <a:pt x="39023" y="18898"/>
                  <a:pt x="63857" y="18874"/>
                </a:cubicBezTo>
                <a:moveTo>
                  <a:pt x="63857" y="0"/>
                </a:moveTo>
                <a:cubicBezTo>
                  <a:pt x="28590" y="0"/>
                  <a:pt x="0" y="28590"/>
                  <a:pt x="0" y="63857"/>
                </a:cubicBezTo>
                <a:cubicBezTo>
                  <a:pt x="0" y="99124"/>
                  <a:pt x="28590" y="127713"/>
                  <a:pt x="63857" y="127713"/>
                </a:cubicBezTo>
                <a:cubicBezTo>
                  <a:pt x="99124" y="127713"/>
                  <a:pt x="127713" y="99124"/>
                  <a:pt x="127713" y="63857"/>
                </a:cubicBezTo>
                <a:cubicBezTo>
                  <a:pt x="127713" y="28590"/>
                  <a:pt x="99124" y="0"/>
                  <a:pt x="63857" y="0"/>
                </a:cubicBezTo>
                <a:close/>
              </a:path>
            </a:pathLst>
          </a:custGeom>
          <a:solidFill>
            <a:srgbClr val="FFFFFF"/>
          </a:solidFill>
          <a:ln w="610" cap="flat">
            <a:noFill/>
            <a:prstDash val="solid"/>
            <a:miter/>
          </a:ln>
        </p:spPr>
        <p:txBody>
          <a:bodyPr rtlCol="0" anchor="ctr"/>
          <a:lstStyle/>
          <a:p>
            <a:endParaRPr lang="en-US">
              <a:solidFill>
                <a:srgbClr val="FFFFFF"/>
              </a:solidFill>
            </a:endParaRPr>
          </a:p>
        </p:txBody>
      </p:sp>
      <p:cxnSp>
        <p:nvCxnSpPr>
          <p:cNvPr id="34" name="Straight Connector 33">
            <a:extLst>
              <a:ext uri="{FF2B5EF4-FFF2-40B4-BE49-F238E27FC236}">
                <a16:creationId xmlns:a16="http://schemas.microsoft.com/office/drawing/2014/main" id="{56020367-4FD5-4596-8E10-C5F095CD8DBF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CxnSpPr>
            <a:cxnSpLocks noGrp="1" noRot="1" noChangeAspect="1" noMove="1" noResize="1" noEditPoints="1" noAdjustHandles="1" noChangeArrowheads="1" noChangeShapeType="1"/>
          </p:cNvCxn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CxnSpPr>
        <p:spPr>
          <a:xfrm>
            <a:off x="1301262" y="3496322"/>
            <a:ext cx="0" cy="3352800"/>
          </a:xfrm>
          <a:prstGeom prst="line">
            <a:avLst/>
          </a:prstGeom>
          <a:ln w="25400" cap="sq">
            <a:solidFill>
              <a:srgbClr val="FFFFFF"/>
            </a:solidFill>
            <a:bevel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4138824133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9" name="Rectangle 8">
            <a:extLst>
              <a:ext uri="{FF2B5EF4-FFF2-40B4-BE49-F238E27FC236}">
                <a16:creationId xmlns:a16="http://schemas.microsoft.com/office/drawing/2014/main" id="{327D73B4-9F5C-4A64-A179-51B9500CB8B5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92000" cy="6858000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1" name="Oval 10">
            <a:extLst>
              <a:ext uri="{FF2B5EF4-FFF2-40B4-BE49-F238E27FC236}">
                <a16:creationId xmlns:a16="http://schemas.microsoft.com/office/drawing/2014/main" id="{C1F06963-6374-4B48-844F-071A9BAAAE02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199528" y="554152"/>
            <a:ext cx="5742189" cy="5742189"/>
          </a:xfrm>
          <a:prstGeom prst="ellipse">
            <a:avLst/>
          </a:prstGeom>
          <a:gradFill flip="none" rotWithShape="1">
            <a:gsLst>
              <a:gs pos="0">
                <a:schemeClr val="accent1"/>
              </a:gs>
              <a:gs pos="100000">
                <a:schemeClr val="accent2"/>
              </a:gs>
            </a:gsLst>
            <a:lin ang="2700000" scaled="1"/>
            <a:tileRect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17A0E0BA-2BC6-2011-5F45-0D22899D1C14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245072" y="1289765"/>
            <a:ext cx="3651101" cy="4270963"/>
          </a:xfrm>
        </p:spPr>
        <p:txBody>
          <a:bodyPr anchor="ctr">
            <a:normAutofit/>
          </a:bodyPr>
          <a:lstStyle/>
          <a:p>
            <a:pPr algn="ctr"/>
            <a:r>
              <a:rPr lang="en-IN" sz="4000" dirty="0">
                <a:solidFill>
                  <a:srgbClr val="FFFFFF"/>
                </a:solidFill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Introduction to Amazon DynamoDB</a:t>
            </a:r>
          </a:p>
        </p:txBody>
      </p:sp>
      <p:sp>
        <p:nvSpPr>
          <p:cNvPr id="13" name="Graphic 11">
            <a:extLst>
              <a:ext uri="{FF2B5EF4-FFF2-40B4-BE49-F238E27FC236}">
                <a16:creationId xmlns:a16="http://schemas.microsoft.com/office/drawing/2014/main" id="{6CB927A4-E432-4310-9CD5-E89FF5063179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1123493" y="374394"/>
            <a:ext cx="171515" cy="171515"/>
          </a:xfrm>
          <a:custGeom>
            <a:avLst/>
            <a:gdLst>
              <a:gd name="connsiteX0" fmla="*/ 159874 w 171515"/>
              <a:gd name="connsiteY0" fmla="*/ 74116 h 171515"/>
              <a:gd name="connsiteX1" fmla="*/ 97399 w 171515"/>
              <a:gd name="connsiteY1" fmla="*/ 74116 h 171515"/>
              <a:gd name="connsiteX2" fmla="*/ 97399 w 171515"/>
              <a:gd name="connsiteY2" fmla="*/ 11641 h 171515"/>
              <a:gd name="connsiteX3" fmla="*/ 85758 w 171515"/>
              <a:gd name="connsiteY3" fmla="*/ 0 h 171515"/>
              <a:gd name="connsiteX4" fmla="*/ 74116 w 171515"/>
              <a:gd name="connsiteY4" fmla="*/ 11641 h 171515"/>
              <a:gd name="connsiteX5" fmla="*/ 74116 w 171515"/>
              <a:gd name="connsiteY5" fmla="*/ 74116 h 171515"/>
              <a:gd name="connsiteX6" fmla="*/ 11641 w 171515"/>
              <a:gd name="connsiteY6" fmla="*/ 74116 h 171515"/>
              <a:gd name="connsiteX7" fmla="*/ 0 w 171515"/>
              <a:gd name="connsiteY7" fmla="*/ 85758 h 171515"/>
              <a:gd name="connsiteX8" fmla="*/ 11641 w 171515"/>
              <a:gd name="connsiteY8" fmla="*/ 97399 h 171515"/>
              <a:gd name="connsiteX9" fmla="*/ 74116 w 171515"/>
              <a:gd name="connsiteY9" fmla="*/ 97399 h 171515"/>
              <a:gd name="connsiteX10" fmla="*/ 74116 w 171515"/>
              <a:gd name="connsiteY10" fmla="*/ 159874 h 171515"/>
              <a:gd name="connsiteX11" fmla="*/ 85758 w 171515"/>
              <a:gd name="connsiteY11" fmla="*/ 171515 h 171515"/>
              <a:gd name="connsiteX12" fmla="*/ 97399 w 171515"/>
              <a:gd name="connsiteY12" fmla="*/ 159874 h 171515"/>
              <a:gd name="connsiteX13" fmla="*/ 97399 w 171515"/>
              <a:gd name="connsiteY13" fmla="*/ 97399 h 171515"/>
              <a:gd name="connsiteX14" fmla="*/ 159874 w 171515"/>
              <a:gd name="connsiteY14" fmla="*/ 97399 h 171515"/>
              <a:gd name="connsiteX15" fmla="*/ 171515 w 171515"/>
              <a:gd name="connsiteY15" fmla="*/ 85758 h 171515"/>
              <a:gd name="connsiteX16" fmla="*/ 159874 w 171515"/>
              <a:gd name="connsiteY16" fmla="*/ 74116 h 171515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  <a:cxn ang="0">
                <a:pos x="connsiteX13" y="connsiteY13"/>
              </a:cxn>
              <a:cxn ang="0">
                <a:pos x="connsiteX14" y="connsiteY14"/>
              </a:cxn>
              <a:cxn ang="0">
                <a:pos x="connsiteX15" y="connsiteY15"/>
              </a:cxn>
              <a:cxn ang="0">
                <a:pos x="connsiteX16" y="connsiteY16"/>
              </a:cxn>
            </a:cxnLst>
            <a:rect l="l" t="t" r="r" b="b"/>
            <a:pathLst>
              <a:path w="171515" h="171515">
                <a:moveTo>
                  <a:pt x="159874" y="74116"/>
                </a:moveTo>
                <a:lnTo>
                  <a:pt x="97399" y="74116"/>
                </a:lnTo>
                <a:lnTo>
                  <a:pt x="97399" y="11641"/>
                </a:lnTo>
                <a:cubicBezTo>
                  <a:pt x="97399" y="5212"/>
                  <a:pt x="92187" y="0"/>
                  <a:pt x="85758" y="0"/>
                </a:cubicBezTo>
                <a:cubicBezTo>
                  <a:pt x="79328" y="0"/>
                  <a:pt x="74116" y="5212"/>
                  <a:pt x="74116" y="11641"/>
                </a:cubicBezTo>
                <a:lnTo>
                  <a:pt x="74116" y="74116"/>
                </a:lnTo>
                <a:lnTo>
                  <a:pt x="11641" y="74116"/>
                </a:lnTo>
                <a:cubicBezTo>
                  <a:pt x="5212" y="74116"/>
                  <a:pt x="0" y="79328"/>
                  <a:pt x="0" y="85758"/>
                </a:cubicBezTo>
                <a:cubicBezTo>
                  <a:pt x="0" y="92187"/>
                  <a:pt x="5212" y="97399"/>
                  <a:pt x="11641" y="97399"/>
                </a:cubicBezTo>
                <a:lnTo>
                  <a:pt x="74116" y="97399"/>
                </a:lnTo>
                <a:lnTo>
                  <a:pt x="74116" y="159874"/>
                </a:lnTo>
                <a:cubicBezTo>
                  <a:pt x="74116" y="166303"/>
                  <a:pt x="79328" y="171515"/>
                  <a:pt x="85758" y="171515"/>
                </a:cubicBezTo>
                <a:cubicBezTo>
                  <a:pt x="92187" y="171515"/>
                  <a:pt x="97399" y="166303"/>
                  <a:pt x="97399" y="159874"/>
                </a:cubicBezTo>
                <a:lnTo>
                  <a:pt x="97399" y="97399"/>
                </a:lnTo>
                <a:lnTo>
                  <a:pt x="159874" y="97399"/>
                </a:lnTo>
                <a:cubicBezTo>
                  <a:pt x="166303" y="97399"/>
                  <a:pt x="171515" y="92187"/>
                  <a:pt x="171515" y="85758"/>
                </a:cubicBezTo>
                <a:cubicBezTo>
                  <a:pt x="171515" y="79328"/>
                  <a:pt x="166303" y="74116"/>
                  <a:pt x="159874" y="74116"/>
                </a:cubicBezTo>
                <a:close/>
              </a:path>
            </a:pathLst>
          </a:custGeom>
          <a:solidFill>
            <a:schemeClr val="accent2"/>
          </a:solidFill>
          <a:ln w="776" cap="flat">
            <a:noFill/>
            <a:prstDash val="solid"/>
            <a:miter/>
          </a:ln>
        </p:spPr>
        <p:txBody>
          <a:bodyPr rtlCol="0" anchor="ctr"/>
          <a:lstStyle/>
          <a:p>
            <a:endParaRPr lang="en-US"/>
          </a:p>
        </p:txBody>
      </p:sp>
      <p:sp>
        <p:nvSpPr>
          <p:cNvPr id="15" name="Graphic 12">
            <a:extLst>
              <a:ext uri="{FF2B5EF4-FFF2-40B4-BE49-F238E27FC236}">
                <a16:creationId xmlns:a16="http://schemas.microsoft.com/office/drawing/2014/main" id="{1453BF6C-B012-48B7-B4E8-6D7AC7C27D02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550109" y="1084507"/>
            <a:ext cx="157545" cy="157545"/>
          </a:xfrm>
          <a:custGeom>
            <a:avLst/>
            <a:gdLst>
              <a:gd name="connsiteX0" fmla="*/ 78773 w 157545"/>
              <a:gd name="connsiteY0" fmla="*/ 23283 h 157545"/>
              <a:gd name="connsiteX1" fmla="*/ 134262 w 157545"/>
              <a:gd name="connsiteY1" fmla="*/ 78773 h 157545"/>
              <a:gd name="connsiteX2" fmla="*/ 78773 w 157545"/>
              <a:gd name="connsiteY2" fmla="*/ 134262 h 157545"/>
              <a:gd name="connsiteX3" fmla="*/ 23283 w 157545"/>
              <a:gd name="connsiteY3" fmla="*/ 78773 h 157545"/>
              <a:gd name="connsiteX4" fmla="*/ 78773 w 157545"/>
              <a:gd name="connsiteY4" fmla="*/ 23283 h 157545"/>
              <a:gd name="connsiteX5" fmla="*/ 78773 w 157545"/>
              <a:gd name="connsiteY5" fmla="*/ 0 h 157545"/>
              <a:gd name="connsiteX6" fmla="*/ 0 w 157545"/>
              <a:gd name="connsiteY6" fmla="*/ 78773 h 157545"/>
              <a:gd name="connsiteX7" fmla="*/ 78773 w 157545"/>
              <a:gd name="connsiteY7" fmla="*/ 157545 h 157545"/>
              <a:gd name="connsiteX8" fmla="*/ 157545 w 157545"/>
              <a:gd name="connsiteY8" fmla="*/ 78773 h 157545"/>
              <a:gd name="connsiteX9" fmla="*/ 78773 w 157545"/>
              <a:gd name="connsiteY9" fmla="*/ 0 h 157545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</a:cxnLst>
            <a:rect l="l" t="t" r="r" b="b"/>
            <a:pathLst>
              <a:path w="157545" h="157545">
                <a:moveTo>
                  <a:pt x="78773" y="23283"/>
                </a:moveTo>
                <a:cubicBezTo>
                  <a:pt x="109419" y="23283"/>
                  <a:pt x="134262" y="48126"/>
                  <a:pt x="134262" y="78773"/>
                </a:cubicBezTo>
                <a:cubicBezTo>
                  <a:pt x="134262" y="109419"/>
                  <a:pt x="109419" y="134262"/>
                  <a:pt x="78773" y="134262"/>
                </a:cubicBezTo>
                <a:cubicBezTo>
                  <a:pt x="48126" y="134262"/>
                  <a:pt x="23283" y="109419"/>
                  <a:pt x="23283" y="78773"/>
                </a:cubicBezTo>
                <a:cubicBezTo>
                  <a:pt x="23312" y="48139"/>
                  <a:pt x="48139" y="23312"/>
                  <a:pt x="78773" y="23283"/>
                </a:cubicBezTo>
                <a:moveTo>
                  <a:pt x="78773" y="0"/>
                </a:moveTo>
                <a:cubicBezTo>
                  <a:pt x="35268" y="0"/>
                  <a:pt x="0" y="35268"/>
                  <a:pt x="0" y="78773"/>
                </a:cubicBezTo>
                <a:cubicBezTo>
                  <a:pt x="0" y="122277"/>
                  <a:pt x="35268" y="157545"/>
                  <a:pt x="78773" y="157545"/>
                </a:cubicBezTo>
                <a:cubicBezTo>
                  <a:pt x="122277" y="157545"/>
                  <a:pt x="157545" y="122277"/>
                  <a:pt x="157545" y="78773"/>
                </a:cubicBezTo>
                <a:cubicBezTo>
                  <a:pt x="157545" y="35268"/>
                  <a:pt x="122277" y="0"/>
                  <a:pt x="78773" y="0"/>
                </a:cubicBezTo>
                <a:close/>
              </a:path>
            </a:pathLst>
          </a:custGeom>
          <a:solidFill>
            <a:schemeClr val="accent2"/>
          </a:solidFill>
          <a:ln w="751" cap="flat">
            <a:noFill/>
            <a:prstDash val="solid"/>
            <a:miter/>
          </a:ln>
        </p:spPr>
        <p:txBody>
          <a:bodyPr rtlCol="0" anchor="ctr"/>
          <a:lstStyle/>
          <a:p>
            <a:endParaRPr lang="en-US"/>
          </a:p>
        </p:txBody>
      </p:sp>
      <p:sp>
        <p:nvSpPr>
          <p:cNvPr id="4" name="Rectangle 1">
            <a:extLst>
              <a:ext uri="{FF2B5EF4-FFF2-40B4-BE49-F238E27FC236}">
                <a16:creationId xmlns:a16="http://schemas.microsoft.com/office/drawing/2014/main" id="{FF6F0B35-0A9B-976F-ADA4-C7AF512516BE}"/>
              </a:ext>
            </a:extLst>
          </p:cNvPr>
          <p:cNvSpPr>
            <a:spLocks noGrp="1" noChangeArrowheads="1"/>
          </p:cNvSpPr>
          <p:nvPr>
            <p:ph idx="1"/>
          </p:nvPr>
        </p:nvSpPr>
        <p:spPr bwMode="auto">
          <a:xfrm>
            <a:off x="6297233" y="518400"/>
            <a:ext cx="4771607" cy="5837949"/>
          </a:xfrm>
          <a:prstGeom prst="rect">
            <a:avLst/>
          </a:prstGeom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lIns="91440" tIns="45720" rIns="91440" bIns="45720" numCol="1" anchor="ctr" anchorCtr="0" compatLnSpc="1">
            <a:prstTxWarp prst="textNoShape">
              <a:avLst/>
            </a:prstTxWarp>
            <a:normAutofit/>
          </a:bodyPr>
          <a:lstStyle/>
          <a:p>
            <a:pPr marL="0" marR="0" lvl="0" indent="0" defTabSz="914400" rtl="0" eaLnBrk="0" fontAlgn="base" latinLnBrk="0" hangingPunct="0">
              <a:spcBef>
                <a:spcPct val="0"/>
              </a:spcBef>
              <a:spcAft>
                <a:spcPts val="600"/>
              </a:spcAft>
              <a:buClrTx/>
              <a:buSzTx/>
              <a:buFontTx/>
              <a:buChar char="•"/>
              <a:tabLst/>
            </a:pPr>
            <a:r>
              <a:rPr kumimoji="0" lang="en-US" altLang="en-US" sz="2000" i="0" u="none" strike="noStrike" cap="none" normalizeH="0" baseline="0" dirty="0">
                <a:ln>
                  <a:noFill/>
                </a:ln>
                <a:solidFill>
                  <a:schemeClr val="tx1">
                    <a:alpha val="80000"/>
                  </a:schemeClr>
                </a:solidFill>
                <a:effectLst/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Amazon DynamoDB is a fully managed NoSQL database service by AWS.</a:t>
            </a:r>
          </a:p>
          <a:p>
            <a:pPr marL="0" marR="0" lvl="0" indent="0" defTabSz="914400" rtl="0" eaLnBrk="0" fontAlgn="base" latinLnBrk="0" hangingPunct="0">
              <a:spcBef>
                <a:spcPct val="0"/>
              </a:spcBef>
              <a:spcAft>
                <a:spcPts val="600"/>
              </a:spcAft>
              <a:buClrTx/>
              <a:buSzTx/>
              <a:buFontTx/>
              <a:buChar char="•"/>
              <a:tabLst/>
            </a:pPr>
            <a:endParaRPr kumimoji="0" lang="en-US" altLang="en-US" sz="2000" i="0" u="none" strike="noStrike" cap="none" normalizeH="0" baseline="0" dirty="0">
              <a:ln>
                <a:noFill/>
              </a:ln>
              <a:solidFill>
                <a:schemeClr val="tx1">
                  <a:alpha val="80000"/>
                </a:schemeClr>
              </a:solidFill>
              <a:effectLst/>
              <a:latin typeface="Calibri" panose="020F0502020204030204" pitchFamily="34" charset="0"/>
              <a:ea typeface="Calibri" panose="020F0502020204030204" pitchFamily="34" charset="0"/>
              <a:cs typeface="Calibri" panose="020F0502020204030204" pitchFamily="34" charset="0"/>
            </a:endParaRPr>
          </a:p>
          <a:p>
            <a:pPr marL="0" marR="0" lvl="0" indent="0" defTabSz="914400" rtl="0" eaLnBrk="0" fontAlgn="base" latinLnBrk="0" hangingPunct="0">
              <a:spcBef>
                <a:spcPct val="0"/>
              </a:spcBef>
              <a:spcAft>
                <a:spcPts val="600"/>
              </a:spcAft>
              <a:buClrTx/>
              <a:buSzTx/>
              <a:buFontTx/>
              <a:buChar char="•"/>
              <a:tabLst/>
            </a:pPr>
            <a:r>
              <a:rPr kumimoji="0" lang="en-US" altLang="en-US" sz="2000" i="0" u="none" strike="noStrike" cap="none" normalizeH="0" baseline="0" dirty="0">
                <a:ln>
                  <a:noFill/>
                </a:ln>
                <a:solidFill>
                  <a:schemeClr val="tx1">
                    <a:alpha val="80000"/>
                  </a:schemeClr>
                </a:solidFill>
                <a:effectLst/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Provides fast and predictable performance with seamless scalability.</a:t>
            </a:r>
          </a:p>
          <a:p>
            <a:pPr marL="0" marR="0" lvl="0" indent="0" defTabSz="914400" rtl="0" eaLnBrk="0" fontAlgn="base" latinLnBrk="0" hangingPunct="0">
              <a:spcBef>
                <a:spcPct val="0"/>
              </a:spcBef>
              <a:spcAft>
                <a:spcPts val="600"/>
              </a:spcAft>
              <a:buClrTx/>
              <a:buSzTx/>
              <a:buFontTx/>
              <a:buChar char="•"/>
              <a:tabLst/>
            </a:pPr>
            <a:endParaRPr kumimoji="0" lang="en-US" altLang="en-US" sz="2000" i="0" u="none" strike="noStrike" cap="none" normalizeH="0" baseline="0" dirty="0">
              <a:ln>
                <a:noFill/>
              </a:ln>
              <a:solidFill>
                <a:schemeClr val="tx1">
                  <a:alpha val="80000"/>
                </a:schemeClr>
              </a:solidFill>
              <a:effectLst/>
              <a:latin typeface="Calibri" panose="020F0502020204030204" pitchFamily="34" charset="0"/>
              <a:ea typeface="Calibri" panose="020F0502020204030204" pitchFamily="34" charset="0"/>
              <a:cs typeface="Calibri" panose="020F0502020204030204" pitchFamily="34" charset="0"/>
            </a:endParaRPr>
          </a:p>
          <a:p>
            <a:pPr marL="0" marR="0" lvl="0" indent="0" defTabSz="914400" rtl="0" eaLnBrk="0" fontAlgn="base" latinLnBrk="0" hangingPunct="0">
              <a:spcBef>
                <a:spcPct val="0"/>
              </a:spcBef>
              <a:spcAft>
                <a:spcPts val="600"/>
              </a:spcAft>
              <a:buClrTx/>
              <a:buSzTx/>
              <a:buFontTx/>
              <a:buChar char="•"/>
              <a:tabLst/>
            </a:pPr>
            <a:r>
              <a:rPr kumimoji="0" lang="en-US" altLang="en-US" sz="2000" i="0" u="none" strike="noStrike" cap="none" normalizeH="0" baseline="0" dirty="0">
                <a:ln>
                  <a:noFill/>
                </a:ln>
                <a:solidFill>
                  <a:schemeClr val="tx1">
                    <a:alpha val="80000"/>
                  </a:schemeClr>
                </a:solidFill>
                <a:effectLst/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Ideal for applications that require low-latency data access at any scale.</a:t>
            </a:r>
          </a:p>
          <a:p>
            <a:pPr marL="0" marR="0" lvl="0" indent="0" defTabSz="914400" rtl="0" eaLnBrk="0" fontAlgn="base" latinLnBrk="0" hangingPunct="0">
              <a:spcBef>
                <a:spcPct val="0"/>
              </a:spcBef>
              <a:spcAft>
                <a:spcPts val="600"/>
              </a:spcAft>
              <a:buClrTx/>
              <a:buSzTx/>
              <a:buFontTx/>
              <a:buChar char="•"/>
              <a:tabLst/>
            </a:pPr>
            <a:endParaRPr kumimoji="0" lang="en-US" altLang="en-US" sz="2000" i="0" u="none" strike="noStrike" cap="none" normalizeH="0" baseline="0" dirty="0">
              <a:ln>
                <a:noFill/>
              </a:ln>
              <a:solidFill>
                <a:schemeClr val="tx1">
                  <a:alpha val="80000"/>
                </a:schemeClr>
              </a:solidFill>
              <a:effectLst/>
              <a:latin typeface="Calibri" panose="020F0502020204030204" pitchFamily="34" charset="0"/>
              <a:ea typeface="Calibri" panose="020F0502020204030204" pitchFamily="34" charset="0"/>
              <a:cs typeface="Calibri" panose="020F0502020204030204" pitchFamily="34" charset="0"/>
            </a:endParaRPr>
          </a:p>
          <a:p>
            <a:pPr marL="0" marR="0" lvl="0" indent="0" defTabSz="914400" rtl="0" eaLnBrk="0" fontAlgn="base" latinLnBrk="0" hangingPunct="0">
              <a:spcBef>
                <a:spcPct val="0"/>
              </a:spcBef>
              <a:spcAft>
                <a:spcPts val="600"/>
              </a:spcAft>
              <a:buClrTx/>
              <a:buSzTx/>
              <a:buFontTx/>
              <a:buChar char="•"/>
              <a:tabLst/>
            </a:pPr>
            <a:r>
              <a:rPr kumimoji="0" lang="en-US" altLang="en-US" sz="2000" i="0" u="none" strike="noStrike" cap="none" normalizeH="0" baseline="0" dirty="0">
                <a:ln>
                  <a:noFill/>
                </a:ln>
                <a:solidFill>
                  <a:schemeClr val="tx1">
                    <a:alpha val="80000"/>
                  </a:schemeClr>
                </a:solidFill>
                <a:effectLst/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Serverless — no need to manage servers, patches, or scaling manually</a:t>
            </a:r>
          </a:p>
        </p:txBody>
      </p:sp>
      <p:sp>
        <p:nvSpPr>
          <p:cNvPr id="17" name="Graphic 10">
            <a:extLst>
              <a:ext uri="{FF2B5EF4-FFF2-40B4-BE49-F238E27FC236}">
                <a16:creationId xmlns:a16="http://schemas.microsoft.com/office/drawing/2014/main" id="{E3020543-B24B-4EC4-8FFC-8DD88EEA91A8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5436547" y="5751820"/>
            <a:ext cx="112426" cy="112426"/>
          </a:xfrm>
          <a:custGeom>
            <a:avLst/>
            <a:gdLst>
              <a:gd name="connsiteX0" fmla="*/ 112426 w 112426"/>
              <a:gd name="connsiteY0" fmla="*/ 56213 h 112426"/>
              <a:gd name="connsiteX1" fmla="*/ 56213 w 112426"/>
              <a:gd name="connsiteY1" fmla="*/ 112426 h 112426"/>
              <a:gd name="connsiteX2" fmla="*/ 0 w 112426"/>
              <a:gd name="connsiteY2" fmla="*/ 56213 h 112426"/>
              <a:gd name="connsiteX3" fmla="*/ 56213 w 112426"/>
              <a:gd name="connsiteY3" fmla="*/ 0 h 112426"/>
              <a:gd name="connsiteX4" fmla="*/ 112426 w 112426"/>
              <a:gd name="connsiteY4" fmla="*/ 56213 h 112426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112426" h="112426">
                <a:moveTo>
                  <a:pt x="112426" y="56213"/>
                </a:moveTo>
                <a:cubicBezTo>
                  <a:pt x="112426" y="87259"/>
                  <a:pt x="87259" y="112426"/>
                  <a:pt x="56213" y="112426"/>
                </a:cubicBezTo>
                <a:cubicBezTo>
                  <a:pt x="25167" y="112426"/>
                  <a:pt x="0" y="87259"/>
                  <a:pt x="0" y="56213"/>
                </a:cubicBezTo>
                <a:cubicBezTo>
                  <a:pt x="0" y="25167"/>
                  <a:pt x="25167" y="0"/>
                  <a:pt x="56213" y="0"/>
                </a:cubicBezTo>
                <a:cubicBezTo>
                  <a:pt x="87259" y="0"/>
                  <a:pt x="112426" y="25167"/>
                  <a:pt x="112426" y="56213"/>
                </a:cubicBezTo>
                <a:close/>
              </a:path>
            </a:pathLst>
          </a:custGeom>
          <a:solidFill>
            <a:schemeClr val="accent2"/>
          </a:solidFill>
          <a:ln w="516" cap="flat">
            <a:noFill/>
            <a:prstDash val="solid"/>
            <a:miter/>
          </a:ln>
        </p:spPr>
        <p:txBody>
          <a:bodyPr rtlCol="0" anchor="ctr"/>
          <a:lstStyle/>
          <a:p>
            <a:endParaRPr lang="en-US"/>
          </a:p>
        </p:txBody>
      </p:sp>
      <p:cxnSp>
        <p:nvCxnSpPr>
          <p:cNvPr id="19" name="Straight Connector 18">
            <a:extLst>
              <a:ext uri="{FF2B5EF4-FFF2-40B4-BE49-F238E27FC236}">
                <a16:creationId xmlns:a16="http://schemas.microsoft.com/office/drawing/2014/main" id="{C49DA8F6-BCC1-4447-B54C-57856834B94B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CxnSpPr>
            <a:cxnSpLocks noGrp="1" noRot="1" noChangeAspect="1" noMove="1" noResize="1" noEditPoints="1" noAdjustHandles="1" noChangeArrowheads="1" noChangeShapeType="1"/>
          </p:cNvCxn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CxnSpPr>
        <p:spPr>
          <a:xfrm>
            <a:off x="11586162" y="3610394"/>
            <a:ext cx="0" cy="3238728"/>
          </a:xfrm>
          <a:prstGeom prst="line">
            <a:avLst/>
          </a:prstGeom>
          <a:ln w="25400" cap="sq">
            <a:gradFill flip="none" rotWithShape="1">
              <a:gsLst>
                <a:gs pos="0">
                  <a:schemeClr val="accent1"/>
                </a:gs>
                <a:gs pos="100000">
                  <a:schemeClr val="accent2"/>
                </a:gs>
              </a:gsLst>
              <a:lin ang="5400000" scaled="0"/>
              <a:tileRect/>
            </a:gradFill>
            <a:bevel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1295751936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36" name="Rectangle 35">
            <a:extLst>
              <a:ext uri="{FF2B5EF4-FFF2-40B4-BE49-F238E27FC236}">
                <a16:creationId xmlns:a16="http://schemas.microsoft.com/office/drawing/2014/main" id="{7517A47C-B2E5-4B79-8061-D74B1311AF6E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92000" cy="6858000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 useBgFill="1">
        <p:nvSpPr>
          <p:cNvPr id="38" name="Freeform: Shape 37">
            <a:extLst>
              <a:ext uri="{FF2B5EF4-FFF2-40B4-BE49-F238E27FC236}">
                <a16:creationId xmlns:a16="http://schemas.microsoft.com/office/drawing/2014/main" id="{C505E780-2083-4CB5-A42A-5E0E2908ECC3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-1" y="0"/>
            <a:ext cx="4818889" cy="6858000"/>
          </a:xfrm>
          <a:custGeom>
            <a:avLst/>
            <a:gdLst>
              <a:gd name="connsiteX0" fmla="*/ 0 w 4818889"/>
              <a:gd name="connsiteY0" fmla="*/ 0 h 6858000"/>
              <a:gd name="connsiteX1" fmla="*/ 3605911 w 4818889"/>
              <a:gd name="connsiteY1" fmla="*/ 0 h 6858000"/>
              <a:gd name="connsiteX2" fmla="*/ 3668894 w 4818889"/>
              <a:gd name="connsiteY2" fmla="*/ 69271 h 6858000"/>
              <a:gd name="connsiteX3" fmla="*/ 4818889 w 4818889"/>
              <a:gd name="connsiteY3" fmla="*/ 3429000 h 6858000"/>
              <a:gd name="connsiteX4" fmla="*/ 3668894 w 4818889"/>
              <a:gd name="connsiteY4" fmla="*/ 6788730 h 6858000"/>
              <a:gd name="connsiteX5" fmla="*/ 3605911 w 4818889"/>
              <a:gd name="connsiteY5" fmla="*/ 6858000 h 6858000"/>
              <a:gd name="connsiteX6" fmla="*/ 0 w 4818889"/>
              <a:gd name="connsiteY6" fmla="*/ 6858000 h 685800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</a:cxnLst>
            <a:rect l="l" t="t" r="r" b="b"/>
            <a:pathLst>
              <a:path w="4818889" h="6858000">
                <a:moveTo>
                  <a:pt x="0" y="0"/>
                </a:moveTo>
                <a:lnTo>
                  <a:pt x="3605911" y="0"/>
                </a:lnTo>
                <a:lnTo>
                  <a:pt x="3668894" y="69271"/>
                </a:lnTo>
                <a:cubicBezTo>
                  <a:pt x="4379420" y="929100"/>
                  <a:pt x="4818889" y="2116944"/>
                  <a:pt x="4818889" y="3429000"/>
                </a:cubicBezTo>
                <a:cubicBezTo>
                  <a:pt x="4818889" y="4741056"/>
                  <a:pt x="4379420" y="5928900"/>
                  <a:pt x="3668894" y="6788730"/>
                </a:cubicBezTo>
                <a:lnTo>
                  <a:pt x="3605911" y="6858000"/>
                </a:lnTo>
                <a:lnTo>
                  <a:pt x="0" y="6858000"/>
                </a:lnTo>
                <a:close/>
              </a:path>
            </a:pathLst>
          </a:custGeom>
          <a:ln w="9525">
            <a:solidFill>
              <a:srgbClr val="EFEFEF"/>
            </a:solidFill>
          </a:ln>
          <a:effectLst>
            <a:outerShdw blurRad="88900" dist="38100" algn="l" rotWithShape="0">
              <a:schemeClr val="bg1">
                <a:lumMod val="85000"/>
                <a:alpha val="50000"/>
              </a:scheme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 useBgFill="1">
        <p:nvSpPr>
          <p:cNvPr id="40" name="Freeform: Shape 39">
            <a:extLst>
              <a:ext uri="{FF2B5EF4-FFF2-40B4-BE49-F238E27FC236}">
                <a16:creationId xmlns:a16="http://schemas.microsoft.com/office/drawing/2014/main" id="{D2C0AE1C-0118-41AE-8A10-7CDCBF10E96F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1" y="0"/>
            <a:ext cx="4811477" cy="6858000"/>
          </a:xfrm>
          <a:custGeom>
            <a:avLst/>
            <a:gdLst>
              <a:gd name="connsiteX0" fmla="*/ 0 w 4811477"/>
              <a:gd name="connsiteY0" fmla="*/ 0 h 6858000"/>
              <a:gd name="connsiteX1" fmla="*/ 3598499 w 4811477"/>
              <a:gd name="connsiteY1" fmla="*/ 0 h 6858000"/>
              <a:gd name="connsiteX2" fmla="*/ 3661482 w 4811477"/>
              <a:gd name="connsiteY2" fmla="*/ 69271 h 6858000"/>
              <a:gd name="connsiteX3" fmla="*/ 4811477 w 4811477"/>
              <a:gd name="connsiteY3" fmla="*/ 3429000 h 6858000"/>
              <a:gd name="connsiteX4" fmla="*/ 3661482 w 4811477"/>
              <a:gd name="connsiteY4" fmla="*/ 6788730 h 6858000"/>
              <a:gd name="connsiteX5" fmla="*/ 3598499 w 4811477"/>
              <a:gd name="connsiteY5" fmla="*/ 6858000 h 6858000"/>
              <a:gd name="connsiteX6" fmla="*/ 0 w 4811477"/>
              <a:gd name="connsiteY6" fmla="*/ 6858000 h 685800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</a:cxnLst>
            <a:rect l="l" t="t" r="r" b="b"/>
            <a:pathLst>
              <a:path w="4811477" h="6858000">
                <a:moveTo>
                  <a:pt x="0" y="0"/>
                </a:moveTo>
                <a:lnTo>
                  <a:pt x="3598499" y="0"/>
                </a:lnTo>
                <a:lnTo>
                  <a:pt x="3661482" y="69271"/>
                </a:lnTo>
                <a:cubicBezTo>
                  <a:pt x="4372008" y="929100"/>
                  <a:pt x="4811477" y="2116944"/>
                  <a:pt x="4811477" y="3429000"/>
                </a:cubicBezTo>
                <a:cubicBezTo>
                  <a:pt x="4811477" y="4741056"/>
                  <a:pt x="4372008" y="5928900"/>
                  <a:pt x="3661482" y="6788730"/>
                </a:cubicBezTo>
                <a:lnTo>
                  <a:pt x="3598499" y="6858000"/>
                </a:lnTo>
                <a:lnTo>
                  <a:pt x="0" y="6858000"/>
                </a:lnTo>
                <a:close/>
              </a:path>
            </a:pathLst>
          </a:custGeom>
          <a:ln w="9525">
            <a:noFill/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A9890ADE-A54E-9722-28D7-89E9076A0546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21792" y="1161288"/>
            <a:ext cx="3602736" cy="4526280"/>
          </a:xfrm>
        </p:spPr>
        <p:txBody>
          <a:bodyPr>
            <a:normAutofit/>
          </a:bodyPr>
          <a:lstStyle/>
          <a:p>
            <a:pPr algn="ctr"/>
            <a:r>
              <a:rPr lang="en-IN" sz="4000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Key Characteristics</a:t>
            </a:r>
          </a:p>
        </p:txBody>
      </p:sp>
      <p:sp>
        <p:nvSpPr>
          <p:cNvPr id="42" name="Rectangle 41">
            <a:extLst>
              <a:ext uri="{FF2B5EF4-FFF2-40B4-BE49-F238E27FC236}">
                <a16:creationId xmlns:a16="http://schemas.microsoft.com/office/drawing/2014/main" id="{463EEC44-1BA3-44ED-81FC-A644B04B2A44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3081528"/>
            <a:ext cx="128016" cy="704088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>
              <a:solidFill>
                <a:prstClr val="white"/>
              </a:solidFill>
              <a:latin typeface="Calibri" panose="020F0502020204030204"/>
            </a:endParaRPr>
          </a:p>
        </p:txBody>
      </p:sp>
      <p:graphicFrame>
        <p:nvGraphicFramePr>
          <p:cNvPr id="21" name="Rectangle 1">
            <a:extLst>
              <a:ext uri="{FF2B5EF4-FFF2-40B4-BE49-F238E27FC236}">
                <a16:creationId xmlns:a16="http://schemas.microsoft.com/office/drawing/2014/main" id="{135B4666-D813-8482-D0E6-CB6A6A977E07}"/>
              </a:ext>
            </a:extLst>
          </p:cNvPr>
          <p:cNvGraphicFramePr>
            <a:graphicFrameLocks noGrp="1"/>
          </p:cNvGraphicFramePr>
          <p:nvPr>
            <p:ph idx="1"/>
            <p:extLst>
              <p:ext uri="{D42A27DB-BD31-4B8C-83A1-F6EECF244321}">
                <p14:modId xmlns:p14="http://schemas.microsoft.com/office/powerpoint/2010/main" val="1583347159"/>
              </p:ext>
            </p:extLst>
          </p:nvPr>
        </p:nvGraphicFramePr>
        <p:xfrm>
          <a:off x="5303520" y="676656"/>
          <a:ext cx="6364224" cy="5513832"/>
        </p:xfrm>
        <a:graphic>
          <a:graphicData uri="http://schemas.openxmlformats.org/drawingml/2006/diagram">
            <dgm:relIds xmlns:dgm="http://schemas.openxmlformats.org/drawingml/2006/diagram" xmlns:r="http://schemas.openxmlformats.org/officeDocument/2006/relationships" r:dm="rId2" r:lo="rId3" r:qs="rId4" r:cs="rId5"/>
          </a:graphicData>
        </a:graphic>
      </p:graphicFrame>
    </p:spTree>
    <p:extLst>
      <p:ext uri="{BB962C8B-B14F-4D97-AF65-F5344CB8AC3E}">
        <p14:creationId xmlns:p14="http://schemas.microsoft.com/office/powerpoint/2010/main" val="3068146159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9" name="Rectangle 8">
            <a:extLst>
              <a:ext uri="{FF2B5EF4-FFF2-40B4-BE49-F238E27FC236}">
                <a16:creationId xmlns:a16="http://schemas.microsoft.com/office/drawing/2014/main" id="{327D73B4-9F5C-4A64-A179-51B9500CB8B5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92000" cy="6858000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1" name="Oval 10">
            <a:extLst>
              <a:ext uri="{FF2B5EF4-FFF2-40B4-BE49-F238E27FC236}">
                <a16:creationId xmlns:a16="http://schemas.microsoft.com/office/drawing/2014/main" id="{C1F06963-6374-4B48-844F-071A9BAAAE02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199528" y="554152"/>
            <a:ext cx="5742189" cy="5742189"/>
          </a:xfrm>
          <a:prstGeom prst="ellipse">
            <a:avLst/>
          </a:prstGeom>
          <a:gradFill flip="none" rotWithShape="1">
            <a:gsLst>
              <a:gs pos="0">
                <a:schemeClr val="accent1"/>
              </a:gs>
              <a:gs pos="100000">
                <a:schemeClr val="accent2"/>
              </a:gs>
            </a:gsLst>
            <a:lin ang="2700000" scaled="1"/>
            <a:tileRect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BA0E0DD8-43EC-2E4D-1674-3E53BC25D887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245072" y="1289765"/>
            <a:ext cx="3651101" cy="4270963"/>
          </a:xfrm>
        </p:spPr>
        <p:txBody>
          <a:bodyPr anchor="ctr">
            <a:normAutofit/>
          </a:bodyPr>
          <a:lstStyle/>
          <a:p>
            <a:pPr algn="ctr"/>
            <a:r>
              <a:rPr lang="en-IN" sz="4000" dirty="0">
                <a:solidFill>
                  <a:srgbClr val="FFFFFF"/>
                </a:solidFill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Core Components</a:t>
            </a:r>
          </a:p>
        </p:txBody>
      </p:sp>
      <p:sp>
        <p:nvSpPr>
          <p:cNvPr id="13" name="Graphic 11">
            <a:extLst>
              <a:ext uri="{FF2B5EF4-FFF2-40B4-BE49-F238E27FC236}">
                <a16:creationId xmlns:a16="http://schemas.microsoft.com/office/drawing/2014/main" id="{6CB927A4-E432-4310-9CD5-E89FF5063179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1123493" y="374394"/>
            <a:ext cx="171515" cy="171515"/>
          </a:xfrm>
          <a:custGeom>
            <a:avLst/>
            <a:gdLst>
              <a:gd name="connsiteX0" fmla="*/ 159874 w 171515"/>
              <a:gd name="connsiteY0" fmla="*/ 74116 h 171515"/>
              <a:gd name="connsiteX1" fmla="*/ 97399 w 171515"/>
              <a:gd name="connsiteY1" fmla="*/ 74116 h 171515"/>
              <a:gd name="connsiteX2" fmla="*/ 97399 w 171515"/>
              <a:gd name="connsiteY2" fmla="*/ 11641 h 171515"/>
              <a:gd name="connsiteX3" fmla="*/ 85758 w 171515"/>
              <a:gd name="connsiteY3" fmla="*/ 0 h 171515"/>
              <a:gd name="connsiteX4" fmla="*/ 74116 w 171515"/>
              <a:gd name="connsiteY4" fmla="*/ 11641 h 171515"/>
              <a:gd name="connsiteX5" fmla="*/ 74116 w 171515"/>
              <a:gd name="connsiteY5" fmla="*/ 74116 h 171515"/>
              <a:gd name="connsiteX6" fmla="*/ 11641 w 171515"/>
              <a:gd name="connsiteY6" fmla="*/ 74116 h 171515"/>
              <a:gd name="connsiteX7" fmla="*/ 0 w 171515"/>
              <a:gd name="connsiteY7" fmla="*/ 85758 h 171515"/>
              <a:gd name="connsiteX8" fmla="*/ 11641 w 171515"/>
              <a:gd name="connsiteY8" fmla="*/ 97399 h 171515"/>
              <a:gd name="connsiteX9" fmla="*/ 74116 w 171515"/>
              <a:gd name="connsiteY9" fmla="*/ 97399 h 171515"/>
              <a:gd name="connsiteX10" fmla="*/ 74116 w 171515"/>
              <a:gd name="connsiteY10" fmla="*/ 159874 h 171515"/>
              <a:gd name="connsiteX11" fmla="*/ 85758 w 171515"/>
              <a:gd name="connsiteY11" fmla="*/ 171515 h 171515"/>
              <a:gd name="connsiteX12" fmla="*/ 97399 w 171515"/>
              <a:gd name="connsiteY12" fmla="*/ 159874 h 171515"/>
              <a:gd name="connsiteX13" fmla="*/ 97399 w 171515"/>
              <a:gd name="connsiteY13" fmla="*/ 97399 h 171515"/>
              <a:gd name="connsiteX14" fmla="*/ 159874 w 171515"/>
              <a:gd name="connsiteY14" fmla="*/ 97399 h 171515"/>
              <a:gd name="connsiteX15" fmla="*/ 171515 w 171515"/>
              <a:gd name="connsiteY15" fmla="*/ 85758 h 171515"/>
              <a:gd name="connsiteX16" fmla="*/ 159874 w 171515"/>
              <a:gd name="connsiteY16" fmla="*/ 74116 h 171515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  <a:cxn ang="0">
                <a:pos x="connsiteX13" y="connsiteY13"/>
              </a:cxn>
              <a:cxn ang="0">
                <a:pos x="connsiteX14" y="connsiteY14"/>
              </a:cxn>
              <a:cxn ang="0">
                <a:pos x="connsiteX15" y="connsiteY15"/>
              </a:cxn>
              <a:cxn ang="0">
                <a:pos x="connsiteX16" y="connsiteY16"/>
              </a:cxn>
            </a:cxnLst>
            <a:rect l="l" t="t" r="r" b="b"/>
            <a:pathLst>
              <a:path w="171515" h="171515">
                <a:moveTo>
                  <a:pt x="159874" y="74116"/>
                </a:moveTo>
                <a:lnTo>
                  <a:pt x="97399" y="74116"/>
                </a:lnTo>
                <a:lnTo>
                  <a:pt x="97399" y="11641"/>
                </a:lnTo>
                <a:cubicBezTo>
                  <a:pt x="97399" y="5212"/>
                  <a:pt x="92187" y="0"/>
                  <a:pt x="85758" y="0"/>
                </a:cubicBezTo>
                <a:cubicBezTo>
                  <a:pt x="79328" y="0"/>
                  <a:pt x="74116" y="5212"/>
                  <a:pt x="74116" y="11641"/>
                </a:cubicBezTo>
                <a:lnTo>
                  <a:pt x="74116" y="74116"/>
                </a:lnTo>
                <a:lnTo>
                  <a:pt x="11641" y="74116"/>
                </a:lnTo>
                <a:cubicBezTo>
                  <a:pt x="5212" y="74116"/>
                  <a:pt x="0" y="79328"/>
                  <a:pt x="0" y="85758"/>
                </a:cubicBezTo>
                <a:cubicBezTo>
                  <a:pt x="0" y="92187"/>
                  <a:pt x="5212" y="97399"/>
                  <a:pt x="11641" y="97399"/>
                </a:cubicBezTo>
                <a:lnTo>
                  <a:pt x="74116" y="97399"/>
                </a:lnTo>
                <a:lnTo>
                  <a:pt x="74116" y="159874"/>
                </a:lnTo>
                <a:cubicBezTo>
                  <a:pt x="74116" y="166303"/>
                  <a:pt x="79328" y="171515"/>
                  <a:pt x="85758" y="171515"/>
                </a:cubicBezTo>
                <a:cubicBezTo>
                  <a:pt x="92187" y="171515"/>
                  <a:pt x="97399" y="166303"/>
                  <a:pt x="97399" y="159874"/>
                </a:cubicBezTo>
                <a:lnTo>
                  <a:pt x="97399" y="97399"/>
                </a:lnTo>
                <a:lnTo>
                  <a:pt x="159874" y="97399"/>
                </a:lnTo>
                <a:cubicBezTo>
                  <a:pt x="166303" y="97399"/>
                  <a:pt x="171515" y="92187"/>
                  <a:pt x="171515" y="85758"/>
                </a:cubicBezTo>
                <a:cubicBezTo>
                  <a:pt x="171515" y="79328"/>
                  <a:pt x="166303" y="74116"/>
                  <a:pt x="159874" y="74116"/>
                </a:cubicBezTo>
                <a:close/>
              </a:path>
            </a:pathLst>
          </a:custGeom>
          <a:solidFill>
            <a:schemeClr val="accent2"/>
          </a:solidFill>
          <a:ln w="776" cap="flat">
            <a:noFill/>
            <a:prstDash val="solid"/>
            <a:miter/>
          </a:ln>
        </p:spPr>
        <p:txBody>
          <a:bodyPr rtlCol="0" anchor="ctr"/>
          <a:lstStyle/>
          <a:p>
            <a:endParaRPr lang="en-US"/>
          </a:p>
        </p:txBody>
      </p:sp>
      <p:sp>
        <p:nvSpPr>
          <p:cNvPr id="15" name="Graphic 12">
            <a:extLst>
              <a:ext uri="{FF2B5EF4-FFF2-40B4-BE49-F238E27FC236}">
                <a16:creationId xmlns:a16="http://schemas.microsoft.com/office/drawing/2014/main" id="{1453BF6C-B012-48B7-B4E8-6D7AC7C27D02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550109" y="1084507"/>
            <a:ext cx="157545" cy="157545"/>
          </a:xfrm>
          <a:custGeom>
            <a:avLst/>
            <a:gdLst>
              <a:gd name="connsiteX0" fmla="*/ 78773 w 157545"/>
              <a:gd name="connsiteY0" fmla="*/ 23283 h 157545"/>
              <a:gd name="connsiteX1" fmla="*/ 134262 w 157545"/>
              <a:gd name="connsiteY1" fmla="*/ 78773 h 157545"/>
              <a:gd name="connsiteX2" fmla="*/ 78773 w 157545"/>
              <a:gd name="connsiteY2" fmla="*/ 134262 h 157545"/>
              <a:gd name="connsiteX3" fmla="*/ 23283 w 157545"/>
              <a:gd name="connsiteY3" fmla="*/ 78773 h 157545"/>
              <a:gd name="connsiteX4" fmla="*/ 78773 w 157545"/>
              <a:gd name="connsiteY4" fmla="*/ 23283 h 157545"/>
              <a:gd name="connsiteX5" fmla="*/ 78773 w 157545"/>
              <a:gd name="connsiteY5" fmla="*/ 0 h 157545"/>
              <a:gd name="connsiteX6" fmla="*/ 0 w 157545"/>
              <a:gd name="connsiteY6" fmla="*/ 78773 h 157545"/>
              <a:gd name="connsiteX7" fmla="*/ 78773 w 157545"/>
              <a:gd name="connsiteY7" fmla="*/ 157545 h 157545"/>
              <a:gd name="connsiteX8" fmla="*/ 157545 w 157545"/>
              <a:gd name="connsiteY8" fmla="*/ 78773 h 157545"/>
              <a:gd name="connsiteX9" fmla="*/ 78773 w 157545"/>
              <a:gd name="connsiteY9" fmla="*/ 0 h 157545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</a:cxnLst>
            <a:rect l="l" t="t" r="r" b="b"/>
            <a:pathLst>
              <a:path w="157545" h="157545">
                <a:moveTo>
                  <a:pt x="78773" y="23283"/>
                </a:moveTo>
                <a:cubicBezTo>
                  <a:pt x="109419" y="23283"/>
                  <a:pt x="134262" y="48126"/>
                  <a:pt x="134262" y="78773"/>
                </a:cubicBezTo>
                <a:cubicBezTo>
                  <a:pt x="134262" y="109419"/>
                  <a:pt x="109419" y="134262"/>
                  <a:pt x="78773" y="134262"/>
                </a:cubicBezTo>
                <a:cubicBezTo>
                  <a:pt x="48126" y="134262"/>
                  <a:pt x="23283" y="109419"/>
                  <a:pt x="23283" y="78773"/>
                </a:cubicBezTo>
                <a:cubicBezTo>
                  <a:pt x="23312" y="48139"/>
                  <a:pt x="48139" y="23312"/>
                  <a:pt x="78773" y="23283"/>
                </a:cubicBezTo>
                <a:moveTo>
                  <a:pt x="78773" y="0"/>
                </a:moveTo>
                <a:cubicBezTo>
                  <a:pt x="35268" y="0"/>
                  <a:pt x="0" y="35268"/>
                  <a:pt x="0" y="78773"/>
                </a:cubicBezTo>
                <a:cubicBezTo>
                  <a:pt x="0" y="122277"/>
                  <a:pt x="35268" y="157545"/>
                  <a:pt x="78773" y="157545"/>
                </a:cubicBezTo>
                <a:cubicBezTo>
                  <a:pt x="122277" y="157545"/>
                  <a:pt x="157545" y="122277"/>
                  <a:pt x="157545" y="78773"/>
                </a:cubicBezTo>
                <a:cubicBezTo>
                  <a:pt x="157545" y="35268"/>
                  <a:pt x="122277" y="0"/>
                  <a:pt x="78773" y="0"/>
                </a:cubicBezTo>
                <a:close/>
              </a:path>
            </a:pathLst>
          </a:custGeom>
          <a:solidFill>
            <a:schemeClr val="accent2"/>
          </a:solidFill>
          <a:ln w="751" cap="flat">
            <a:noFill/>
            <a:prstDash val="solid"/>
            <a:miter/>
          </a:ln>
        </p:spPr>
        <p:txBody>
          <a:bodyPr rtlCol="0" anchor="ctr"/>
          <a:lstStyle/>
          <a:p>
            <a:endParaRPr lang="en-US"/>
          </a:p>
        </p:txBody>
      </p:sp>
      <p:sp>
        <p:nvSpPr>
          <p:cNvPr id="4" name="Rectangle 1">
            <a:extLst>
              <a:ext uri="{FF2B5EF4-FFF2-40B4-BE49-F238E27FC236}">
                <a16:creationId xmlns:a16="http://schemas.microsoft.com/office/drawing/2014/main" id="{B7ADC09A-FD95-1CDE-D46C-4A668973BDA9}"/>
              </a:ext>
            </a:extLst>
          </p:cNvPr>
          <p:cNvSpPr>
            <a:spLocks noGrp="1" noChangeArrowheads="1"/>
          </p:cNvSpPr>
          <p:nvPr>
            <p:ph idx="1"/>
          </p:nvPr>
        </p:nvSpPr>
        <p:spPr bwMode="auto">
          <a:xfrm>
            <a:off x="6297233" y="518400"/>
            <a:ext cx="4771607" cy="5837949"/>
          </a:xfrm>
          <a:prstGeom prst="rect">
            <a:avLst/>
          </a:prstGeom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lIns="91440" tIns="45720" rIns="91440" bIns="45720" numCol="1" anchor="ctr" anchorCtr="0" compatLnSpc="1">
            <a:prstTxWarp prst="textNoShape">
              <a:avLst/>
            </a:prstTxWarp>
            <a:normAutofit/>
          </a:bodyPr>
          <a:lstStyle/>
          <a:p>
            <a:pPr marL="0" marR="0" lvl="0" indent="0" defTabSz="914400" rtl="0" eaLnBrk="0" fontAlgn="base" latinLnBrk="0" hangingPunct="0">
              <a:spcBef>
                <a:spcPct val="0"/>
              </a:spcBef>
              <a:spcAft>
                <a:spcPts val="600"/>
              </a:spcAft>
              <a:buClrTx/>
              <a:buSzTx/>
              <a:buFontTx/>
              <a:buChar char="•"/>
              <a:tabLst/>
            </a:pPr>
            <a:r>
              <a:rPr kumimoji="0" lang="en-US" altLang="en-US" sz="2000" i="0" u="none" strike="noStrike" cap="none" normalizeH="0" baseline="0" dirty="0">
                <a:ln>
                  <a:noFill/>
                </a:ln>
                <a:solidFill>
                  <a:schemeClr val="tx1">
                    <a:alpha val="80000"/>
                  </a:schemeClr>
                </a:solidFill>
                <a:effectLst/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Tables – main container for your data.</a:t>
            </a:r>
          </a:p>
          <a:p>
            <a:pPr marL="0" marR="0" lvl="0" indent="0" defTabSz="914400" rtl="0" eaLnBrk="0" fontAlgn="base" latinLnBrk="0" hangingPunct="0">
              <a:spcBef>
                <a:spcPct val="0"/>
              </a:spcBef>
              <a:spcAft>
                <a:spcPts val="600"/>
              </a:spcAft>
              <a:buClrTx/>
              <a:buSzTx/>
              <a:buFontTx/>
              <a:buChar char="•"/>
              <a:tabLst/>
            </a:pPr>
            <a:endParaRPr kumimoji="0" lang="en-US" altLang="en-US" sz="2000" i="0" u="none" strike="noStrike" cap="none" normalizeH="0" baseline="0" dirty="0">
              <a:ln>
                <a:noFill/>
              </a:ln>
              <a:solidFill>
                <a:schemeClr val="tx1">
                  <a:alpha val="80000"/>
                </a:schemeClr>
              </a:solidFill>
              <a:effectLst/>
              <a:latin typeface="Calibri" panose="020F0502020204030204" pitchFamily="34" charset="0"/>
              <a:ea typeface="Calibri" panose="020F0502020204030204" pitchFamily="34" charset="0"/>
              <a:cs typeface="Calibri" panose="020F0502020204030204" pitchFamily="34" charset="0"/>
            </a:endParaRPr>
          </a:p>
          <a:p>
            <a:pPr marL="0" marR="0" lvl="0" indent="0" defTabSz="914400" rtl="0" eaLnBrk="0" fontAlgn="base" latinLnBrk="0" hangingPunct="0">
              <a:spcBef>
                <a:spcPct val="0"/>
              </a:spcBef>
              <a:spcAft>
                <a:spcPts val="600"/>
              </a:spcAft>
              <a:buClrTx/>
              <a:buSzTx/>
              <a:buFontTx/>
              <a:buChar char="•"/>
              <a:tabLst/>
            </a:pPr>
            <a:r>
              <a:rPr kumimoji="0" lang="en-US" altLang="en-US" sz="2000" i="0" u="none" strike="noStrike" cap="none" normalizeH="0" baseline="0" dirty="0">
                <a:ln>
                  <a:noFill/>
                </a:ln>
                <a:solidFill>
                  <a:schemeClr val="tx1">
                    <a:alpha val="80000"/>
                  </a:schemeClr>
                </a:solidFill>
                <a:effectLst/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Items – individual records in a table (like rows).</a:t>
            </a:r>
          </a:p>
          <a:p>
            <a:pPr marL="0" marR="0" lvl="0" indent="0" defTabSz="914400" rtl="0" eaLnBrk="0" fontAlgn="base" latinLnBrk="0" hangingPunct="0">
              <a:spcBef>
                <a:spcPct val="0"/>
              </a:spcBef>
              <a:spcAft>
                <a:spcPts val="600"/>
              </a:spcAft>
              <a:buClrTx/>
              <a:buSzTx/>
              <a:buFontTx/>
              <a:buChar char="•"/>
              <a:tabLst/>
            </a:pPr>
            <a:endParaRPr kumimoji="0" lang="en-US" altLang="en-US" sz="2000" i="0" u="none" strike="noStrike" cap="none" normalizeH="0" baseline="0" dirty="0">
              <a:ln>
                <a:noFill/>
              </a:ln>
              <a:solidFill>
                <a:schemeClr val="tx1">
                  <a:alpha val="80000"/>
                </a:schemeClr>
              </a:solidFill>
              <a:effectLst/>
              <a:latin typeface="Calibri" panose="020F0502020204030204" pitchFamily="34" charset="0"/>
              <a:ea typeface="Calibri" panose="020F0502020204030204" pitchFamily="34" charset="0"/>
              <a:cs typeface="Calibri" panose="020F0502020204030204" pitchFamily="34" charset="0"/>
            </a:endParaRPr>
          </a:p>
          <a:p>
            <a:pPr marL="0" marR="0" lvl="0" indent="0" defTabSz="914400" rtl="0" eaLnBrk="0" fontAlgn="base" latinLnBrk="0" hangingPunct="0">
              <a:spcBef>
                <a:spcPct val="0"/>
              </a:spcBef>
              <a:spcAft>
                <a:spcPts val="600"/>
              </a:spcAft>
              <a:buClrTx/>
              <a:buSzTx/>
              <a:buFontTx/>
              <a:buChar char="•"/>
              <a:tabLst/>
            </a:pPr>
            <a:r>
              <a:rPr kumimoji="0" lang="en-US" altLang="en-US" sz="2000" i="0" u="none" strike="noStrike" cap="none" normalizeH="0" baseline="0" dirty="0">
                <a:ln>
                  <a:noFill/>
                </a:ln>
                <a:solidFill>
                  <a:schemeClr val="tx1">
                    <a:alpha val="80000"/>
                  </a:schemeClr>
                </a:solidFill>
                <a:effectLst/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Attributes – data fields within an item (like columns).</a:t>
            </a:r>
          </a:p>
          <a:p>
            <a:pPr marL="0" marR="0" lvl="0" indent="0" defTabSz="914400" rtl="0" eaLnBrk="0" fontAlgn="base" latinLnBrk="0" hangingPunct="0">
              <a:spcBef>
                <a:spcPct val="0"/>
              </a:spcBef>
              <a:spcAft>
                <a:spcPts val="600"/>
              </a:spcAft>
              <a:buClrTx/>
              <a:buSzTx/>
              <a:buFontTx/>
              <a:buChar char="•"/>
              <a:tabLst/>
            </a:pPr>
            <a:endParaRPr kumimoji="0" lang="en-US" altLang="en-US" sz="2000" i="0" u="none" strike="noStrike" cap="none" normalizeH="0" baseline="0" dirty="0">
              <a:ln>
                <a:noFill/>
              </a:ln>
              <a:solidFill>
                <a:schemeClr val="tx1">
                  <a:alpha val="80000"/>
                </a:schemeClr>
              </a:solidFill>
              <a:effectLst/>
              <a:latin typeface="Calibri" panose="020F0502020204030204" pitchFamily="34" charset="0"/>
              <a:ea typeface="Calibri" panose="020F0502020204030204" pitchFamily="34" charset="0"/>
              <a:cs typeface="Calibri" panose="020F0502020204030204" pitchFamily="34" charset="0"/>
            </a:endParaRPr>
          </a:p>
          <a:p>
            <a:pPr marL="0" marR="0" lvl="0" indent="0" defTabSz="914400" rtl="0" eaLnBrk="0" fontAlgn="base" latinLnBrk="0" hangingPunct="0">
              <a:spcBef>
                <a:spcPct val="0"/>
              </a:spcBef>
              <a:spcAft>
                <a:spcPts val="600"/>
              </a:spcAft>
              <a:buClrTx/>
              <a:buSzTx/>
              <a:buFontTx/>
              <a:buChar char="•"/>
              <a:tabLst/>
            </a:pPr>
            <a:r>
              <a:rPr kumimoji="0" lang="en-US" altLang="en-US" sz="2000" i="0" u="none" strike="noStrike" cap="none" normalizeH="0" baseline="0" dirty="0">
                <a:ln>
                  <a:noFill/>
                </a:ln>
                <a:solidFill>
                  <a:schemeClr val="tx1">
                    <a:alpha val="80000"/>
                  </a:schemeClr>
                </a:solidFill>
                <a:effectLst/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Primary Key – uniquely identifies each item.</a:t>
            </a:r>
          </a:p>
          <a:p>
            <a:pPr marL="457200" lvl="1" indent="0" eaLnBrk="0" fontAlgn="base" hangingPunct="0">
              <a:spcBef>
                <a:spcPct val="0"/>
              </a:spcBef>
              <a:spcAft>
                <a:spcPts val="600"/>
              </a:spcAft>
              <a:buFontTx/>
              <a:buChar char="•"/>
            </a:pPr>
            <a:r>
              <a:rPr kumimoji="0" lang="en-US" altLang="en-US" sz="2000" i="1" u="none" strike="noStrike" cap="none" normalizeH="0" baseline="0" dirty="0">
                <a:ln>
                  <a:noFill/>
                </a:ln>
                <a:solidFill>
                  <a:schemeClr val="tx1">
                    <a:alpha val="80000"/>
                  </a:schemeClr>
                </a:solidFill>
                <a:effectLst/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Partition Key</a:t>
            </a:r>
            <a:r>
              <a:rPr kumimoji="0" lang="en-US" altLang="en-US" sz="2000" i="0" u="none" strike="noStrike" cap="none" normalizeH="0" baseline="0" dirty="0">
                <a:ln>
                  <a:noFill/>
                </a:ln>
                <a:solidFill>
                  <a:schemeClr val="tx1">
                    <a:alpha val="80000"/>
                  </a:schemeClr>
                </a:solidFill>
                <a:effectLst/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 (Hash Key)</a:t>
            </a:r>
          </a:p>
          <a:p>
            <a:pPr marL="457200" lvl="1" indent="0" eaLnBrk="0" fontAlgn="base" hangingPunct="0">
              <a:spcBef>
                <a:spcPct val="0"/>
              </a:spcBef>
              <a:spcAft>
                <a:spcPts val="600"/>
              </a:spcAft>
              <a:buFontTx/>
              <a:buChar char="•"/>
            </a:pPr>
            <a:r>
              <a:rPr kumimoji="0" lang="en-US" altLang="en-US" sz="2000" i="1" u="none" strike="noStrike" cap="none" normalizeH="0" baseline="0" dirty="0">
                <a:ln>
                  <a:noFill/>
                </a:ln>
                <a:solidFill>
                  <a:schemeClr val="tx1">
                    <a:alpha val="80000"/>
                  </a:schemeClr>
                </a:solidFill>
                <a:effectLst/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Partition + Sort Key</a:t>
            </a:r>
            <a:r>
              <a:rPr kumimoji="0" lang="en-US" altLang="en-US" sz="2000" i="0" u="none" strike="noStrike" cap="none" normalizeH="0" baseline="0" dirty="0">
                <a:ln>
                  <a:noFill/>
                </a:ln>
                <a:solidFill>
                  <a:schemeClr val="tx1">
                    <a:alpha val="80000"/>
                  </a:schemeClr>
                </a:solidFill>
                <a:effectLst/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 (Composite Key)</a:t>
            </a:r>
          </a:p>
          <a:p>
            <a:pPr marL="0" marR="0" lvl="0" indent="0" defTabSz="914400" rtl="0" eaLnBrk="0" fontAlgn="base" latinLnBrk="0" hangingPunct="0">
              <a:spcBef>
                <a:spcPct val="0"/>
              </a:spcBef>
              <a:spcAft>
                <a:spcPts val="600"/>
              </a:spcAft>
              <a:buClrTx/>
              <a:buSzTx/>
              <a:buFontTx/>
              <a:buNone/>
              <a:tabLst/>
            </a:pPr>
            <a:endParaRPr kumimoji="0" lang="en-US" altLang="en-US" sz="2000" b="0" i="0" u="none" strike="noStrike" cap="none" normalizeH="0" baseline="0" dirty="0">
              <a:ln>
                <a:noFill/>
              </a:ln>
              <a:solidFill>
                <a:schemeClr val="tx1">
                  <a:alpha val="80000"/>
                </a:schemeClr>
              </a:solidFill>
              <a:effectLst/>
              <a:latin typeface="Calibri" panose="020F0502020204030204" pitchFamily="34" charset="0"/>
              <a:ea typeface="Calibri" panose="020F0502020204030204" pitchFamily="34" charset="0"/>
              <a:cs typeface="Calibri" panose="020F0502020204030204" pitchFamily="34" charset="0"/>
            </a:endParaRPr>
          </a:p>
        </p:txBody>
      </p:sp>
      <p:sp>
        <p:nvSpPr>
          <p:cNvPr id="17" name="Graphic 10">
            <a:extLst>
              <a:ext uri="{FF2B5EF4-FFF2-40B4-BE49-F238E27FC236}">
                <a16:creationId xmlns:a16="http://schemas.microsoft.com/office/drawing/2014/main" id="{E3020543-B24B-4EC4-8FFC-8DD88EEA91A8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5436547" y="5751820"/>
            <a:ext cx="112426" cy="112426"/>
          </a:xfrm>
          <a:custGeom>
            <a:avLst/>
            <a:gdLst>
              <a:gd name="connsiteX0" fmla="*/ 112426 w 112426"/>
              <a:gd name="connsiteY0" fmla="*/ 56213 h 112426"/>
              <a:gd name="connsiteX1" fmla="*/ 56213 w 112426"/>
              <a:gd name="connsiteY1" fmla="*/ 112426 h 112426"/>
              <a:gd name="connsiteX2" fmla="*/ 0 w 112426"/>
              <a:gd name="connsiteY2" fmla="*/ 56213 h 112426"/>
              <a:gd name="connsiteX3" fmla="*/ 56213 w 112426"/>
              <a:gd name="connsiteY3" fmla="*/ 0 h 112426"/>
              <a:gd name="connsiteX4" fmla="*/ 112426 w 112426"/>
              <a:gd name="connsiteY4" fmla="*/ 56213 h 112426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112426" h="112426">
                <a:moveTo>
                  <a:pt x="112426" y="56213"/>
                </a:moveTo>
                <a:cubicBezTo>
                  <a:pt x="112426" y="87259"/>
                  <a:pt x="87259" y="112426"/>
                  <a:pt x="56213" y="112426"/>
                </a:cubicBezTo>
                <a:cubicBezTo>
                  <a:pt x="25167" y="112426"/>
                  <a:pt x="0" y="87259"/>
                  <a:pt x="0" y="56213"/>
                </a:cubicBezTo>
                <a:cubicBezTo>
                  <a:pt x="0" y="25167"/>
                  <a:pt x="25167" y="0"/>
                  <a:pt x="56213" y="0"/>
                </a:cubicBezTo>
                <a:cubicBezTo>
                  <a:pt x="87259" y="0"/>
                  <a:pt x="112426" y="25167"/>
                  <a:pt x="112426" y="56213"/>
                </a:cubicBezTo>
                <a:close/>
              </a:path>
            </a:pathLst>
          </a:custGeom>
          <a:solidFill>
            <a:schemeClr val="accent2"/>
          </a:solidFill>
          <a:ln w="516" cap="flat">
            <a:noFill/>
            <a:prstDash val="solid"/>
            <a:miter/>
          </a:ln>
        </p:spPr>
        <p:txBody>
          <a:bodyPr rtlCol="0" anchor="ctr"/>
          <a:lstStyle/>
          <a:p>
            <a:endParaRPr lang="en-US"/>
          </a:p>
        </p:txBody>
      </p:sp>
      <p:cxnSp>
        <p:nvCxnSpPr>
          <p:cNvPr id="19" name="Straight Connector 18">
            <a:extLst>
              <a:ext uri="{FF2B5EF4-FFF2-40B4-BE49-F238E27FC236}">
                <a16:creationId xmlns:a16="http://schemas.microsoft.com/office/drawing/2014/main" id="{C49DA8F6-BCC1-4447-B54C-57856834B94B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CxnSpPr>
            <a:cxnSpLocks noGrp="1" noRot="1" noChangeAspect="1" noMove="1" noResize="1" noEditPoints="1" noAdjustHandles="1" noChangeArrowheads="1" noChangeShapeType="1"/>
          </p:cNvCxn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CxnSpPr>
        <p:spPr>
          <a:xfrm>
            <a:off x="11586162" y="3610394"/>
            <a:ext cx="0" cy="3238728"/>
          </a:xfrm>
          <a:prstGeom prst="line">
            <a:avLst/>
          </a:prstGeom>
          <a:ln w="25400" cap="sq">
            <a:gradFill flip="none" rotWithShape="1">
              <a:gsLst>
                <a:gs pos="0">
                  <a:schemeClr val="accent1"/>
                </a:gs>
                <a:gs pos="100000">
                  <a:schemeClr val="accent2"/>
                </a:gs>
              </a:gsLst>
              <a:lin ang="5400000" scaled="0"/>
              <a:tileRect/>
            </a:gradFill>
            <a:bevel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843199560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25" name="Rectangle 24">
            <a:extLst>
              <a:ext uri="{FF2B5EF4-FFF2-40B4-BE49-F238E27FC236}">
                <a16:creationId xmlns:a16="http://schemas.microsoft.com/office/drawing/2014/main" id="{DCC231C8-C761-4B31-9B1C-C6D19248C6B3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-1" y="0"/>
            <a:ext cx="12188952" cy="6858000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5E2A72DC-F603-3156-C6FF-636A5BFCADE3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557189"/>
            <a:ext cx="3374136" cy="5567891"/>
          </a:xfrm>
        </p:spPr>
        <p:txBody>
          <a:bodyPr>
            <a:normAutofit/>
          </a:bodyPr>
          <a:lstStyle/>
          <a:p>
            <a:pPr algn="ctr"/>
            <a:r>
              <a:rPr lang="en-IN" sz="4000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Use Cases</a:t>
            </a:r>
          </a:p>
        </p:txBody>
      </p:sp>
      <p:graphicFrame>
        <p:nvGraphicFramePr>
          <p:cNvPr id="21" name="Rectangle 1">
            <a:extLst>
              <a:ext uri="{FF2B5EF4-FFF2-40B4-BE49-F238E27FC236}">
                <a16:creationId xmlns:a16="http://schemas.microsoft.com/office/drawing/2014/main" id="{0427656C-0B1C-1B9C-849D-0747C0C9902F}"/>
              </a:ext>
            </a:extLst>
          </p:cNvPr>
          <p:cNvGraphicFramePr>
            <a:graphicFrameLocks noGrp="1"/>
          </p:cNvGraphicFramePr>
          <p:nvPr>
            <p:ph idx="1"/>
            <p:extLst>
              <p:ext uri="{D42A27DB-BD31-4B8C-83A1-F6EECF244321}">
                <p14:modId xmlns:p14="http://schemas.microsoft.com/office/powerpoint/2010/main" val="3326339855"/>
              </p:ext>
            </p:extLst>
          </p:nvPr>
        </p:nvGraphicFramePr>
        <p:xfrm>
          <a:off x="5093208" y="620392"/>
          <a:ext cx="6263640" cy="5504688"/>
        </p:xfrm>
        <a:graphic>
          <a:graphicData uri="http://schemas.openxmlformats.org/drawingml/2006/diagram">
            <dgm:relIds xmlns:dgm="http://schemas.openxmlformats.org/drawingml/2006/diagram" xmlns:r="http://schemas.openxmlformats.org/officeDocument/2006/relationships" r:dm="rId2" r:lo="rId3" r:qs="rId4" r:cs="rId5"/>
          </a:graphicData>
        </a:graphic>
      </p:graphicFrame>
    </p:spTree>
    <p:extLst>
      <p:ext uri="{BB962C8B-B14F-4D97-AF65-F5344CB8AC3E}">
        <p14:creationId xmlns:p14="http://schemas.microsoft.com/office/powerpoint/2010/main" val="2067457990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9" name="Rectangle 8">
            <a:extLst>
              <a:ext uri="{FF2B5EF4-FFF2-40B4-BE49-F238E27FC236}">
                <a16:creationId xmlns:a16="http://schemas.microsoft.com/office/drawing/2014/main" id="{7517A47C-B2E5-4B79-8061-D74B1311AF6E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92000" cy="6858000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 useBgFill="1">
        <p:nvSpPr>
          <p:cNvPr id="11" name="Freeform: Shape 10">
            <a:extLst>
              <a:ext uri="{FF2B5EF4-FFF2-40B4-BE49-F238E27FC236}">
                <a16:creationId xmlns:a16="http://schemas.microsoft.com/office/drawing/2014/main" id="{C505E780-2083-4CB5-A42A-5E0E2908ECC3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-1" y="0"/>
            <a:ext cx="4818889" cy="6858000"/>
          </a:xfrm>
          <a:custGeom>
            <a:avLst/>
            <a:gdLst>
              <a:gd name="connsiteX0" fmla="*/ 0 w 4818889"/>
              <a:gd name="connsiteY0" fmla="*/ 0 h 6858000"/>
              <a:gd name="connsiteX1" fmla="*/ 3605911 w 4818889"/>
              <a:gd name="connsiteY1" fmla="*/ 0 h 6858000"/>
              <a:gd name="connsiteX2" fmla="*/ 3668894 w 4818889"/>
              <a:gd name="connsiteY2" fmla="*/ 69271 h 6858000"/>
              <a:gd name="connsiteX3" fmla="*/ 4818889 w 4818889"/>
              <a:gd name="connsiteY3" fmla="*/ 3429000 h 6858000"/>
              <a:gd name="connsiteX4" fmla="*/ 3668894 w 4818889"/>
              <a:gd name="connsiteY4" fmla="*/ 6788730 h 6858000"/>
              <a:gd name="connsiteX5" fmla="*/ 3605911 w 4818889"/>
              <a:gd name="connsiteY5" fmla="*/ 6858000 h 6858000"/>
              <a:gd name="connsiteX6" fmla="*/ 0 w 4818889"/>
              <a:gd name="connsiteY6" fmla="*/ 6858000 h 685800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</a:cxnLst>
            <a:rect l="l" t="t" r="r" b="b"/>
            <a:pathLst>
              <a:path w="4818889" h="6858000">
                <a:moveTo>
                  <a:pt x="0" y="0"/>
                </a:moveTo>
                <a:lnTo>
                  <a:pt x="3605911" y="0"/>
                </a:lnTo>
                <a:lnTo>
                  <a:pt x="3668894" y="69271"/>
                </a:lnTo>
                <a:cubicBezTo>
                  <a:pt x="4379420" y="929100"/>
                  <a:pt x="4818889" y="2116944"/>
                  <a:pt x="4818889" y="3429000"/>
                </a:cubicBezTo>
                <a:cubicBezTo>
                  <a:pt x="4818889" y="4741056"/>
                  <a:pt x="4379420" y="5928900"/>
                  <a:pt x="3668894" y="6788730"/>
                </a:cubicBezTo>
                <a:lnTo>
                  <a:pt x="3605911" y="6858000"/>
                </a:lnTo>
                <a:lnTo>
                  <a:pt x="0" y="6858000"/>
                </a:lnTo>
                <a:close/>
              </a:path>
            </a:pathLst>
          </a:custGeom>
          <a:ln w="9525">
            <a:solidFill>
              <a:srgbClr val="EFEFEF"/>
            </a:solidFill>
          </a:ln>
          <a:effectLst>
            <a:outerShdw blurRad="88900" dist="38100" algn="l" rotWithShape="0">
              <a:schemeClr val="bg1">
                <a:lumMod val="85000"/>
                <a:alpha val="50000"/>
              </a:scheme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 useBgFill="1">
        <p:nvSpPr>
          <p:cNvPr id="13" name="Freeform: Shape 12">
            <a:extLst>
              <a:ext uri="{FF2B5EF4-FFF2-40B4-BE49-F238E27FC236}">
                <a16:creationId xmlns:a16="http://schemas.microsoft.com/office/drawing/2014/main" id="{D2C0AE1C-0118-41AE-8A10-7CDCBF10E96F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1" y="0"/>
            <a:ext cx="4811477" cy="6858000"/>
          </a:xfrm>
          <a:custGeom>
            <a:avLst/>
            <a:gdLst>
              <a:gd name="connsiteX0" fmla="*/ 0 w 4811477"/>
              <a:gd name="connsiteY0" fmla="*/ 0 h 6858000"/>
              <a:gd name="connsiteX1" fmla="*/ 3598499 w 4811477"/>
              <a:gd name="connsiteY1" fmla="*/ 0 h 6858000"/>
              <a:gd name="connsiteX2" fmla="*/ 3661482 w 4811477"/>
              <a:gd name="connsiteY2" fmla="*/ 69271 h 6858000"/>
              <a:gd name="connsiteX3" fmla="*/ 4811477 w 4811477"/>
              <a:gd name="connsiteY3" fmla="*/ 3429000 h 6858000"/>
              <a:gd name="connsiteX4" fmla="*/ 3661482 w 4811477"/>
              <a:gd name="connsiteY4" fmla="*/ 6788730 h 6858000"/>
              <a:gd name="connsiteX5" fmla="*/ 3598499 w 4811477"/>
              <a:gd name="connsiteY5" fmla="*/ 6858000 h 6858000"/>
              <a:gd name="connsiteX6" fmla="*/ 0 w 4811477"/>
              <a:gd name="connsiteY6" fmla="*/ 6858000 h 685800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</a:cxnLst>
            <a:rect l="l" t="t" r="r" b="b"/>
            <a:pathLst>
              <a:path w="4811477" h="6858000">
                <a:moveTo>
                  <a:pt x="0" y="0"/>
                </a:moveTo>
                <a:lnTo>
                  <a:pt x="3598499" y="0"/>
                </a:lnTo>
                <a:lnTo>
                  <a:pt x="3661482" y="69271"/>
                </a:lnTo>
                <a:cubicBezTo>
                  <a:pt x="4372008" y="929100"/>
                  <a:pt x="4811477" y="2116944"/>
                  <a:pt x="4811477" y="3429000"/>
                </a:cubicBezTo>
                <a:cubicBezTo>
                  <a:pt x="4811477" y="4741056"/>
                  <a:pt x="4372008" y="5928900"/>
                  <a:pt x="3661482" y="6788730"/>
                </a:cubicBezTo>
                <a:lnTo>
                  <a:pt x="3598499" y="6858000"/>
                </a:lnTo>
                <a:lnTo>
                  <a:pt x="0" y="6858000"/>
                </a:lnTo>
                <a:close/>
              </a:path>
            </a:pathLst>
          </a:custGeom>
          <a:ln w="9525">
            <a:noFill/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BBA283C3-FE98-08D6-16E1-4E0C026BD11E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21792" y="1161288"/>
            <a:ext cx="3602736" cy="4526280"/>
          </a:xfrm>
        </p:spPr>
        <p:txBody>
          <a:bodyPr>
            <a:normAutofit/>
          </a:bodyPr>
          <a:lstStyle/>
          <a:p>
            <a:pPr algn="ctr"/>
            <a:r>
              <a:rPr lang="en-US" sz="4000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Read and Write Capacity Modes</a:t>
            </a:r>
            <a:br>
              <a:rPr lang="en-US" sz="4000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</a:br>
            <a:endParaRPr lang="en-IN" sz="4000" dirty="0">
              <a:latin typeface="Calibri" panose="020F0502020204030204" pitchFamily="34" charset="0"/>
              <a:ea typeface="Calibri" panose="020F0502020204030204" pitchFamily="34" charset="0"/>
              <a:cs typeface="Calibri" panose="020F0502020204030204" pitchFamily="34" charset="0"/>
            </a:endParaRPr>
          </a:p>
        </p:txBody>
      </p:sp>
      <p:sp>
        <p:nvSpPr>
          <p:cNvPr id="15" name="Rectangle 14">
            <a:extLst>
              <a:ext uri="{FF2B5EF4-FFF2-40B4-BE49-F238E27FC236}">
                <a16:creationId xmlns:a16="http://schemas.microsoft.com/office/drawing/2014/main" id="{463EEC44-1BA3-44ED-81FC-A644B04B2A44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3081528"/>
            <a:ext cx="128016" cy="704088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>
              <a:solidFill>
                <a:prstClr val="white"/>
              </a:solidFill>
              <a:latin typeface="Calibri" panose="020F0502020204030204"/>
            </a:endParaRPr>
          </a:p>
        </p:txBody>
      </p:sp>
      <p:graphicFrame>
        <p:nvGraphicFramePr>
          <p:cNvPr id="5" name="Content Placeholder 2">
            <a:extLst>
              <a:ext uri="{FF2B5EF4-FFF2-40B4-BE49-F238E27FC236}">
                <a16:creationId xmlns:a16="http://schemas.microsoft.com/office/drawing/2014/main" id="{E2248B27-6DBA-C1C2-29AB-E95824D46854}"/>
              </a:ext>
            </a:extLst>
          </p:cNvPr>
          <p:cNvGraphicFramePr>
            <a:graphicFrameLocks noGrp="1"/>
          </p:cNvGraphicFramePr>
          <p:nvPr>
            <p:ph idx="1"/>
            <p:extLst>
              <p:ext uri="{D42A27DB-BD31-4B8C-83A1-F6EECF244321}">
                <p14:modId xmlns:p14="http://schemas.microsoft.com/office/powerpoint/2010/main" val="1183239600"/>
              </p:ext>
            </p:extLst>
          </p:nvPr>
        </p:nvGraphicFramePr>
        <p:xfrm>
          <a:off x="5303520" y="676656"/>
          <a:ext cx="6364224" cy="5513832"/>
        </p:xfrm>
        <a:graphic>
          <a:graphicData uri="http://schemas.openxmlformats.org/drawingml/2006/diagram">
            <dgm:relIds xmlns:dgm="http://schemas.openxmlformats.org/drawingml/2006/diagram" xmlns:r="http://schemas.openxmlformats.org/officeDocument/2006/relationships" r:dm="rId2" r:lo="rId3" r:qs="rId4" r:cs="rId5"/>
          </a:graphicData>
        </a:graphic>
      </p:graphicFrame>
    </p:spTree>
    <p:extLst>
      <p:ext uri="{BB962C8B-B14F-4D97-AF65-F5344CB8AC3E}">
        <p14:creationId xmlns:p14="http://schemas.microsoft.com/office/powerpoint/2010/main" val="2860101410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8FC7E837-43AE-27E4-8A13-1567E9A2D64D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1" y="3998018"/>
            <a:ext cx="3981854" cy="2216513"/>
          </a:xfrm>
        </p:spPr>
        <p:txBody>
          <a:bodyPr>
            <a:normAutofit/>
          </a:bodyPr>
          <a:lstStyle/>
          <a:p>
            <a:r>
              <a:rPr lang="en-US"/>
              <a:t>Thank you</a:t>
            </a:r>
            <a:endParaRPr lang="en-IN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C539D02F-E4EF-457E-F87A-D88C90B43CB7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040106" y="2320744"/>
            <a:ext cx="6382966" cy="2216512"/>
          </a:xfrm>
        </p:spPr>
        <p:txBody>
          <a:bodyPr>
            <a:normAutofit/>
          </a:bodyPr>
          <a:lstStyle/>
          <a:p>
            <a:pPr algn="ctr"/>
            <a:r>
              <a:rPr lang="en-US" dirty="0"/>
              <a:t>Explore my other </a:t>
            </a:r>
            <a:r>
              <a:rPr lang="en-US" b="1" dirty="0"/>
              <a:t>Cloud Computing Playlists</a:t>
            </a:r>
            <a:r>
              <a:rPr lang="en-US" dirty="0"/>
              <a:t> for more learning</a:t>
            </a:r>
          </a:p>
          <a:p>
            <a:endParaRPr lang="en-US" dirty="0"/>
          </a:p>
          <a:p>
            <a:pPr marL="0" indent="0">
              <a:buNone/>
            </a:pPr>
            <a:endParaRPr lang="en-US" dirty="0"/>
          </a:p>
        </p:txBody>
      </p:sp>
      <p:sp>
        <p:nvSpPr>
          <p:cNvPr id="5" name="Rectangle 4">
            <a:extLst>
              <a:ext uri="{FF2B5EF4-FFF2-40B4-BE49-F238E27FC236}">
                <a16:creationId xmlns:a16="http://schemas.microsoft.com/office/drawing/2014/main" id="{BB701CDA-07AF-C32D-549F-4818E1C95BBB}"/>
              </a:ext>
            </a:extLst>
          </p:cNvPr>
          <p:cNvSpPr/>
          <p:nvPr/>
        </p:nvSpPr>
        <p:spPr>
          <a:xfrm>
            <a:off x="6" y="6347637"/>
            <a:ext cx="12191994" cy="498212"/>
          </a:xfrm>
          <a:prstGeom prst="rect">
            <a:avLst/>
          </a:prstGeom>
          <a:solidFill>
            <a:schemeClr val="accent1">
              <a:lumMod val="75000"/>
            </a:schemeClr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N" dirty="0"/>
          </a:p>
        </p:txBody>
      </p:sp>
      <p:pic>
        <p:nvPicPr>
          <p:cNvPr id="7" name="Picture 6" descr="A white text on a black background&#10;&#10;AI-generated content may be incorrect.">
            <a:extLst>
              <a:ext uri="{FF2B5EF4-FFF2-40B4-BE49-F238E27FC236}">
                <a16:creationId xmlns:a16="http://schemas.microsoft.com/office/drawing/2014/main" id="{B2BE5594-B791-6E6D-5081-DB7AA0AA10EC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9707521" y="6413900"/>
            <a:ext cx="2298764" cy="357519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529401513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7</TotalTime>
  <Words>206</Words>
  <Application>Microsoft Office PowerPoint</Application>
  <PresentationFormat>Widescreen</PresentationFormat>
  <Paragraphs>41</Paragraphs>
  <Slides>7</Slides>
  <Notes>1</Notes>
  <HiddenSlides>0</HiddenSlides>
  <MMClips>0</MMClips>
  <ScaleCrop>false</ScaleCrop>
  <HeadingPairs>
    <vt:vector size="6" baseType="variant">
      <vt:variant>
        <vt:lpstr>Fonts Used</vt:lpstr>
      </vt:variant>
      <vt:variant>
        <vt:i4>4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7</vt:i4>
      </vt:variant>
    </vt:vector>
  </HeadingPairs>
  <TitlesOfParts>
    <vt:vector size="12" baseType="lpstr">
      <vt:lpstr>Aptos</vt:lpstr>
      <vt:lpstr>Aptos Display</vt:lpstr>
      <vt:lpstr>Arial</vt:lpstr>
      <vt:lpstr>Calibri</vt:lpstr>
      <vt:lpstr>Office Theme</vt:lpstr>
      <vt:lpstr>Amazon DynamoDB</vt:lpstr>
      <vt:lpstr>Introduction to Amazon DynamoDB</vt:lpstr>
      <vt:lpstr>Key Characteristics</vt:lpstr>
      <vt:lpstr>Core Components</vt:lpstr>
      <vt:lpstr>Use Cases</vt:lpstr>
      <vt:lpstr>Read and Write Capacity Modes </vt:lpstr>
      <vt:lpstr>Thank you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Ritesh Behal</dc:creator>
  <cp:lastModifiedBy>Ritesh Behal</cp:lastModifiedBy>
  <cp:revision>23</cp:revision>
  <dcterms:created xsi:type="dcterms:W3CDTF">2025-10-19T13:01:09Z</dcterms:created>
  <dcterms:modified xsi:type="dcterms:W3CDTF">2025-10-19T13:08:52Z</dcterms:modified>
</cp:coreProperties>
</file>