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1737" r:id="rId4"/>
    <p:sldId id="260" r:id="rId5"/>
    <p:sldId id="261" r:id="rId6"/>
    <p:sldId id="258" r:id="rId7"/>
    <p:sldId id="259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3801" autoAdjust="0"/>
  </p:normalViewPr>
  <p:slideViewPr>
    <p:cSldViewPr snapToGrid="0">
      <p:cViewPr varScale="1">
        <p:scale>
          <a:sx n="70" d="100"/>
          <a:sy n="70" d="100"/>
        </p:scale>
        <p:origin x="2118" y="7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1DB428-53FB-4F86-BA70-6A6D3F15D816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66533AC7-6094-4E66-95F1-EBEF35835EFD}">
      <dgm:prSet/>
      <dgm:spPr/>
      <dgm:t>
        <a:bodyPr/>
        <a:lstStyle/>
        <a:p>
          <a:pPr>
            <a:defRPr cap="all"/>
          </a:pPr>
          <a:r>
            <a:rPr lang="en-US" i="0" baseline="0" dirty="0"/>
            <a:t>Isolated virtual network in AWS</a:t>
          </a:r>
          <a:endParaRPr lang="en-US" dirty="0"/>
        </a:p>
      </dgm:t>
    </dgm:pt>
    <dgm:pt modelId="{DE240B17-C4B6-46DC-8901-5125DF87EB87}" type="parTrans" cxnId="{382CB419-35E3-43F1-B139-AC4B5471C0A6}">
      <dgm:prSet/>
      <dgm:spPr/>
      <dgm:t>
        <a:bodyPr/>
        <a:lstStyle/>
        <a:p>
          <a:endParaRPr lang="en-US"/>
        </a:p>
      </dgm:t>
    </dgm:pt>
    <dgm:pt modelId="{A1F1DF73-0C51-4172-8B9B-6D8F6BE8427B}" type="sibTrans" cxnId="{382CB419-35E3-43F1-B139-AC4B5471C0A6}">
      <dgm:prSet phldrT="01"/>
      <dgm:spPr/>
      <dgm:t>
        <a:bodyPr/>
        <a:lstStyle/>
        <a:p>
          <a:r>
            <a:rPr lang="en-US"/>
            <a:t>01</a:t>
          </a:r>
        </a:p>
      </dgm:t>
    </dgm:pt>
    <dgm:pt modelId="{F6315A8F-63BE-4294-8B84-82D9046F9F9D}">
      <dgm:prSet/>
      <dgm:spPr/>
      <dgm:t>
        <a:bodyPr/>
        <a:lstStyle/>
        <a:p>
          <a:pPr>
            <a:defRPr cap="all"/>
          </a:pPr>
          <a:r>
            <a:rPr lang="en-US" i="0" baseline="0" dirty="0"/>
            <a:t>launch AWS resources in your own private network</a:t>
          </a:r>
          <a:endParaRPr lang="en-US" dirty="0"/>
        </a:p>
      </dgm:t>
    </dgm:pt>
    <dgm:pt modelId="{50745642-4036-4B2C-A75B-C385F4F211D0}" type="parTrans" cxnId="{8AFBF237-0B9D-46D4-A443-58CAED842FFC}">
      <dgm:prSet/>
      <dgm:spPr/>
      <dgm:t>
        <a:bodyPr/>
        <a:lstStyle/>
        <a:p>
          <a:endParaRPr lang="en-US"/>
        </a:p>
      </dgm:t>
    </dgm:pt>
    <dgm:pt modelId="{751D071B-C766-4C57-998E-31941D9DDED6}" type="sibTrans" cxnId="{8AFBF237-0B9D-46D4-A443-58CAED842FFC}">
      <dgm:prSet phldrT="02"/>
      <dgm:spPr/>
      <dgm:t>
        <a:bodyPr/>
        <a:lstStyle/>
        <a:p>
          <a:r>
            <a:rPr lang="en-US"/>
            <a:t>02</a:t>
          </a:r>
        </a:p>
      </dgm:t>
    </dgm:pt>
    <dgm:pt modelId="{A7B36780-84AD-4553-BD17-9F8C990EDD4C}">
      <dgm:prSet/>
      <dgm:spPr/>
      <dgm:t>
        <a:bodyPr/>
        <a:lstStyle/>
        <a:p>
          <a:pPr>
            <a:defRPr cap="all"/>
          </a:pPr>
          <a:r>
            <a:rPr lang="en-US" i="0" baseline="0" dirty="0"/>
            <a:t>Gives full control over Network</a:t>
          </a:r>
          <a:endParaRPr lang="en-US" dirty="0"/>
        </a:p>
      </dgm:t>
    </dgm:pt>
    <dgm:pt modelId="{BF6F80E6-3E1A-4849-9DD4-AB41DA7F06EA}" type="parTrans" cxnId="{B936C123-475F-4F41-8FE9-FED30593816C}">
      <dgm:prSet/>
      <dgm:spPr/>
      <dgm:t>
        <a:bodyPr/>
        <a:lstStyle/>
        <a:p>
          <a:endParaRPr lang="en-US"/>
        </a:p>
      </dgm:t>
    </dgm:pt>
    <dgm:pt modelId="{9F80D62A-3D3E-4759-9419-432C58E82F97}" type="sibTrans" cxnId="{B936C123-475F-4F41-8FE9-FED30593816C}">
      <dgm:prSet phldrT="03"/>
      <dgm:spPr/>
      <dgm:t>
        <a:bodyPr/>
        <a:lstStyle/>
        <a:p>
          <a:r>
            <a:rPr lang="en-US"/>
            <a:t>03</a:t>
          </a:r>
        </a:p>
      </dgm:t>
    </dgm:pt>
    <dgm:pt modelId="{5080EAD0-6D29-4244-A79B-0C00644D8D23}">
      <dgm:prSet/>
      <dgm:spPr/>
      <dgm:t>
        <a:bodyPr/>
        <a:lstStyle/>
        <a:p>
          <a:pPr>
            <a:defRPr cap="all"/>
          </a:pPr>
          <a:r>
            <a:rPr lang="en-US" i="0" baseline="0" dirty="0"/>
            <a:t>Can be connected to the Internet or kept fully private</a:t>
          </a:r>
          <a:endParaRPr lang="en-US" dirty="0"/>
        </a:p>
      </dgm:t>
    </dgm:pt>
    <dgm:pt modelId="{53577A5B-60E1-43A2-B118-9DF68A41BC87}" type="parTrans" cxnId="{110BD3A5-4B95-4945-8FCF-F2D46675014B}">
      <dgm:prSet/>
      <dgm:spPr/>
      <dgm:t>
        <a:bodyPr/>
        <a:lstStyle/>
        <a:p>
          <a:endParaRPr lang="en-US"/>
        </a:p>
      </dgm:t>
    </dgm:pt>
    <dgm:pt modelId="{97D14E25-DEA1-4254-B224-00F51F6F73E6}" type="sibTrans" cxnId="{110BD3A5-4B95-4945-8FCF-F2D46675014B}">
      <dgm:prSet phldrT="04"/>
      <dgm:spPr/>
      <dgm:t>
        <a:bodyPr/>
        <a:lstStyle/>
        <a:p>
          <a:r>
            <a:rPr lang="en-US"/>
            <a:t>04</a:t>
          </a:r>
        </a:p>
      </dgm:t>
    </dgm:pt>
    <dgm:pt modelId="{DD6D1532-F850-4BEF-9ED3-38272F361D21}" type="pres">
      <dgm:prSet presAssocID="{0F1DB428-53FB-4F86-BA70-6A6D3F15D816}" presName="Name0" presStyleCnt="0">
        <dgm:presLayoutVars>
          <dgm:animLvl val="lvl"/>
          <dgm:resizeHandles val="exact"/>
        </dgm:presLayoutVars>
      </dgm:prSet>
      <dgm:spPr/>
    </dgm:pt>
    <dgm:pt modelId="{756B4730-BAD5-43F3-9F2E-A1C9BDC4D38C}" type="pres">
      <dgm:prSet presAssocID="{66533AC7-6094-4E66-95F1-EBEF35835EFD}" presName="compositeNode" presStyleCnt="0">
        <dgm:presLayoutVars>
          <dgm:bulletEnabled val="1"/>
        </dgm:presLayoutVars>
      </dgm:prSet>
      <dgm:spPr/>
    </dgm:pt>
    <dgm:pt modelId="{69F91B59-6852-41EE-B71C-559BC4941AAC}" type="pres">
      <dgm:prSet presAssocID="{66533AC7-6094-4E66-95F1-EBEF35835EFD}" presName="bgRect" presStyleLbl="alignNode1" presStyleIdx="0" presStyleCnt="4"/>
      <dgm:spPr/>
    </dgm:pt>
    <dgm:pt modelId="{E3B45F1A-93BC-40AC-96BB-09B18912295B}" type="pres">
      <dgm:prSet presAssocID="{A1F1DF73-0C51-4172-8B9B-6D8F6BE8427B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0EB2C8AF-CDBC-4210-A858-5F45B4CD0F3B}" type="pres">
      <dgm:prSet presAssocID="{66533AC7-6094-4E66-95F1-EBEF35835EFD}" presName="nodeRect" presStyleLbl="alignNode1" presStyleIdx="0" presStyleCnt="4">
        <dgm:presLayoutVars>
          <dgm:bulletEnabled val="1"/>
        </dgm:presLayoutVars>
      </dgm:prSet>
      <dgm:spPr/>
    </dgm:pt>
    <dgm:pt modelId="{96E1D536-A94F-46C3-B344-B97759F4B502}" type="pres">
      <dgm:prSet presAssocID="{A1F1DF73-0C51-4172-8B9B-6D8F6BE8427B}" presName="sibTrans" presStyleCnt="0"/>
      <dgm:spPr/>
    </dgm:pt>
    <dgm:pt modelId="{74002D8F-3DA6-4B99-90E1-AE34BB50C292}" type="pres">
      <dgm:prSet presAssocID="{F6315A8F-63BE-4294-8B84-82D9046F9F9D}" presName="compositeNode" presStyleCnt="0">
        <dgm:presLayoutVars>
          <dgm:bulletEnabled val="1"/>
        </dgm:presLayoutVars>
      </dgm:prSet>
      <dgm:spPr/>
    </dgm:pt>
    <dgm:pt modelId="{564253E5-5AC0-4A83-8ACE-4ADE7FB15025}" type="pres">
      <dgm:prSet presAssocID="{F6315A8F-63BE-4294-8B84-82D9046F9F9D}" presName="bgRect" presStyleLbl="alignNode1" presStyleIdx="1" presStyleCnt="4"/>
      <dgm:spPr/>
    </dgm:pt>
    <dgm:pt modelId="{7912C936-3949-4131-9FE6-C720D4D753C7}" type="pres">
      <dgm:prSet presAssocID="{751D071B-C766-4C57-998E-31941D9DDED6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DEE795A3-F7C4-4F88-90A7-9BD17717FFFD}" type="pres">
      <dgm:prSet presAssocID="{F6315A8F-63BE-4294-8B84-82D9046F9F9D}" presName="nodeRect" presStyleLbl="alignNode1" presStyleIdx="1" presStyleCnt="4">
        <dgm:presLayoutVars>
          <dgm:bulletEnabled val="1"/>
        </dgm:presLayoutVars>
      </dgm:prSet>
      <dgm:spPr/>
    </dgm:pt>
    <dgm:pt modelId="{11A58428-46F2-424B-B045-D2A89EBCFE67}" type="pres">
      <dgm:prSet presAssocID="{751D071B-C766-4C57-998E-31941D9DDED6}" presName="sibTrans" presStyleCnt="0"/>
      <dgm:spPr/>
    </dgm:pt>
    <dgm:pt modelId="{D2F75949-C04B-4E5F-86E0-66EF5DEEE70A}" type="pres">
      <dgm:prSet presAssocID="{A7B36780-84AD-4553-BD17-9F8C990EDD4C}" presName="compositeNode" presStyleCnt="0">
        <dgm:presLayoutVars>
          <dgm:bulletEnabled val="1"/>
        </dgm:presLayoutVars>
      </dgm:prSet>
      <dgm:spPr/>
    </dgm:pt>
    <dgm:pt modelId="{D10379E2-D8D7-45C9-821D-93BB52B19840}" type="pres">
      <dgm:prSet presAssocID="{A7B36780-84AD-4553-BD17-9F8C990EDD4C}" presName="bgRect" presStyleLbl="alignNode1" presStyleIdx="2" presStyleCnt="4"/>
      <dgm:spPr/>
    </dgm:pt>
    <dgm:pt modelId="{FC924A43-BB71-4462-B135-5FB044C8A32C}" type="pres">
      <dgm:prSet presAssocID="{9F80D62A-3D3E-4759-9419-432C58E82F97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5678A050-E85F-4D59-A614-6D067A5A378A}" type="pres">
      <dgm:prSet presAssocID="{A7B36780-84AD-4553-BD17-9F8C990EDD4C}" presName="nodeRect" presStyleLbl="alignNode1" presStyleIdx="2" presStyleCnt="4">
        <dgm:presLayoutVars>
          <dgm:bulletEnabled val="1"/>
        </dgm:presLayoutVars>
      </dgm:prSet>
      <dgm:spPr/>
    </dgm:pt>
    <dgm:pt modelId="{C9C62615-20FA-444D-B50E-C3C5786ADDF9}" type="pres">
      <dgm:prSet presAssocID="{9F80D62A-3D3E-4759-9419-432C58E82F97}" presName="sibTrans" presStyleCnt="0"/>
      <dgm:spPr/>
    </dgm:pt>
    <dgm:pt modelId="{6C128448-5767-4C63-BDE2-A85785EB3C3A}" type="pres">
      <dgm:prSet presAssocID="{5080EAD0-6D29-4244-A79B-0C00644D8D23}" presName="compositeNode" presStyleCnt="0">
        <dgm:presLayoutVars>
          <dgm:bulletEnabled val="1"/>
        </dgm:presLayoutVars>
      </dgm:prSet>
      <dgm:spPr/>
    </dgm:pt>
    <dgm:pt modelId="{F83CF440-ACC2-4AA2-AEA7-4CC7E1A4FA02}" type="pres">
      <dgm:prSet presAssocID="{5080EAD0-6D29-4244-A79B-0C00644D8D23}" presName="bgRect" presStyleLbl="alignNode1" presStyleIdx="3" presStyleCnt="4"/>
      <dgm:spPr/>
    </dgm:pt>
    <dgm:pt modelId="{04E93127-B2C7-4AB2-AF06-1F1D170146F2}" type="pres">
      <dgm:prSet presAssocID="{97D14E25-DEA1-4254-B224-00F51F6F73E6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A7609F70-A546-4FE7-A89C-DEA20F7274F7}" type="pres">
      <dgm:prSet presAssocID="{5080EAD0-6D29-4244-A79B-0C00644D8D23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EFF41C05-BFA0-489C-A385-1E529714FD3A}" type="presOf" srcId="{751D071B-C766-4C57-998E-31941D9DDED6}" destId="{7912C936-3949-4131-9FE6-C720D4D753C7}" srcOrd="0" destOrd="0" presId="urn:microsoft.com/office/officeart/2016/7/layout/LinearBlockProcessNumbered"/>
    <dgm:cxn modelId="{382CB419-35E3-43F1-B139-AC4B5471C0A6}" srcId="{0F1DB428-53FB-4F86-BA70-6A6D3F15D816}" destId="{66533AC7-6094-4E66-95F1-EBEF35835EFD}" srcOrd="0" destOrd="0" parTransId="{DE240B17-C4B6-46DC-8901-5125DF87EB87}" sibTransId="{A1F1DF73-0C51-4172-8B9B-6D8F6BE8427B}"/>
    <dgm:cxn modelId="{B936C123-475F-4F41-8FE9-FED30593816C}" srcId="{0F1DB428-53FB-4F86-BA70-6A6D3F15D816}" destId="{A7B36780-84AD-4553-BD17-9F8C990EDD4C}" srcOrd="2" destOrd="0" parTransId="{BF6F80E6-3E1A-4849-9DD4-AB41DA7F06EA}" sibTransId="{9F80D62A-3D3E-4759-9419-432C58E82F97}"/>
    <dgm:cxn modelId="{28116A24-46FF-4C14-9F8E-2FF690FBAE32}" type="presOf" srcId="{66533AC7-6094-4E66-95F1-EBEF35835EFD}" destId="{0EB2C8AF-CDBC-4210-A858-5F45B4CD0F3B}" srcOrd="1" destOrd="0" presId="urn:microsoft.com/office/officeart/2016/7/layout/LinearBlockProcessNumbered"/>
    <dgm:cxn modelId="{8AFBF237-0B9D-46D4-A443-58CAED842FFC}" srcId="{0F1DB428-53FB-4F86-BA70-6A6D3F15D816}" destId="{F6315A8F-63BE-4294-8B84-82D9046F9F9D}" srcOrd="1" destOrd="0" parTransId="{50745642-4036-4B2C-A75B-C385F4F211D0}" sibTransId="{751D071B-C766-4C57-998E-31941D9DDED6}"/>
    <dgm:cxn modelId="{C467746D-F570-4D0C-8129-DC8B48BC630A}" type="presOf" srcId="{F6315A8F-63BE-4294-8B84-82D9046F9F9D}" destId="{DEE795A3-F7C4-4F88-90A7-9BD17717FFFD}" srcOrd="1" destOrd="0" presId="urn:microsoft.com/office/officeart/2016/7/layout/LinearBlockProcessNumbered"/>
    <dgm:cxn modelId="{2F1A5854-BE85-4998-969C-22F5318E9176}" type="presOf" srcId="{0F1DB428-53FB-4F86-BA70-6A6D3F15D816}" destId="{DD6D1532-F850-4BEF-9ED3-38272F361D21}" srcOrd="0" destOrd="0" presId="urn:microsoft.com/office/officeart/2016/7/layout/LinearBlockProcessNumbered"/>
    <dgm:cxn modelId="{21CAB185-A29C-4EA0-A246-A8D42F38C8DD}" type="presOf" srcId="{9F80D62A-3D3E-4759-9419-432C58E82F97}" destId="{FC924A43-BB71-4462-B135-5FB044C8A32C}" srcOrd="0" destOrd="0" presId="urn:microsoft.com/office/officeart/2016/7/layout/LinearBlockProcessNumbered"/>
    <dgm:cxn modelId="{881E9D8C-3907-486E-B1B3-7D78B84534F1}" type="presOf" srcId="{A7B36780-84AD-4553-BD17-9F8C990EDD4C}" destId="{5678A050-E85F-4D59-A614-6D067A5A378A}" srcOrd="1" destOrd="0" presId="urn:microsoft.com/office/officeart/2016/7/layout/LinearBlockProcessNumbered"/>
    <dgm:cxn modelId="{FC74CF92-F7B4-4E24-9A7F-F827FF72E531}" type="presOf" srcId="{97D14E25-DEA1-4254-B224-00F51F6F73E6}" destId="{04E93127-B2C7-4AB2-AF06-1F1D170146F2}" srcOrd="0" destOrd="0" presId="urn:microsoft.com/office/officeart/2016/7/layout/LinearBlockProcessNumbered"/>
    <dgm:cxn modelId="{505DD0A5-3894-42F4-AACE-0058D2E0FBFD}" type="presOf" srcId="{A1F1DF73-0C51-4172-8B9B-6D8F6BE8427B}" destId="{E3B45F1A-93BC-40AC-96BB-09B18912295B}" srcOrd="0" destOrd="0" presId="urn:microsoft.com/office/officeart/2016/7/layout/LinearBlockProcessNumbered"/>
    <dgm:cxn modelId="{110BD3A5-4B95-4945-8FCF-F2D46675014B}" srcId="{0F1DB428-53FB-4F86-BA70-6A6D3F15D816}" destId="{5080EAD0-6D29-4244-A79B-0C00644D8D23}" srcOrd="3" destOrd="0" parTransId="{53577A5B-60E1-43A2-B118-9DF68A41BC87}" sibTransId="{97D14E25-DEA1-4254-B224-00F51F6F73E6}"/>
    <dgm:cxn modelId="{1975C4B1-61A5-413A-BDF8-4ED319DC0552}" type="presOf" srcId="{5080EAD0-6D29-4244-A79B-0C00644D8D23}" destId="{F83CF440-ACC2-4AA2-AEA7-4CC7E1A4FA02}" srcOrd="0" destOrd="0" presId="urn:microsoft.com/office/officeart/2016/7/layout/LinearBlockProcessNumbered"/>
    <dgm:cxn modelId="{B2C43BC0-3235-43C9-A0E3-4DFA5D547CB3}" type="presOf" srcId="{66533AC7-6094-4E66-95F1-EBEF35835EFD}" destId="{69F91B59-6852-41EE-B71C-559BC4941AAC}" srcOrd="0" destOrd="0" presId="urn:microsoft.com/office/officeart/2016/7/layout/LinearBlockProcessNumbered"/>
    <dgm:cxn modelId="{D2109BD2-00BA-4A4C-A443-CDF08F752772}" type="presOf" srcId="{F6315A8F-63BE-4294-8B84-82D9046F9F9D}" destId="{564253E5-5AC0-4A83-8ACE-4ADE7FB15025}" srcOrd="0" destOrd="0" presId="urn:microsoft.com/office/officeart/2016/7/layout/LinearBlockProcessNumbered"/>
    <dgm:cxn modelId="{405FC4EA-B88D-4DDC-B8AE-615CFAAE03BB}" type="presOf" srcId="{A7B36780-84AD-4553-BD17-9F8C990EDD4C}" destId="{D10379E2-D8D7-45C9-821D-93BB52B19840}" srcOrd="0" destOrd="0" presId="urn:microsoft.com/office/officeart/2016/7/layout/LinearBlockProcessNumbered"/>
    <dgm:cxn modelId="{A2D6C5EE-09E4-44A5-8229-59106ECA9A09}" type="presOf" srcId="{5080EAD0-6D29-4244-A79B-0C00644D8D23}" destId="{A7609F70-A546-4FE7-A89C-DEA20F7274F7}" srcOrd="1" destOrd="0" presId="urn:microsoft.com/office/officeart/2016/7/layout/LinearBlockProcessNumbered"/>
    <dgm:cxn modelId="{902D3C4C-0D24-458C-892E-CB0EA86FC471}" type="presParOf" srcId="{DD6D1532-F850-4BEF-9ED3-38272F361D21}" destId="{756B4730-BAD5-43F3-9F2E-A1C9BDC4D38C}" srcOrd="0" destOrd="0" presId="urn:microsoft.com/office/officeart/2016/7/layout/LinearBlockProcessNumbered"/>
    <dgm:cxn modelId="{9576C1E3-E532-4E4E-8D6F-BCD978DBAD38}" type="presParOf" srcId="{756B4730-BAD5-43F3-9F2E-A1C9BDC4D38C}" destId="{69F91B59-6852-41EE-B71C-559BC4941AAC}" srcOrd="0" destOrd="0" presId="urn:microsoft.com/office/officeart/2016/7/layout/LinearBlockProcessNumbered"/>
    <dgm:cxn modelId="{EE86E63C-396E-4D54-BC1E-72E8F1CCEF18}" type="presParOf" srcId="{756B4730-BAD5-43F3-9F2E-A1C9BDC4D38C}" destId="{E3B45F1A-93BC-40AC-96BB-09B18912295B}" srcOrd="1" destOrd="0" presId="urn:microsoft.com/office/officeart/2016/7/layout/LinearBlockProcessNumbered"/>
    <dgm:cxn modelId="{6A84D814-8B59-4845-ADC0-3DAE55972EA4}" type="presParOf" srcId="{756B4730-BAD5-43F3-9F2E-A1C9BDC4D38C}" destId="{0EB2C8AF-CDBC-4210-A858-5F45B4CD0F3B}" srcOrd="2" destOrd="0" presId="urn:microsoft.com/office/officeart/2016/7/layout/LinearBlockProcessNumbered"/>
    <dgm:cxn modelId="{CACB44D7-960E-4A3E-A451-331A4E57C71E}" type="presParOf" srcId="{DD6D1532-F850-4BEF-9ED3-38272F361D21}" destId="{96E1D536-A94F-46C3-B344-B97759F4B502}" srcOrd="1" destOrd="0" presId="urn:microsoft.com/office/officeart/2016/7/layout/LinearBlockProcessNumbered"/>
    <dgm:cxn modelId="{DD6FB981-008F-4082-A98F-97EC64F4F9F0}" type="presParOf" srcId="{DD6D1532-F850-4BEF-9ED3-38272F361D21}" destId="{74002D8F-3DA6-4B99-90E1-AE34BB50C292}" srcOrd="2" destOrd="0" presId="urn:microsoft.com/office/officeart/2016/7/layout/LinearBlockProcessNumbered"/>
    <dgm:cxn modelId="{F93202C5-FE8E-4A1B-AE45-2E81DBFCEE62}" type="presParOf" srcId="{74002D8F-3DA6-4B99-90E1-AE34BB50C292}" destId="{564253E5-5AC0-4A83-8ACE-4ADE7FB15025}" srcOrd="0" destOrd="0" presId="urn:microsoft.com/office/officeart/2016/7/layout/LinearBlockProcessNumbered"/>
    <dgm:cxn modelId="{B2CAFDA0-94E4-4278-AE3F-4250F883A309}" type="presParOf" srcId="{74002D8F-3DA6-4B99-90E1-AE34BB50C292}" destId="{7912C936-3949-4131-9FE6-C720D4D753C7}" srcOrd="1" destOrd="0" presId="urn:microsoft.com/office/officeart/2016/7/layout/LinearBlockProcessNumbered"/>
    <dgm:cxn modelId="{B9F8B0FE-F71E-43C8-B184-6D0F2C9E140D}" type="presParOf" srcId="{74002D8F-3DA6-4B99-90E1-AE34BB50C292}" destId="{DEE795A3-F7C4-4F88-90A7-9BD17717FFFD}" srcOrd="2" destOrd="0" presId="urn:microsoft.com/office/officeart/2016/7/layout/LinearBlockProcessNumbered"/>
    <dgm:cxn modelId="{B957BD28-0BB1-4ADC-8AD1-28E48C4D0C13}" type="presParOf" srcId="{DD6D1532-F850-4BEF-9ED3-38272F361D21}" destId="{11A58428-46F2-424B-B045-D2A89EBCFE67}" srcOrd="3" destOrd="0" presId="urn:microsoft.com/office/officeart/2016/7/layout/LinearBlockProcessNumbered"/>
    <dgm:cxn modelId="{003FD25D-A403-4951-A15C-1148D2D6B287}" type="presParOf" srcId="{DD6D1532-F850-4BEF-9ED3-38272F361D21}" destId="{D2F75949-C04B-4E5F-86E0-66EF5DEEE70A}" srcOrd="4" destOrd="0" presId="urn:microsoft.com/office/officeart/2016/7/layout/LinearBlockProcessNumbered"/>
    <dgm:cxn modelId="{4939B511-41F4-434E-BE71-CEAB269FA039}" type="presParOf" srcId="{D2F75949-C04B-4E5F-86E0-66EF5DEEE70A}" destId="{D10379E2-D8D7-45C9-821D-93BB52B19840}" srcOrd="0" destOrd="0" presId="urn:microsoft.com/office/officeart/2016/7/layout/LinearBlockProcessNumbered"/>
    <dgm:cxn modelId="{0AB93D4B-963F-4ED7-AD4E-96C3688DFFD6}" type="presParOf" srcId="{D2F75949-C04B-4E5F-86E0-66EF5DEEE70A}" destId="{FC924A43-BB71-4462-B135-5FB044C8A32C}" srcOrd="1" destOrd="0" presId="urn:microsoft.com/office/officeart/2016/7/layout/LinearBlockProcessNumbered"/>
    <dgm:cxn modelId="{C879B6A8-0C6F-457D-A725-12003C5CE2E9}" type="presParOf" srcId="{D2F75949-C04B-4E5F-86E0-66EF5DEEE70A}" destId="{5678A050-E85F-4D59-A614-6D067A5A378A}" srcOrd="2" destOrd="0" presId="urn:microsoft.com/office/officeart/2016/7/layout/LinearBlockProcessNumbered"/>
    <dgm:cxn modelId="{71BDF7C4-2A57-4341-87C9-F3BD7DF36062}" type="presParOf" srcId="{DD6D1532-F850-4BEF-9ED3-38272F361D21}" destId="{C9C62615-20FA-444D-B50E-C3C5786ADDF9}" srcOrd="5" destOrd="0" presId="urn:microsoft.com/office/officeart/2016/7/layout/LinearBlockProcessNumbered"/>
    <dgm:cxn modelId="{BE5042A6-BCDB-4940-840C-C93A7C2B803B}" type="presParOf" srcId="{DD6D1532-F850-4BEF-9ED3-38272F361D21}" destId="{6C128448-5767-4C63-BDE2-A85785EB3C3A}" srcOrd="6" destOrd="0" presId="urn:microsoft.com/office/officeart/2016/7/layout/LinearBlockProcessNumbered"/>
    <dgm:cxn modelId="{CF418015-EE90-45CF-AEA4-35ABD4EA26E3}" type="presParOf" srcId="{6C128448-5767-4C63-BDE2-A85785EB3C3A}" destId="{F83CF440-ACC2-4AA2-AEA7-4CC7E1A4FA02}" srcOrd="0" destOrd="0" presId="urn:microsoft.com/office/officeart/2016/7/layout/LinearBlockProcessNumbered"/>
    <dgm:cxn modelId="{CF12DD37-5D6E-4F19-930A-1EEB39DC4842}" type="presParOf" srcId="{6C128448-5767-4C63-BDE2-A85785EB3C3A}" destId="{04E93127-B2C7-4AB2-AF06-1F1D170146F2}" srcOrd="1" destOrd="0" presId="urn:microsoft.com/office/officeart/2016/7/layout/LinearBlockProcessNumbered"/>
    <dgm:cxn modelId="{0AFE61C9-AEDD-4A13-955A-577EDD14F6EF}" type="presParOf" srcId="{6C128448-5767-4C63-BDE2-A85785EB3C3A}" destId="{A7609F70-A546-4FE7-A89C-DEA20F7274F7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74FD76F-49A0-4FBF-839C-1FA60B381BC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F7DD11C-29EC-4185-A622-749F011A8D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Private isolated network space</a:t>
          </a:r>
        </a:p>
      </dgm:t>
    </dgm:pt>
    <dgm:pt modelId="{6B4D1C57-62CA-4679-8D75-8479C7889EA7}" type="parTrans" cxnId="{55A78506-A39D-4D90-BA00-F2209B305C3E}">
      <dgm:prSet/>
      <dgm:spPr/>
      <dgm:t>
        <a:bodyPr/>
        <a:lstStyle/>
        <a:p>
          <a:endParaRPr lang="en-US"/>
        </a:p>
      </dgm:t>
    </dgm:pt>
    <dgm:pt modelId="{45E59B17-753F-4B88-AB08-DE2DA83F49A8}" type="sibTrans" cxnId="{55A78506-A39D-4D90-BA00-F2209B305C3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62B2567-8867-4670-952D-CFF2899622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Custom setup</a:t>
          </a:r>
        </a:p>
      </dgm:t>
    </dgm:pt>
    <dgm:pt modelId="{F96D3A22-60D6-4957-AF3B-2F492CF3EE1F}" type="parTrans" cxnId="{BBEB1E07-CA10-4C80-8C0A-866C334C667F}">
      <dgm:prSet/>
      <dgm:spPr/>
      <dgm:t>
        <a:bodyPr/>
        <a:lstStyle/>
        <a:p>
          <a:endParaRPr lang="en-US"/>
        </a:p>
      </dgm:t>
    </dgm:pt>
    <dgm:pt modelId="{DD5466AE-8031-4458-AB6E-A4760AE8680D}" type="sibTrans" cxnId="{BBEB1E07-CA10-4C80-8C0A-866C334C667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A2AC30B-43CB-4674-A305-31FBAE276F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/>
            <a:t>Internet access control</a:t>
          </a:r>
        </a:p>
      </dgm:t>
    </dgm:pt>
    <dgm:pt modelId="{965A657C-EC3D-4566-AF92-4A7D4579069C}" type="parTrans" cxnId="{3BE9F804-FF5D-4DF1-9845-351713088722}">
      <dgm:prSet/>
      <dgm:spPr/>
      <dgm:t>
        <a:bodyPr/>
        <a:lstStyle/>
        <a:p>
          <a:endParaRPr lang="en-US"/>
        </a:p>
      </dgm:t>
    </dgm:pt>
    <dgm:pt modelId="{AACBAE2F-FF03-42DC-933A-55E557CB123B}" type="sibTrans" cxnId="{3BE9F804-FF5D-4DF1-9845-351713088722}">
      <dgm:prSet/>
      <dgm:spPr/>
      <dgm:t>
        <a:bodyPr/>
        <a:lstStyle/>
        <a:p>
          <a:endParaRPr lang="en-US"/>
        </a:p>
      </dgm:t>
    </dgm:pt>
    <dgm:pt modelId="{0E58B496-ACA1-44AD-8D08-F4FD53CBCFF3}" type="pres">
      <dgm:prSet presAssocID="{874FD76F-49A0-4FBF-839C-1FA60B381BC9}" presName="root" presStyleCnt="0">
        <dgm:presLayoutVars>
          <dgm:dir/>
          <dgm:resizeHandles val="exact"/>
        </dgm:presLayoutVars>
      </dgm:prSet>
      <dgm:spPr/>
    </dgm:pt>
    <dgm:pt modelId="{BA3D88AA-0725-4E1C-BAE6-85D792C7075B}" type="pres">
      <dgm:prSet presAssocID="{5F7DD11C-29EC-4185-A622-749F011A8D6F}" presName="compNode" presStyleCnt="0"/>
      <dgm:spPr/>
    </dgm:pt>
    <dgm:pt modelId="{EFF35425-5A45-4F2F-B89C-71D44DA973A9}" type="pres">
      <dgm:prSet presAssocID="{5F7DD11C-29EC-4185-A622-749F011A8D6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1214C30-546B-4704-96B0-4A0437AC63EA}" type="pres">
      <dgm:prSet presAssocID="{5F7DD11C-29EC-4185-A622-749F011A8D6F}" presName="spaceRect" presStyleCnt="0"/>
      <dgm:spPr/>
    </dgm:pt>
    <dgm:pt modelId="{F94C2D15-BDB6-40B5-B826-E51453FCB394}" type="pres">
      <dgm:prSet presAssocID="{5F7DD11C-29EC-4185-A622-749F011A8D6F}" presName="textRect" presStyleLbl="revTx" presStyleIdx="0" presStyleCnt="3">
        <dgm:presLayoutVars>
          <dgm:chMax val="1"/>
          <dgm:chPref val="1"/>
        </dgm:presLayoutVars>
      </dgm:prSet>
      <dgm:spPr/>
    </dgm:pt>
    <dgm:pt modelId="{60092449-382D-4088-AD54-5BC6B6F00BC9}" type="pres">
      <dgm:prSet presAssocID="{45E59B17-753F-4B88-AB08-DE2DA83F49A8}" presName="sibTrans" presStyleCnt="0"/>
      <dgm:spPr/>
    </dgm:pt>
    <dgm:pt modelId="{73E2D8DC-8B11-49F8-AE9C-4B541A458DE1}" type="pres">
      <dgm:prSet presAssocID="{162B2567-8867-4670-952D-CFF289962252}" presName="compNode" presStyleCnt="0"/>
      <dgm:spPr/>
    </dgm:pt>
    <dgm:pt modelId="{46319FAD-7DD5-46BD-92E5-53489CFC44CD}" type="pres">
      <dgm:prSet presAssocID="{162B2567-8867-4670-952D-CFF28996225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EBECC383-6144-4C07-ADC1-5E9D24B03A41}" type="pres">
      <dgm:prSet presAssocID="{162B2567-8867-4670-952D-CFF289962252}" presName="spaceRect" presStyleCnt="0"/>
      <dgm:spPr/>
    </dgm:pt>
    <dgm:pt modelId="{62506F9C-DCF8-4BC7-BB61-F9E4D4D983CE}" type="pres">
      <dgm:prSet presAssocID="{162B2567-8867-4670-952D-CFF289962252}" presName="textRect" presStyleLbl="revTx" presStyleIdx="1" presStyleCnt="3">
        <dgm:presLayoutVars>
          <dgm:chMax val="1"/>
          <dgm:chPref val="1"/>
        </dgm:presLayoutVars>
      </dgm:prSet>
      <dgm:spPr/>
    </dgm:pt>
    <dgm:pt modelId="{0ACCFECB-7DD6-4453-85EC-24F70294ABF6}" type="pres">
      <dgm:prSet presAssocID="{DD5466AE-8031-4458-AB6E-A4760AE8680D}" presName="sibTrans" presStyleCnt="0"/>
      <dgm:spPr/>
    </dgm:pt>
    <dgm:pt modelId="{45CC7EBA-7D3C-48F0-951A-21F3C71E5E23}" type="pres">
      <dgm:prSet presAssocID="{4A2AC30B-43CB-4674-A305-31FBAE276FFC}" presName="compNode" presStyleCnt="0"/>
      <dgm:spPr/>
    </dgm:pt>
    <dgm:pt modelId="{229E6CDB-76C6-4ADA-BF5B-0DDE0BD530B6}" type="pres">
      <dgm:prSet presAssocID="{4A2AC30B-43CB-4674-A305-31FBAE276FF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74031FD9-0A4F-4C50-A125-2DB870F37C13}" type="pres">
      <dgm:prSet presAssocID="{4A2AC30B-43CB-4674-A305-31FBAE276FFC}" presName="spaceRect" presStyleCnt="0"/>
      <dgm:spPr/>
    </dgm:pt>
    <dgm:pt modelId="{3F8C8810-90A2-428C-96ED-724CEFAEA0A7}" type="pres">
      <dgm:prSet presAssocID="{4A2AC30B-43CB-4674-A305-31FBAE276FF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BE9F804-FF5D-4DF1-9845-351713088722}" srcId="{874FD76F-49A0-4FBF-839C-1FA60B381BC9}" destId="{4A2AC30B-43CB-4674-A305-31FBAE276FFC}" srcOrd="2" destOrd="0" parTransId="{965A657C-EC3D-4566-AF92-4A7D4579069C}" sibTransId="{AACBAE2F-FF03-42DC-933A-55E557CB123B}"/>
    <dgm:cxn modelId="{55A78506-A39D-4D90-BA00-F2209B305C3E}" srcId="{874FD76F-49A0-4FBF-839C-1FA60B381BC9}" destId="{5F7DD11C-29EC-4185-A622-749F011A8D6F}" srcOrd="0" destOrd="0" parTransId="{6B4D1C57-62CA-4679-8D75-8479C7889EA7}" sibTransId="{45E59B17-753F-4B88-AB08-DE2DA83F49A8}"/>
    <dgm:cxn modelId="{BBEB1E07-CA10-4C80-8C0A-866C334C667F}" srcId="{874FD76F-49A0-4FBF-839C-1FA60B381BC9}" destId="{162B2567-8867-4670-952D-CFF289962252}" srcOrd="1" destOrd="0" parTransId="{F96D3A22-60D6-4957-AF3B-2F492CF3EE1F}" sibTransId="{DD5466AE-8031-4458-AB6E-A4760AE8680D}"/>
    <dgm:cxn modelId="{00E52C37-9A33-4804-B035-F27604291EE6}" type="presOf" srcId="{4A2AC30B-43CB-4674-A305-31FBAE276FFC}" destId="{3F8C8810-90A2-428C-96ED-724CEFAEA0A7}" srcOrd="0" destOrd="0" presId="urn:microsoft.com/office/officeart/2018/2/layout/IconLabelList"/>
    <dgm:cxn modelId="{0297096B-9FA2-4291-AE46-06E90BA330A4}" type="presOf" srcId="{874FD76F-49A0-4FBF-839C-1FA60B381BC9}" destId="{0E58B496-ACA1-44AD-8D08-F4FD53CBCFF3}" srcOrd="0" destOrd="0" presId="urn:microsoft.com/office/officeart/2018/2/layout/IconLabelList"/>
    <dgm:cxn modelId="{9DC9B556-8D1B-4633-A27B-FFEB192BCB30}" type="presOf" srcId="{5F7DD11C-29EC-4185-A622-749F011A8D6F}" destId="{F94C2D15-BDB6-40B5-B826-E51453FCB394}" srcOrd="0" destOrd="0" presId="urn:microsoft.com/office/officeart/2018/2/layout/IconLabelList"/>
    <dgm:cxn modelId="{E433C188-9DB8-4012-A8FA-5B39290D253E}" type="presOf" srcId="{162B2567-8867-4670-952D-CFF289962252}" destId="{62506F9C-DCF8-4BC7-BB61-F9E4D4D983CE}" srcOrd="0" destOrd="0" presId="urn:microsoft.com/office/officeart/2018/2/layout/IconLabelList"/>
    <dgm:cxn modelId="{0FEADA3D-9459-499C-9FD0-A765361FF8F2}" type="presParOf" srcId="{0E58B496-ACA1-44AD-8D08-F4FD53CBCFF3}" destId="{BA3D88AA-0725-4E1C-BAE6-85D792C7075B}" srcOrd="0" destOrd="0" presId="urn:microsoft.com/office/officeart/2018/2/layout/IconLabelList"/>
    <dgm:cxn modelId="{6B0F2140-4FE4-4400-83E5-0F545A1AE7CE}" type="presParOf" srcId="{BA3D88AA-0725-4E1C-BAE6-85D792C7075B}" destId="{EFF35425-5A45-4F2F-B89C-71D44DA973A9}" srcOrd="0" destOrd="0" presId="urn:microsoft.com/office/officeart/2018/2/layout/IconLabelList"/>
    <dgm:cxn modelId="{2584CEED-6454-4C14-912E-BF09438B7DC3}" type="presParOf" srcId="{BA3D88AA-0725-4E1C-BAE6-85D792C7075B}" destId="{31214C30-546B-4704-96B0-4A0437AC63EA}" srcOrd="1" destOrd="0" presId="urn:microsoft.com/office/officeart/2018/2/layout/IconLabelList"/>
    <dgm:cxn modelId="{0E2C2DC8-DC02-4900-A341-1770C06B6860}" type="presParOf" srcId="{BA3D88AA-0725-4E1C-BAE6-85D792C7075B}" destId="{F94C2D15-BDB6-40B5-B826-E51453FCB394}" srcOrd="2" destOrd="0" presId="urn:microsoft.com/office/officeart/2018/2/layout/IconLabelList"/>
    <dgm:cxn modelId="{2486D6A0-5F3B-475A-895F-79250A5715A5}" type="presParOf" srcId="{0E58B496-ACA1-44AD-8D08-F4FD53CBCFF3}" destId="{60092449-382D-4088-AD54-5BC6B6F00BC9}" srcOrd="1" destOrd="0" presId="urn:microsoft.com/office/officeart/2018/2/layout/IconLabelList"/>
    <dgm:cxn modelId="{AC15C7F8-F078-49ED-A9B8-7B0634A3FA48}" type="presParOf" srcId="{0E58B496-ACA1-44AD-8D08-F4FD53CBCFF3}" destId="{73E2D8DC-8B11-49F8-AE9C-4B541A458DE1}" srcOrd="2" destOrd="0" presId="urn:microsoft.com/office/officeart/2018/2/layout/IconLabelList"/>
    <dgm:cxn modelId="{9821B7DB-944C-4DC1-A911-9669A7C7E591}" type="presParOf" srcId="{73E2D8DC-8B11-49F8-AE9C-4B541A458DE1}" destId="{46319FAD-7DD5-46BD-92E5-53489CFC44CD}" srcOrd="0" destOrd="0" presId="urn:microsoft.com/office/officeart/2018/2/layout/IconLabelList"/>
    <dgm:cxn modelId="{66668954-5EFC-4E8D-A314-7110A8C76829}" type="presParOf" srcId="{73E2D8DC-8B11-49F8-AE9C-4B541A458DE1}" destId="{EBECC383-6144-4C07-ADC1-5E9D24B03A41}" srcOrd="1" destOrd="0" presId="urn:microsoft.com/office/officeart/2018/2/layout/IconLabelList"/>
    <dgm:cxn modelId="{B2AA517F-7BA3-4181-8604-4FD90AFD357A}" type="presParOf" srcId="{73E2D8DC-8B11-49F8-AE9C-4B541A458DE1}" destId="{62506F9C-DCF8-4BC7-BB61-F9E4D4D983CE}" srcOrd="2" destOrd="0" presId="urn:microsoft.com/office/officeart/2018/2/layout/IconLabelList"/>
    <dgm:cxn modelId="{191BF775-C60B-4983-A17D-7BE2064B65EB}" type="presParOf" srcId="{0E58B496-ACA1-44AD-8D08-F4FD53CBCFF3}" destId="{0ACCFECB-7DD6-4453-85EC-24F70294ABF6}" srcOrd="3" destOrd="0" presId="urn:microsoft.com/office/officeart/2018/2/layout/IconLabelList"/>
    <dgm:cxn modelId="{301EAACB-B73A-4546-B1C2-72621A28DC57}" type="presParOf" srcId="{0E58B496-ACA1-44AD-8D08-F4FD53CBCFF3}" destId="{45CC7EBA-7D3C-48F0-951A-21F3C71E5E23}" srcOrd="4" destOrd="0" presId="urn:microsoft.com/office/officeart/2018/2/layout/IconLabelList"/>
    <dgm:cxn modelId="{C45A0E68-4537-4CFE-AF48-7F6FF7A398D3}" type="presParOf" srcId="{45CC7EBA-7D3C-48F0-951A-21F3C71E5E23}" destId="{229E6CDB-76C6-4ADA-BF5B-0DDE0BD530B6}" srcOrd="0" destOrd="0" presId="urn:microsoft.com/office/officeart/2018/2/layout/IconLabelList"/>
    <dgm:cxn modelId="{AD67045C-F0F7-4F8A-B73D-BA247CEF04A5}" type="presParOf" srcId="{45CC7EBA-7D3C-48F0-951A-21F3C71E5E23}" destId="{74031FD9-0A4F-4C50-A125-2DB870F37C13}" srcOrd="1" destOrd="0" presId="urn:microsoft.com/office/officeart/2018/2/layout/IconLabelList"/>
    <dgm:cxn modelId="{5831E3EE-5362-4FAA-8DBF-82C531E89821}" type="presParOf" srcId="{45CC7EBA-7D3C-48F0-951A-21F3C71E5E23}" destId="{3F8C8810-90A2-428C-96ED-724CEFAEA0A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3BF07A-CB7B-458D-B1C0-83A40D085FF9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55C15BB-35FA-4C46-BF9A-6C0CB4D13A91}">
      <dgm:prSet/>
      <dgm:spPr/>
      <dgm:t>
        <a:bodyPr/>
        <a:lstStyle/>
        <a:p>
          <a:r>
            <a:rPr lang="en-US"/>
            <a:t>Public IP:</a:t>
          </a:r>
        </a:p>
      </dgm:t>
    </dgm:pt>
    <dgm:pt modelId="{5DD58436-A886-4B5C-87EE-FC278CE11237}" type="parTrans" cxnId="{6C2146E0-B9A5-4E27-BAD5-13E8765F4D82}">
      <dgm:prSet/>
      <dgm:spPr/>
      <dgm:t>
        <a:bodyPr/>
        <a:lstStyle/>
        <a:p>
          <a:endParaRPr lang="en-US"/>
        </a:p>
      </dgm:t>
    </dgm:pt>
    <dgm:pt modelId="{EB43866E-6D21-45A4-A70D-BADDD91AEEA2}" type="sibTrans" cxnId="{6C2146E0-B9A5-4E27-BAD5-13E8765F4D82}">
      <dgm:prSet/>
      <dgm:spPr/>
      <dgm:t>
        <a:bodyPr/>
        <a:lstStyle/>
        <a:p>
          <a:endParaRPr lang="en-US"/>
        </a:p>
      </dgm:t>
    </dgm:pt>
    <dgm:pt modelId="{95A6D1D6-7289-4387-BC30-E6BF0B7373BA}">
      <dgm:prSet/>
      <dgm:spPr/>
      <dgm:t>
        <a:bodyPr/>
        <a:lstStyle/>
        <a:p>
          <a:r>
            <a:rPr lang="en-US"/>
            <a:t>Reachable over the Internet</a:t>
          </a:r>
        </a:p>
      </dgm:t>
    </dgm:pt>
    <dgm:pt modelId="{2EFCBD94-57D1-469F-8E00-7DE8B41E8F5A}" type="parTrans" cxnId="{71DED32E-A4C5-4ADE-9CD7-3261FA38C54D}">
      <dgm:prSet/>
      <dgm:spPr/>
      <dgm:t>
        <a:bodyPr/>
        <a:lstStyle/>
        <a:p>
          <a:endParaRPr lang="en-US"/>
        </a:p>
      </dgm:t>
    </dgm:pt>
    <dgm:pt modelId="{9D6D01BD-74AB-496C-82EB-57492F2CAB3F}" type="sibTrans" cxnId="{71DED32E-A4C5-4ADE-9CD7-3261FA38C54D}">
      <dgm:prSet/>
      <dgm:spPr/>
      <dgm:t>
        <a:bodyPr/>
        <a:lstStyle/>
        <a:p>
          <a:endParaRPr lang="en-US"/>
        </a:p>
      </dgm:t>
    </dgm:pt>
    <dgm:pt modelId="{AF238EC1-7C90-40E5-9ED9-90331C657190}">
      <dgm:prSet/>
      <dgm:spPr/>
      <dgm:t>
        <a:bodyPr/>
        <a:lstStyle/>
        <a:p>
          <a:endParaRPr lang="en-US" dirty="0"/>
        </a:p>
      </dgm:t>
    </dgm:pt>
    <dgm:pt modelId="{D8AAF18F-4F1D-4A5C-BEBB-BD1AF0B715A8}" type="parTrans" cxnId="{00FD386D-6136-4811-A02E-BBAAF9D04D0F}">
      <dgm:prSet/>
      <dgm:spPr/>
      <dgm:t>
        <a:bodyPr/>
        <a:lstStyle/>
        <a:p>
          <a:endParaRPr lang="en-US"/>
        </a:p>
      </dgm:t>
    </dgm:pt>
    <dgm:pt modelId="{B5BEE638-8A26-43D0-AE1F-99E0351B6B9B}" type="sibTrans" cxnId="{00FD386D-6136-4811-A02E-BBAAF9D04D0F}">
      <dgm:prSet/>
      <dgm:spPr/>
      <dgm:t>
        <a:bodyPr/>
        <a:lstStyle/>
        <a:p>
          <a:endParaRPr lang="en-US"/>
        </a:p>
      </dgm:t>
    </dgm:pt>
    <dgm:pt modelId="{C834DBF8-C7BD-492A-B85A-97CBE2CC1F9B}">
      <dgm:prSet/>
      <dgm:spPr/>
      <dgm:t>
        <a:bodyPr/>
        <a:lstStyle/>
        <a:p>
          <a:r>
            <a:rPr lang="en-US"/>
            <a:t>Private IP:</a:t>
          </a:r>
        </a:p>
      </dgm:t>
    </dgm:pt>
    <dgm:pt modelId="{59269136-4FA2-4653-85BF-9F6530F89254}" type="parTrans" cxnId="{E81816CC-ABFA-4410-8DA7-8FF9B4D87B50}">
      <dgm:prSet/>
      <dgm:spPr/>
      <dgm:t>
        <a:bodyPr/>
        <a:lstStyle/>
        <a:p>
          <a:endParaRPr lang="en-US"/>
        </a:p>
      </dgm:t>
    </dgm:pt>
    <dgm:pt modelId="{2376ABD1-A97C-4F0A-BD2E-9CACBA353CEB}" type="sibTrans" cxnId="{E81816CC-ABFA-4410-8DA7-8FF9B4D87B50}">
      <dgm:prSet/>
      <dgm:spPr/>
      <dgm:t>
        <a:bodyPr/>
        <a:lstStyle/>
        <a:p>
          <a:endParaRPr lang="en-US"/>
        </a:p>
      </dgm:t>
    </dgm:pt>
    <dgm:pt modelId="{4028F894-B024-4782-9031-0B22DF90113B}">
      <dgm:prSet/>
      <dgm:spPr/>
      <dgm:t>
        <a:bodyPr/>
        <a:lstStyle/>
        <a:p>
          <a:r>
            <a:rPr lang="en-US" dirty="0"/>
            <a:t>Only reachable within the VPC or connected networks</a:t>
          </a:r>
        </a:p>
      </dgm:t>
    </dgm:pt>
    <dgm:pt modelId="{FBC21827-873A-4C41-83D6-9F9B510EA774}" type="parTrans" cxnId="{81612BF9-1663-40EC-90A4-16CC3E4E6698}">
      <dgm:prSet/>
      <dgm:spPr/>
      <dgm:t>
        <a:bodyPr/>
        <a:lstStyle/>
        <a:p>
          <a:endParaRPr lang="en-US"/>
        </a:p>
      </dgm:t>
    </dgm:pt>
    <dgm:pt modelId="{5D98598B-992A-4E6A-9549-49C6569D50A9}" type="sibTrans" cxnId="{81612BF9-1663-40EC-90A4-16CC3E4E6698}">
      <dgm:prSet/>
      <dgm:spPr/>
      <dgm:t>
        <a:bodyPr/>
        <a:lstStyle/>
        <a:p>
          <a:endParaRPr lang="en-US"/>
        </a:p>
      </dgm:t>
    </dgm:pt>
    <dgm:pt modelId="{63446D62-9372-4EAF-B5D1-4D1A5F87FC04}" type="pres">
      <dgm:prSet presAssocID="{973BF07A-CB7B-458D-B1C0-83A40D085FF9}" presName="linear" presStyleCnt="0">
        <dgm:presLayoutVars>
          <dgm:dir/>
          <dgm:animLvl val="lvl"/>
          <dgm:resizeHandles val="exact"/>
        </dgm:presLayoutVars>
      </dgm:prSet>
      <dgm:spPr/>
    </dgm:pt>
    <dgm:pt modelId="{8F11D945-42E9-4FC1-9967-9B48E5BD132A}" type="pres">
      <dgm:prSet presAssocID="{B55C15BB-35FA-4C46-BF9A-6C0CB4D13A91}" presName="parentLin" presStyleCnt="0"/>
      <dgm:spPr/>
    </dgm:pt>
    <dgm:pt modelId="{869B36D2-622D-4949-BFBE-EE208B5508AB}" type="pres">
      <dgm:prSet presAssocID="{B55C15BB-35FA-4C46-BF9A-6C0CB4D13A91}" presName="parentLeftMargin" presStyleLbl="node1" presStyleIdx="0" presStyleCnt="2"/>
      <dgm:spPr/>
    </dgm:pt>
    <dgm:pt modelId="{B9266FC9-3FDF-4943-9C4D-ADC4F39EA18A}" type="pres">
      <dgm:prSet presAssocID="{B55C15BB-35FA-4C46-BF9A-6C0CB4D13A9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C0651FB-B8A4-48E7-8239-D6014F1AA61F}" type="pres">
      <dgm:prSet presAssocID="{B55C15BB-35FA-4C46-BF9A-6C0CB4D13A91}" presName="negativeSpace" presStyleCnt="0"/>
      <dgm:spPr/>
    </dgm:pt>
    <dgm:pt modelId="{C77D896E-1A60-46D2-8083-DC591ADAE8D0}" type="pres">
      <dgm:prSet presAssocID="{B55C15BB-35FA-4C46-BF9A-6C0CB4D13A91}" presName="childText" presStyleLbl="conFgAcc1" presStyleIdx="0" presStyleCnt="2">
        <dgm:presLayoutVars>
          <dgm:bulletEnabled val="1"/>
        </dgm:presLayoutVars>
      </dgm:prSet>
      <dgm:spPr/>
    </dgm:pt>
    <dgm:pt modelId="{6B6BB607-0B27-4F67-8E92-3A266D01CB55}" type="pres">
      <dgm:prSet presAssocID="{EB43866E-6D21-45A4-A70D-BADDD91AEEA2}" presName="spaceBetweenRectangles" presStyleCnt="0"/>
      <dgm:spPr/>
    </dgm:pt>
    <dgm:pt modelId="{F5FECD88-BA3A-4DDB-92C5-4DCD17644A1D}" type="pres">
      <dgm:prSet presAssocID="{C834DBF8-C7BD-492A-B85A-97CBE2CC1F9B}" presName="parentLin" presStyleCnt="0"/>
      <dgm:spPr/>
    </dgm:pt>
    <dgm:pt modelId="{F7F72527-9D63-4210-8019-51930061F779}" type="pres">
      <dgm:prSet presAssocID="{C834DBF8-C7BD-492A-B85A-97CBE2CC1F9B}" presName="parentLeftMargin" presStyleLbl="node1" presStyleIdx="0" presStyleCnt="2"/>
      <dgm:spPr/>
    </dgm:pt>
    <dgm:pt modelId="{98C1E80B-1F8E-460B-AB9C-207652AE845B}" type="pres">
      <dgm:prSet presAssocID="{C834DBF8-C7BD-492A-B85A-97CBE2CC1F9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D012026-288A-4554-AAAA-2EE877BFBD32}" type="pres">
      <dgm:prSet presAssocID="{C834DBF8-C7BD-492A-B85A-97CBE2CC1F9B}" presName="negativeSpace" presStyleCnt="0"/>
      <dgm:spPr/>
    </dgm:pt>
    <dgm:pt modelId="{3E09A873-C24C-445A-8B55-AD132700B293}" type="pres">
      <dgm:prSet presAssocID="{C834DBF8-C7BD-492A-B85A-97CBE2CC1F9B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8EFCF60B-DECE-48C6-A15B-1990451FB054}" type="presOf" srcId="{C834DBF8-C7BD-492A-B85A-97CBE2CC1F9B}" destId="{98C1E80B-1F8E-460B-AB9C-207652AE845B}" srcOrd="1" destOrd="0" presId="urn:microsoft.com/office/officeart/2005/8/layout/list1"/>
    <dgm:cxn modelId="{71DED32E-A4C5-4ADE-9CD7-3261FA38C54D}" srcId="{B55C15BB-35FA-4C46-BF9A-6C0CB4D13A91}" destId="{95A6D1D6-7289-4387-BC30-E6BF0B7373BA}" srcOrd="0" destOrd="0" parTransId="{2EFCBD94-57D1-469F-8E00-7DE8B41E8F5A}" sibTransId="{9D6D01BD-74AB-496C-82EB-57492F2CAB3F}"/>
    <dgm:cxn modelId="{81EDE935-EF46-4316-9DC2-E0E6AF26C54C}" type="presOf" srcId="{AF238EC1-7C90-40E5-9ED9-90331C657190}" destId="{C77D896E-1A60-46D2-8083-DC591ADAE8D0}" srcOrd="0" destOrd="1" presId="urn:microsoft.com/office/officeart/2005/8/layout/list1"/>
    <dgm:cxn modelId="{0BDE0F40-76F2-4E69-9D04-B6735D70D886}" type="presOf" srcId="{973BF07A-CB7B-458D-B1C0-83A40D085FF9}" destId="{63446D62-9372-4EAF-B5D1-4D1A5F87FC04}" srcOrd="0" destOrd="0" presId="urn:microsoft.com/office/officeart/2005/8/layout/list1"/>
    <dgm:cxn modelId="{9F04BF69-1FF3-4FAA-9002-27E4D5301136}" type="presOf" srcId="{B55C15BB-35FA-4C46-BF9A-6C0CB4D13A91}" destId="{B9266FC9-3FDF-4943-9C4D-ADC4F39EA18A}" srcOrd="1" destOrd="0" presId="urn:microsoft.com/office/officeart/2005/8/layout/list1"/>
    <dgm:cxn modelId="{00FD386D-6136-4811-A02E-BBAAF9D04D0F}" srcId="{B55C15BB-35FA-4C46-BF9A-6C0CB4D13A91}" destId="{AF238EC1-7C90-40E5-9ED9-90331C657190}" srcOrd="1" destOrd="0" parTransId="{D8AAF18F-4F1D-4A5C-BEBB-BD1AF0B715A8}" sibTransId="{B5BEE638-8A26-43D0-AE1F-99E0351B6B9B}"/>
    <dgm:cxn modelId="{A10D3859-ABE2-44DC-8129-51BCA2971DAC}" type="presOf" srcId="{95A6D1D6-7289-4387-BC30-E6BF0B7373BA}" destId="{C77D896E-1A60-46D2-8083-DC591ADAE8D0}" srcOrd="0" destOrd="0" presId="urn:microsoft.com/office/officeart/2005/8/layout/list1"/>
    <dgm:cxn modelId="{2F61448C-A524-462D-B5D6-4BEFDCF9097F}" type="presOf" srcId="{4028F894-B024-4782-9031-0B22DF90113B}" destId="{3E09A873-C24C-445A-8B55-AD132700B293}" srcOrd="0" destOrd="0" presId="urn:microsoft.com/office/officeart/2005/8/layout/list1"/>
    <dgm:cxn modelId="{32E6FFC7-3E5A-4714-89B3-AB99E8AF908D}" type="presOf" srcId="{B55C15BB-35FA-4C46-BF9A-6C0CB4D13A91}" destId="{869B36D2-622D-4949-BFBE-EE208B5508AB}" srcOrd="0" destOrd="0" presId="urn:microsoft.com/office/officeart/2005/8/layout/list1"/>
    <dgm:cxn modelId="{E81816CC-ABFA-4410-8DA7-8FF9B4D87B50}" srcId="{973BF07A-CB7B-458D-B1C0-83A40D085FF9}" destId="{C834DBF8-C7BD-492A-B85A-97CBE2CC1F9B}" srcOrd="1" destOrd="0" parTransId="{59269136-4FA2-4653-85BF-9F6530F89254}" sibTransId="{2376ABD1-A97C-4F0A-BD2E-9CACBA353CEB}"/>
    <dgm:cxn modelId="{6C2146E0-B9A5-4E27-BAD5-13E8765F4D82}" srcId="{973BF07A-CB7B-458D-B1C0-83A40D085FF9}" destId="{B55C15BB-35FA-4C46-BF9A-6C0CB4D13A91}" srcOrd="0" destOrd="0" parTransId="{5DD58436-A886-4B5C-87EE-FC278CE11237}" sibTransId="{EB43866E-6D21-45A4-A70D-BADDD91AEEA2}"/>
    <dgm:cxn modelId="{E56A19ED-61B9-4F45-BAC8-DD1CB0EBABA2}" type="presOf" srcId="{C834DBF8-C7BD-492A-B85A-97CBE2CC1F9B}" destId="{F7F72527-9D63-4210-8019-51930061F779}" srcOrd="0" destOrd="0" presId="urn:microsoft.com/office/officeart/2005/8/layout/list1"/>
    <dgm:cxn modelId="{81612BF9-1663-40EC-90A4-16CC3E4E6698}" srcId="{C834DBF8-C7BD-492A-B85A-97CBE2CC1F9B}" destId="{4028F894-B024-4782-9031-0B22DF90113B}" srcOrd="0" destOrd="0" parTransId="{FBC21827-873A-4C41-83D6-9F9B510EA774}" sibTransId="{5D98598B-992A-4E6A-9549-49C6569D50A9}"/>
    <dgm:cxn modelId="{685F5293-5AAA-4375-A490-CEDB3091FCD9}" type="presParOf" srcId="{63446D62-9372-4EAF-B5D1-4D1A5F87FC04}" destId="{8F11D945-42E9-4FC1-9967-9B48E5BD132A}" srcOrd="0" destOrd="0" presId="urn:microsoft.com/office/officeart/2005/8/layout/list1"/>
    <dgm:cxn modelId="{6D2E0583-664D-449F-A0A9-779D9090E5C8}" type="presParOf" srcId="{8F11D945-42E9-4FC1-9967-9B48E5BD132A}" destId="{869B36D2-622D-4949-BFBE-EE208B5508AB}" srcOrd="0" destOrd="0" presId="urn:microsoft.com/office/officeart/2005/8/layout/list1"/>
    <dgm:cxn modelId="{FCAF473A-490D-4C3F-B59D-B553F4B4BD4A}" type="presParOf" srcId="{8F11D945-42E9-4FC1-9967-9B48E5BD132A}" destId="{B9266FC9-3FDF-4943-9C4D-ADC4F39EA18A}" srcOrd="1" destOrd="0" presId="urn:microsoft.com/office/officeart/2005/8/layout/list1"/>
    <dgm:cxn modelId="{AAEF257F-3C5D-4E8E-9EF1-7E63EFEEAC5A}" type="presParOf" srcId="{63446D62-9372-4EAF-B5D1-4D1A5F87FC04}" destId="{1C0651FB-B8A4-48E7-8239-D6014F1AA61F}" srcOrd="1" destOrd="0" presId="urn:microsoft.com/office/officeart/2005/8/layout/list1"/>
    <dgm:cxn modelId="{87C8ADF8-2052-48A4-AD64-130CAEA5028F}" type="presParOf" srcId="{63446D62-9372-4EAF-B5D1-4D1A5F87FC04}" destId="{C77D896E-1A60-46D2-8083-DC591ADAE8D0}" srcOrd="2" destOrd="0" presId="urn:microsoft.com/office/officeart/2005/8/layout/list1"/>
    <dgm:cxn modelId="{C5861F59-0C09-4C1C-A934-D48B5C404AF8}" type="presParOf" srcId="{63446D62-9372-4EAF-B5D1-4D1A5F87FC04}" destId="{6B6BB607-0B27-4F67-8E92-3A266D01CB55}" srcOrd="3" destOrd="0" presId="urn:microsoft.com/office/officeart/2005/8/layout/list1"/>
    <dgm:cxn modelId="{F4A01255-C98B-47F6-ADB8-234506BB86F9}" type="presParOf" srcId="{63446D62-9372-4EAF-B5D1-4D1A5F87FC04}" destId="{F5FECD88-BA3A-4DDB-92C5-4DCD17644A1D}" srcOrd="4" destOrd="0" presId="urn:microsoft.com/office/officeart/2005/8/layout/list1"/>
    <dgm:cxn modelId="{7F7E1405-2E41-4D9A-9B14-6EC5E670E654}" type="presParOf" srcId="{F5FECD88-BA3A-4DDB-92C5-4DCD17644A1D}" destId="{F7F72527-9D63-4210-8019-51930061F779}" srcOrd="0" destOrd="0" presId="urn:microsoft.com/office/officeart/2005/8/layout/list1"/>
    <dgm:cxn modelId="{B7863B81-042E-4172-AD24-C2FC9FA5FCC4}" type="presParOf" srcId="{F5FECD88-BA3A-4DDB-92C5-4DCD17644A1D}" destId="{98C1E80B-1F8E-460B-AB9C-207652AE845B}" srcOrd="1" destOrd="0" presId="urn:microsoft.com/office/officeart/2005/8/layout/list1"/>
    <dgm:cxn modelId="{19697730-7B77-4A47-B638-78D9A6EBD294}" type="presParOf" srcId="{63446D62-9372-4EAF-B5D1-4D1A5F87FC04}" destId="{5D012026-288A-4554-AAAA-2EE877BFBD32}" srcOrd="5" destOrd="0" presId="urn:microsoft.com/office/officeart/2005/8/layout/list1"/>
    <dgm:cxn modelId="{913122DD-00DE-4815-ABED-693CE8A7726B}" type="presParOf" srcId="{63446D62-9372-4EAF-B5D1-4D1A5F87FC04}" destId="{3E09A873-C24C-445A-8B55-AD132700B29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4ECF9BF-3A1E-4A8A-BF31-E5B1AAF12F00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37856A2-0308-4F60-B98E-E7B3EFE64F1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IPv4:</a:t>
          </a:r>
          <a:endParaRPr lang="en-US"/>
        </a:p>
      </dgm:t>
    </dgm:pt>
    <dgm:pt modelId="{501DB352-B2E4-4326-84C1-3D6DA3926999}" type="parTrans" cxnId="{91D5D5A7-6FF6-4E8B-804A-ABED904C4A38}">
      <dgm:prSet/>
      <dgm:spPr/>
      <dgm:t>
        <a:bodyPr/>
        <a:lstStyle/>
        <a:p>
          <a:endParaRPr lang="en-US"/>
        </a:p>
      </dgm:t>
    </dgm:pt>
    <dgm:pt modelId="{5E97D07D-B9EB-4E3E-9076-EA05FB6193FD}" type="sibTrans" cxnId="{91D5D5A7-6FF6-4E8B-804A-ABED904C4A38}">
      <dgm:prSet/>
      <dgm:spPr/>
      <dgm:t>
        <a:bodyPr/>
        <a:lstStyle/>
        <a:p>
          <a:endParaRPr lang="en-US"/>
        </a:p>
      </dgm:t>
    </dgm:pt>
    <dgm:pt modelId="{B753727A-DE7D-44AF-8C3A-A170A0D8E7FD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IN" sz="2000" dirty="0"/>
            <a:t>32-bit address → e.g., 192.168.1.1</a:t>
          </a:r>
          <a:endParaRPr lang="en-US" sz="2000" dirty="0"/>
        </a:p>
      </dgm:t>
    </dgm:pt>
    <dgm:pt modelId="{3A800480-0B9F-4588-9764-C871FB02639E}" type="parTrans" cxnId="{7C8430DC-F61B-4DDF-8E7C-27FC692818AE}">
      <dgm:prSet/>
      <dgm:spPr/>
      <dgm:t>
        <a:bodyPr/>
        <a:lstStyle/>
        <a:p>
          <a:endParaRPr lang="en-US"/>
        </a:p>
      </dgm:t>
    </dgm:pt>
    <dgm:pt modelId="{CC8C085F-0D50-474E-910E-861D345EBD5A}" type="sibTrans" cxnId="{7C8430DC-F61B-4DDF-8E7C-27FC692818AE}">
      <dgm:prSet/>
      <dgm:spPr/>
      <dgm:t>
        <a:bodyPr/>
        <a:lstStyle/>
        <a:p>
          <a:endParaRPr lang="en-US"/>
        </a:p>
      </dgm:t>
    </dgm:pt>
    <dgm:pt modelId="{DE062EFC-CF6C-430B-94D1-C35A944EB0DC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IN" sz="2000" dirty="0"/>
            <a:t>~4.3 billion addresses</a:t>
          </a:r>
          <a:endParaRPr lang="en-US" sz="2000" dirty="0"/>
        </a:p>
      </dgm:t>
    </dgm:pt>
    <dgm:pt modelId="{244A6668-1619-4831-8F1E-DD4C86CF23CE}" type="parTrans" cxnId="{84FEB15B-A3DE-44BB-8F0F-AD3A65990411}">
      <dgm:prSet/>
      <dgm:spPr/>
      <dgm:t>
        <a:bodyPr/>
        <a:lstStyle/>
        <a:p>
          <a:endParaRPr lang="en-US"/>
        </a:p>
      </dgm:t>
    </dgm:pt>
    <dgm:pt modelId="{4A38C4B4-ADC5-4F9C-8197-DEB9E86E977A}" type="sibTrans" cxnId="{84FEB15B-A3DE-44BB-8F0F-AD3A65990411}">
      <dgm:prSet/>
      <dgm:spPr/>
      <dgm:t>
        <a:bodyPr/>
        <a:lstStyle/>
        <a:p>
          <a:endParaRPr lang="en-US"/>
        </a:p>
      </dgm:t>
    </dgm:pt>
    <dgm:pt modelId="{56881C75-3319-4807-8466-3523A171F440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IN" sz="2000" dirty="0"/>
            <a:t>Most commonly used in AWS VPCs today</a:t>
          </a:r>
          <a:endParaRPr lang="en-US" sz="2000" dirty="0"/>
        </a:p>
      </dgm:t>
    </dgm:pt>
    <dgm:pt modelId="{CBD9275A-0135-4088-B84D-FE055FFD1C69}" type="parTrans" cxnId="{C6DBCDA3-883A-4E59-9A80-4967548EF060}">
      <dgm:prSet/>
      <dgm:spPr/>
      <dgm:t>
        <a:bodyPr/>
        <a:lstStyle/>
        <a:p>
          <a:endParaRPr lang="en-US"/>
        </a:p>
      </dgm:t>
    </dgm:pt>
    <dgm:pt modelId="{C8A6A290-39D6-48EA-AEBB-924799E2A16A}" type="sibTrans" cxnId="{C6DBCDA3-883A-4E59-9A80-4967548EF060}">
      <dgm:prSet/>
      <dgm:spPr/>
      <dgm:t>
        <a:bodyPr/>
        <a:lstStyle/>
        <a:p>
          <a:endParaRPr lang="en-US"/>
        </a:p>
      </dgm:t>
    </dgm:pt>
    <dgm:pt modelId="{946ACDBF-C05B-43D9-87A6-192CFDC502C6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IN" b="1"/>
            <a:t>IPv6:</a:t>
          </a:r>
          <a:endParaRPr lang="en-US"/>
        </a:p>
      </dgm:t>
    </dgm:pt>
    <dgm:pt modelId="{8EA0E631-9ADC-4398-9423-B2005CE9CB70}" type="parTrans" cxnId="{DD5CC0C8-F291-40A6-A0FD-411A0F74C831}">
      <dgm:prSet/>
      <dgm:spPr/>
      <dgm:t>
        <a:bodyPr/>
        <a:lstStyle/>
        <a:p>
          <a:endParaRPr lang="en-US"/>
        </a:p>
      </dgm:t>
    </dgm:pt>
    <dgm:pt modelId="{D78EA23D-ACA5-4F23-A745-F62F5A58EC9F}" type="sibTrans" cxnId="{DD5CC0C8-F291-40A6-A0FD-411A0F74C831}">
      <dgm:prSet/>
      <dgm:spPr/>
      <dgm:t>
        <a:bodyPr/>
        <a:lstStyle/>
        <a:p>
          <a:endParaRPr lang="en-US"/>
        </a:p>
      </dgm:t>
    </dgm:pt>
    <dgm:pt modelId="{7E4F627C-CA3F-48A6-B2C4-2C132AF90718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IN" sz="2000" dirty="0"/>
            <a:t>128-bit address → e.g., 2001:0db8:85a3::8a2e:0370:7334</a:t>
          </a:r>
          <a:endParaRPr lang="en-US" sz="2000" dirty="0"/>
        </a:p>
      </dgm:t>
    </dgm:pt>
    <dgm:pt modelId="{776AC050-1F1B-4626-85D2-2AF449EDD9E5}" type="parTrans" cxnId="{97E8BC15-59EA-4622-910F-0F75649B131C}">
      <dgm:prSet/>
      <dgm:spPr/>
      <dgm:t>
        <a:bodyPr/>
        <a:lstStyle/>
        <a:p>
          <a:endParaRPr lang="en-US"/>
        </a:p>
      </dgm:t>
    </dgm:pt>
    <dgm:pt modelId="{2E80E667-67B5-4AB5-8E32-3930C03C8274}" type="sibTrans" cxnId="{97E8BC15-59EA-4622-910F-0F75649B131C}">
      <dgm:prSet/>
      <dgm:spPr/>
      <dgm:t>
        <a:bodyPr/>
        <a:lstStyle/>
        <a:p>
          <a:endParaRPr lang="en-US"/>
        </a:p>
      </dgm:t>
    </dgm:pt>
    <dgm:pt modelId="{A240B44B-4409-4453-A0BF-6054F33E49BC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IN" sz="2000" dirty="0"/>
            <a:t>Huge address space → almost unlimited addresses</a:t>
          </a:r>
          <a:endParaRPr lang="en-US" sz="2000" dirty="0"/>
        </a:p>
      </dgm:t>
    </dgm:pt>
    <dgm:pt modelId="{17CC1A1C-788D-45F9-82B7-D9157BCCBA9D}" type="parTrans" cxnId="{B103D41B-1469-4D22-A3C8-12BD88258728}">
      <dgm:prSet/>
      <dgm:spPr/>
      <dgm:t>
        <a:bodyPr/>
        <a:lstStyle/>
        <a:p>
          <a:endParaRPr lang="en-US"/>
        </a:p>
      </dgm:t>
    </dgm:pt>
    <dgm:pt modelId="{80F273FC-FA3C-4A2E-B174-84FF2F9234BD}" type="sibTrans" cxnId="{B103D41B-1469-4D22-A3C8-12BD88258728}">
      <dgm:prSet/>
      <dgm:spPr/>
      <dgm:t>
        <a:bodyPr/>
        <a:lstStyle/>
        <a:p>
          <a:endParaRPr lang="en-US"/>
        </a:p>
      </dgm:t>
    </dgm:pt>
    <dgm:pt modelId="{F0414946-BCC1-405E-B92A-2DDAE27B16B0}">
      <dgm:prSet custT="1"/>
      <dgm:spPr/>
      <dgm:t>
        <a:bodyPr/>
        <a:lstStyle/>
        <a:p>
          <a:pPr algn="l">
            <a:lnSpc>
              <a:spcPct val="100000"/>
            </a:lnSpc>
          </a:pPr>
          <a:r>
            <a:rPr lang="en-IN" sz="2000" dirty="0"/>
            <a:t>Used for </a:t>
          </a:r>
          <a:r>
            <a:rPr lang="en-IN" sz="2000" b="0" dirty="0"/>
            <a:t>future-proofing and global Internet connectivity</a:t>
          </a:r>
          <a:endParaRPr lang="en-US" sz="2000" b="0" dirty="0"/>
        </a:p>
      </dgm:t>
    </dgm:pt>
    <dgm:pt modelId="{335DDBE8-7C4D-4F60-BA33-9A28A2C235DD}" type="parTrans" cxnId="{4A68EECF-9A7A-4242-9561-C0F59C869916}">
      <dgm:prSet/>
      <dgm:spPr/>
      <dgm:t>
        <a:bodyPr/>
        <a:lstStyle/>
        <a:p>
          <a:endParaRPr lang="en-US"/>
        </a:p>
      </dgm:t>
    </dgm:pt>
    <dgm:pt modelId="{A5BEC4AB-7A79-416D-AC7F-5D1D4E043F73}" type="sibTrans" cxnId="{4A68EECF-9A7A-4242-9561-C0F59C869916}">
      <dgm:prSet/>
      <dgm:spPr/>
      <dgm:t>
        <a:bodyPr/>
        <a:lstStyle/>
        <a:p>
          <a:endParaRPr lang="en-US"/>
        </a:p>
      </dgm:t>
    </dgm:pt>
    <dgm:pt modelId="{181AA29F-C638-4850-AC30-9301F1C89AEA}" type="pres">
      <dgm:prSet presAssocID="{D4ECF9BF-3A1E-4A8A-BF31-E5B1AAF12F00}" presName="root" presStyleCnt="0">
        <dgm:presLayoutVars>
          <dgm:dir/>
          <dgm:resizeHandles val="exact"/>
        </dgm:presLayoutVars>
      </dgm:prSet>
      <dgm:spPr/>
    </dgm:pt>
    <dgm:pt modelId="{57F05CF2-9F50-49DA-8A31-74621836338A}" type="pres">
      <dgm:prSet presAssocID="{937856A2-0308-4F60-B98E-E7B3EFE64F12}" presName="compNode" presStyleCnt="0"/>
      <dgm:spPr/>
    </dgm:pt>
    <dgm:pt modelId="{4F07469B-5210-47B7-BB93-07A84EDC5F5C}" type="pres">
      <dgm:prSet presAssocID="{937856A2-0308-4F60-B98E-E7B3EFE64F1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43A75560-2DD3-435B-A633-C9EC37C11D81}" type="pres">
      <dgm:prSet presAssocID="{937856A2-0308-4F60-B98E-E7B3EFE64F12}" presName="iconSpace" presStyleCnt="0"/>
      <dgm:spPr/>
    </dgm:pt>
    <dgm:pt modelId="{44D2CDE7-84E0-41A1-A6D7-97E1E8E6C1DB}" type="pres">
      <dgm:prSet presAssocID="{937856A2-0308-4F60-B98E-E7B3EFE64F12}" presName="parTx" presStyleLbl="revTx" presStyleIdx="0" presStyleCnt="4">
        <dgm:presLayoutVars>
          <dgm:chMax val="0"/>
          <dgm:chPref val="0"/>
        </dgm:presLayoutVars>
      </dgm:prSet>
      <dgm:spPr/>
    </dgm:pt>
    <dgm:pt modelId="{F3F5FF8E-DC9D-4838-9622-68C8D0117ECD}" type="pres">
      <dgm:prSet presAssocID="{937856A2-0308-4F60-B98E-E7B3EFE64F12}" presName="txSpace" presStyleCnt="0"/>
      <dgm:spPr/>
    </dgm:pt>
    <dgm:pt modelId="{74B5257C-8582-4F8B-B25A-0B0882EE045D}" type="pres">
      <dgm:prSet presAssocID="{937856A2-0308-4F60-B98E-E7B3EFE64F12}" presName="desTx" presStyleLbl="revTx" presStyleIdx="1" presStyleCnt="4">
        <dgm:presLayoutVars/>
      </dgm:prSet>
      <dgm:spPr/>
    </dgm:pt>
    <dgm:pt modelId="{3F897C99-E2C4-433F-9FE1-8AF3E68C1CD8}" type="pres">
      <dgm:prSet presAssocID="{5E97D07D-B9EB-4E3E-9076-EA05FB6193FD}" presName="sibTrans" presStyleCnt="0"/>
      <dgm:spPr/>
    </dgm:pt>
    <dgm:pt modelId="{305B50A0-71B4-4BF6-B6E6-DBF591360FA9}" type="pres">
      <dgm:prSet presAssocID="{946ACDBF-C05B-43D9-87A6-192CFDC502C6}" presName="compNode" presStyleCnt="0"/>
      <dgm:spPr/>
    </dgm:pt>
    <dgm:pt modelId="{83A99154-7716-47AC-939C-9308A7011B72}" type="pres">
      <dgm:prSet presAssocID="{946ACDBF-C05B-43D9-87A6-192CFDC502C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2E31D206-E081-4442-9C8A-AE310A61796C}" type="pres">
      <dgm:prSet presAssocID="{946ACDBF-C05B-43D9-87A6-192CFDC502C6}" presName="iconSpace" presStyleCnt="0"/>
      <dgm:spPr/>
    </dgm:pt>
    <dgm:pt modelId="{BAEE2AE6-5F88-41BB-B803-F65E4AA32254}" type="pres">
      <dgm:prSet presAssocID="{946ACDBF-C05B-43D9-87A6-192CFDC502C6}" presName="parTx" presStyleLbl="revTx" presStyleIdx="2" presStyleCnt="4">
        <dgm:presLayoutVars>
          <dgm:chMax val="0"/>
          <dgm:chPref val="0"/>
        </dgm:presLayoutVars>
      </dgm:prSet>
      <dgm:spPr/>
    </dgm:pt>
    <dgm:pt modelId="{5BCD4B20-3E82-40D8-BF1F-6C5FA80279C4}" type="pres">
      <dgm:prSet presAssocID="{946ACDBF-C05B-43D9-87A6-192CFDC502C6}" presName="txSpace" presStyleCnt="0"/>
      <dgm:spPr/>
    </dgm:pt>
    <dgm:pt modelId="{7B68B486-578B-4895-8BC8-34A734EC2D77}" type="pres">
      <dgm:prSet presAssocID="{946ACDBF-C05B-43D9-87A6-192CFDC502C6}" presName="desTx" presStyleLbl="revTx" presStyleIdx="3" presStyleCnt="4">
        <dgm:presLayoutVars/>
      </dgm:prSet>
      <dgm:spPr/>
    </dgm:pt>
  </dgm:ptLst>
  <dgm:cxnLst>
    <dgm:cxn modelId="{97E8BC15-59EA-4622-910F-0F75649B131C}" srcId="{946ACDBF-C05B-43D9-87A6-192CFDC502C6}" destId="{7E4F627C-CA3F-48A6-B2C4-2C132AF90718}" srcOrd="0" destOrd="0" parTransId="{776AC050-1F1B-4626-85D2-2AF449EDD9E5}" sibTransId="{2E80E667-67B5-4AB5-8E32-3930C03C8274}"/>
    <dgm:cxn modelId="{B103D41B-1469-4D22-A3C8-12BD88258728}" srcId="{946ACDBF-C05B-43D9-87A6-192CFDC502C6}" destId="{A240B44B-4409-4453-A0BF-6054F33E49BC}" srcOrd="1" destOrd="0" parTransId="{17CC1A1C-788D-45F9-82B7-D9157BCCBA9D}" sibTransId="{80F273FC-FA3C-4A2E-B174-84FF2F9234BD}"/>
    <dgm:cxn modelId="{AC25D229-F4A6-4CCA-9E3D-374F3A26E3D6}" type="presOf" srcId="{D4ECF9BF-3A1E-4A8A-BF31-E5B1AAF12F00}" destId="{181AA29F-C638-4850-AC30-9301F1C89AEA}" srcOrd="0" destOrd="0" presId="urn:microsoft.com/office/officeart/2018/5/layout/CenteredIconLabelDescriptionList"/>
    <dgm:cxn modelId="{84FEB15B-A3DE-44BB-8F0F-AD3A65990411}" srcId="{937856A2-0308-4F60-B98E-E7B3EFE64F12}" destId="{DE062EFC-CF6C-430B-94D1-C35A944EB0DC}" srcOrd="1" destOrd="0" parTransId="{244A6668-1619-4831-8F1E-DD4C86CF23CE}" sibTransId="{4A38C4B4-ADC5-4F9C-8197-DEB9E86E977A}"/>
    <dgm:cxn modelId="{44B8CC46-5DC9-4219-8829-AE93EC954D3B}" type="presOf" srcId="{A240B44B-4409-4453-A0BF-6054F33E49BC}" destId="{7B68B486-578B-4895-8BC8-34A734EC2D77}" srcOrd="0" destOrd="1" presId="urn:microsoft.com/office/officeart/2018/5/layout/CenteredIconLabelDescriptionList"/>
    <dgm:cxn modelId="{0E5A038C-9D9E-4286-A6C9-05453FB62B1F}" type="presOf" srcId="{937856A2-0308-4F60-B98E-E7B3EFE64F12}" destId="{44D2CDE7-84E0-41A1-A6D7-97E1E8E6C1DB}" srcOrd="0" destOrd="0" presId="urn:microsoft.com/office/officeart/2018/5/layout/CenteredIconLabelDescriptionList"/>
    <dgm:cxn modelId="{C6DBCDA3-883A-4E59-9A80-4967548EF060}" srcId="{937856A2-0308-4F60-B98E-E7B3EFE64F12}" destId="{56881C75-3319-4807-8466-3523A171F440}" srcOrd="2" destOrd="0" parTransId="{CBD9275A-0135-4088-B84D-FE055FFD1C69}" sibTransId="{C8A6A290-39D6-48EA-AEBB-924799E2A16A}"/>
    <dgm:cxn modelId="{9C0838A5-B075-4CF1-A43C-863FE07D9239}" type="presOf" srcId="{7E4F627C-CA3F-48A6-B2C4-2C132AF90718}" destId="{7B68B486-578B-4895-8BC8-34A734EC2D77}" srcOrd="0" destOrd="0" presId="urn:microsoft.com/office/officeart/2018/5/layout/CenteredIconLabelDescriptionList"/>
    <dgm:cxn modelId="{91D5D5A7-6FF6-4E8B-804A-ABED904C4A38}" srcId="{D4ECF9BF-3A1E-4A8A-BF31-E5B1AAF12F00}" destId="{937856A2-0308-4F60-B98E-E7B3EFE64F12}" srcOrd="0" destOrd="0" parTransId="{501DB352-B2E4-4326-84C1-3D6DA3926999}" sibTransId="{5E97D07D-B9EB-4E3E-9076-EA05FB6193FD}"/>
    <dgm:cxn modelId="{40BF91A9-6477-44DF-8F07-F3153E9C43D8}" type="presOf" srcId="{56881C75-3319-4807-8466-3523A171F440}" destId="{74B5257C-8582-4F8B-B25A-0B0882EE045D}" srcOrd="0" destOrd="2" presId="urn:microsoft.com/office/officeart/2018/5/layout/CenteredIconLabelDescriptionList"/>
    <dgm:cxn modelId="{F01B29C5-B26E-4662-8227-B4759BD67040}" type="presOf" srcId="{F0414946-BCC1-405E-B92A-2DDAE27B16B0}" destId="{7B68B486-578B-4895-8BC8-34A734EC2D77}" srcOrd="0" destOrd="2" presId="urn:microsoft.com/office/officeart/2018/5/layout/CenteredIconLabelDescriptionList"/>
    <dgm:cxn modelId="{3422D8C7-A87E-44AC-BD40-1D42B6F7D999}" type="presOf" srcId="{946ACDBF-C05B-43D9-87A6-192CFDC502C6}" destId="{BAEE2AE6-5F88-41BB-B803-F65E4AA32254}" srcOrd="0" destOrd="0" presId="urn:microsoft.com/office/officeart/2018/5/layout/CenteredIconLabelDescriptionList"/>
    <dgm:cxn modelId="{DD5CC0C8-F291-40A6-A0FD-411A0F74C831}" srcId="{D4ECF9BF-3A1E-4A8A-BF31-E5B1AAF12F00}" destId="{946ACDBF-C05B-43D9-87A6-192CFDC502C6}" srcOrd="1" destOrd="0" parTransId="{8EA0E631-9ADC-4398-9423-B2005CE9CB70}" sibTransId="{D78EA23D-ACA5-4F23-A745-F62F5A58EC9F}"/>
    <dgm:cxn modelId="{4A68EECF-9A7A-4242-9561-C0F59C869916}" srcId="{946ACDBF-C05B-43D9-87A6-192CFDC502C6}" destId="{F0414946-BCC1-405E-B92A-2DDAE27B16B0}" srcOrd="2" destOrd="0" parTransId="{335DDBE8-7C4D-4F60-BA33-9A28A2C235DD}" sibTransId="{A5BEC4AB-7A79-416D-AC7F-5D1D4E043F73}"/>
    <dgm:cxn modelId="{A70409D1-B260-4B72-9A38-ECE4EA8B487F}" type="presOf" srcId="{B753727A-DE7D-44AF-8C3A-A170A0D8E7FD}" destId="{74B5257C-8582-4F8B-B25A-0B0882EE045D}" srcOrd="0" destOrd="0" presId="urn:microsoft.com/office/officeart/2018/5/layout/CenteredIconLabelDescriptionList"/>
    <dgm:cxn modelId="{7C8430DC-F61B-4DDF-8E7C-27FC692818AE}" srcId="{937856A2-0308-4F60-B98E-E7B3EFE64F12}" destId="{B753727A-DE7D-44AF-8C3A-A170A0D8E7FD}" srcOrd="0" destOrd="0" parTransId="{3A800480-0B9F-4588-9764-C871FB02639E}" sibTransId="{CC8C085F-0D50-474E-910E-861D345EBD5A}"/>
    <dgm:cxn modelId="{83E0E7F3-05CF-4647-922C-F918CD226F9F}" type="presOf" srcId="{DE062EFC-CF6C-430B-94D1-C35A944EB0DC}" destId="{74B5257C-8582-4F8B-B25A-0B0882EE045D}" srcOrd="0" destOrd="1" presId="urn:microsoft.com/office/officeart/2018/5/layout/CenteredIconLabelDescriptionList"/>
    <dgm:cxn modelId="{B12E944B-6EEB-457A-A3DC-61A34CCBC881}" type="presParOf" srcId="{181AA29F-C638-4850-AC30-9301F1C89AEA}" destId="{57F05CF2-9F50-49DA-8A31-74621836338A}" srcOrd="0" destOrd="0" presId="urn:microsoft.com/office/officeart/2018/5/layout/CenteredIconLabelDescriptionList"/>
    <dgm:cxn modelId="{510E1753-E163-48B8-9A8F-15BF2D0CD75C}" type="presParOf" srcId="{57F05CF2-9F50-49DA-8A31-74621836338A}" destId="{4F07469B-5210-47B7-BB93-07A84EDC5F5C}" srcOrd="0" destOrd="0" presId="urn:microsoft.com/office/officeart/2018/5/layout/CenteredIconLabelDescriptionList"/>
    <dgm:cxn modelId="{100068B4-D733-4873-A171-72CBA2543950}" type="presParOf" srcId="{57F05CF2-9F50-49DA-8A31-74621836338A}" destId="{43A75560-2DD3-435B-A633-C9EC37C11D81}" srcOrd="1" destOrd="0" presId="urn:microsoft.com/office/officeart/2018/5/layout/CenteredIconLabelDescriptionList"/>
    <dgm:cxn modelId="{7350E2FA-DDE8-45E3-8F2A-C7F991BCD53A}" type="presParOf" srcId="{57F05CF2-9F50-49DA-8A31-74621836338A}" destId="{44D2CDE7-84E0-41A1-A6D7-97E1E8E6C1DB}" srcOrd="2" destOrd="0" presId="urn:microsoft.com/office/officeart/2018/5/layout/CenteredIconLabelDescriptionList"/>
    <dgm:cxn modelId="{EFF3494A-A022-4930-B5FF-E5AF250946D2}" type="presParOf" srcId="{57F05CF2-9F50-49DA-8A31-74621836338A}" destId="{F3F5FF8E-DC9D-4838-9622-68C8D0117ECD}" srcOrd="3" destOrd="0" presId="urn:microsoft.com/office/officeart/2018/5/layout/CenteredIconLabelDescriptionList"/>
    <dgm:cxn modelId="{B9917830-26F6-4C89-AA35-495BC5C9E0FE}" type="presParOf" srcId="{57F05CF2-9F50-49DA-8A31-74621836338A}" destId="{74B5257C-8582-4F8B-B25A-0B0882EE045D}" srcOrd="4" destOrd="0" presId="urn:microsoft.com/office/officeart/2018/5/layout/CenteredIconLabelDescriptionList"/>
    <dgm:cxn modelId="{DF2CA8CE-843F-4472-96E5-C33ED73D48A5}" type="presParOf" srcId="{181AA29F-C638-4850-AC30-9301F1C89AEA}" destId="{3F897C99-E2C4-433F-9FE1-8AF3E68C1CD8}" srcOrd="1" destOrd="0" presId="urn:microsoft.com/office/officeart/2018/5/layout/CenteredIconLabelDescriptionList"/>
    <dgm:cxn modelId="{6B060100-FB07-4B2D-BD0F-519B5825BFF9}" type="presParOf" srcId="{181AA29F-C638-4850-AC30-9301F1C89AEA}" destId="{305B50A0-71B4-4BF6-B6E6-DBF591360FA9}" srcOrd="2" destOrd="0" presId="urn:microsoft.com/office/officeart/2018/5/layout/CenteredIconLabelDescriptionList"/>
    <dgm:cxn modelId="{D53F6E7B-6344-41CB-9EC2-53CEEA738BE7}" type="presParOf" srcId="{305B50A0-71B4-4BF6-B6E6-DBF591360FA9}" destId="{83A99154-7716-47AC-939C-9308A7011B72}" srcOrd="0" destOrd="0" presId="urn:microsoft.com/office/officeart/2018/5/layout/CenteredIconLabelDescriptionList"/>
    <dgm:cxn modelId="{7156395A-A4E1-49EA-87BD-E8B26D9D22EE}" type="presParOf" srcId="{305B50A0-71B4-4BF6-B6E6-DBF591360FA9}" destId="{2E31D206-E081-4442-9C8A-AE310A61796C}" srcOrd="1" destOrd="0" presId="urn:microsoft.com/office/officeart/2018/5/layout/CenteredIconLabelDescriptionList"/>
    <dgm:cxn modelId="{E03FD1C9-66C9-40C8-8689-2105E29A94C2}" type="presParOf" srcId="{305B50A0-71B4-4BF6-B6E6-DBF591360FA9}" destId="{BAEE2AE6-5F88-41BB-B803-F65E4AA32254}" srcOrd="2" destOrd="0" presId="urn:microsoft.com/office/officeart/2018/5/layout/CenteredIconLabelDescriptionList"/>
    <dgm:cxn modelId="{DB3D1A5D-332E-4388-8ADC-6154FC9FBD44}" type="presParOf" srcId="{305B50A0-71B4-4BF6-B6E6-DBF591360FA9}" destId="{5BCD4B20-3E82-40D8-BF1F-6C5FA80279C4}" srcOrd="3" destOrd="0" presId="urn:microsoft.com/office/officeart/2018/5/layout/CenteredIconLabelDescriptionList"/>
    <dgm:cxn modelId="{114E271E-2CE7-4DE2-86F4-360B3E52748B}" type="presParOf" srcId="{305B50A0-71B4-4BF6-B6E6-DBF591360FA9}" destId="{7B68B486-578B-4895-8BC8-34A734EC2D77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463A76-4B61-4A34-B1A2-7D8EE12EE46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A3902B0-3F9E-44C2-82E6-254DB17F7B53}">
      <dgm:prSet/>
      <dgm:spPr/>
      <dgm:t>
        <a:bodyPr/>
        <a:lstStyle/>
        <a:p>
          <a:r>
            <a:rPr lang="en-US" b="0" i="0" baseline="0" dirty="0"/>
            <a:t>A horizontally scaled, redundant </a:t>
          </a:r>
          <a:r>
            <a:rPr lang="en-US" b="1" i="0" baseline="0" dirty="0"/>
            <a:t>AWS managed gateway</a:t>
          </a:r>
          <a:r>
            <a:rPr lang="en-US" b="0" i="0" baseline="0" dirty="0"/>
            <a:t> that allows </a:t>
          </a:r>
          <a:r>
            <a:rPr lang="en-US" b="1" i="0" baseline="0" dirty="0"/>
            <a:t>communication between your VPC and the Internet</a:t>
          </a:r>
          <a:r>
            <a:rPr lang="en-US" b="0" i="0" baseline="0" dirty="0"/>
            <a:t>.</a:t>
          </a:r>
          <a:endParaRPr lang="en-US" dirty="0"/>
        </a:p>
      </dgm:t>
    </dgm:pt>
    <dgm:pt modelId="{17EAF3E7-534F-461B-A3C3-BACD3A4FCB2A}" type="parTrans" cxnId="{F4735ECC-1F0D-47EF-BC16-0E0FDB1DDB65}">
      <dgm:prSet/>
      <dgm:spPr/>
      <dgm:t>
        <a:bodyPr/>
        <a:lstStyle/>
        <a:p>
          <a:endParaRPr lang="en-US"/>
        </a:p>
      </dgm:t>
    </dgm:pt>
    <dgm:pt modelId="{216D8A05-2DF9-411E-AC0F-7A09F72FA18D}" type="sibTrans" cxnId="{F4735ECC-1F0D-47EF-BC16-0E0FDB1DDB65}">
      <dgm:prSet/>
      <dgm:spPr/>
      <dgm:t>
        <a:bodyPr/>
        <a:lstStyle/>
        <a:p>
          <a:endParaRPr lang="en-US"/>
        </a:p>
      </dgm:t>
    </dgm:pt>
    <dgm:pt modelId="{F2CDBEF8-8F91-4DEB-A6A5-DAA56FA9D15C}">
      <dgm:prSet/>
      <dgm:spPr/>
      <dgm:t>
        <a:bodyPr/>
        <a:lstStyle/>
        <a:p>
          <a:r>
            <a:rPr lang="en-US" b="0" i="0" baseline="0"/>
            <a:t>Connects </a:t>
          </a:r>
          <a:r>
            <a:rPr lang="en-US" b="1" i="0" baseline="0"/>
            <a:t>public subnets</a:t>
          </a:r>
          <a:r>
            <a:rPr lang="en-US" b="0" i="0" baseline="0"/>
            <a:t> to the Internet</a:t>
          </a:r>
          <a:endParaRPr lang="en-US"/>
        </a:p>
      </dgm:t>
    </dgm:pt>
    <dgm:pt modelId="{B0A372DA-8AC0-42D1-AF02-D82D5F77DEF8}" type="parTrans" cxnId="{300ACDE8-572E-43C8-9861-2C4997A5F4C2}">
      <dgm:prSet/>
      <dgm:spPr/>
      <dgm:t>
        <a:bodyPr/>
        <a:lstStyle/>
        <a:p>
          <a:endParaRPr lang="en-US"/>
        </a:p>
      </dgm:t>
    </dgm:pt>
    <dgm:pt modelId="{CA559BAA-8533-4B55-B4B0-554AA6E9D8DC}" type="sibTrans" cxnId="{300ACDE8-572E-43C8-9861-2C4997A5F4C2}">
      <dgm:prSet/>
      <dgm:spPr/>
      <dgm:t>
        <a:bodyPr/>
        <a:lstStyle/>
        <a:p>
          <a:endParaRPr lang="en-US"/>
        </a:p>
      </dgm:t>
    </dgm:pt>
    <dgm:pt modelId="{05C5972F-C967-4E9B-974C-3030D0F62460}">
      <dgm:prSet/>
      <dgm:spPr/>
      <dgm:t>
        <a:bodyPr/>
        <a:lstStyle/>
        <a:p>
          <a:r>
            <a:rPr lang="en-US" b="0" i="0" baseline="0"/>
            <a:t>Enables </a:t>
          </a:r>
          <a:r>
            <a:rPr lang="en-US" b="1" i="0" baseline="0"/>
            <a:t>inbound and outbound traffic</a:t>
          </a:r>
          <a:r>
            <a:rPr lang="en-US" b="0" i="0" baseline="0"/>
            <a:t> for Internet-facing resources</a:t>
          </a:r>
          <a:endParaRPr lang="en-US"/>
        </a:p>
      </dgm:t>
    </dgm:pt>
    <dgm:pt modelId="{08750F8D-3B43-4D38-B924-7231F9E0C0EF}" type="parTrans" cxnId="{E36B9D43-99AD-445A-B7F3-AF5CDED6EBD4}">
      <dgm:prSet/>
      <dgm:spPr/>
      <dgm:t>
        <a:bodyPr/>
        <a:lstStyle/>
        <a:p>
          <a:endParaRPr lang="en-US"/>
        </a:p>
      </dgm:t>
    </dgm:pt>
    <dgm:pt modelId="{0E29178E-AF39-401B-900B-CAC39CD537EA}" type="sibTrans" cxnId="{E36B9D43-99AD-445A-B7F3-AF5CDED6EBD4}">
      <dgm:prSet/>
      <dgm:spPr/>
      <dgm:t>
        <a:bodyPr/>
        <a:lstStyle/>
        <a:p>
          <a:endParaRPr lang="en-US"/>
        </a:p>
      </dgm:t>
    </dgm:pt>
    <dgm:pt modelId="{BE12AC30-4062-405F-A623-9521D8061CAF}">
      <dgm:prSet/>
      <dgm:spPr/>
      <dgm:t>
        <a:bodyPr/>
        <a:lstStyle/>
        <a:p>
          <a:r>
            <a:rPr lang="en-US" b="0" i="0" baseline="0"/>
            <a:t>Must be attached to a </a:t>
          </a:r>
          <a:r>
            <a:rPr lang="en-US" b="1" i="0" baseline="0"/>
            <a:t>VPC</a:t>
          </a:r>
          <a:r>
            <a:rPr lang="en-US" b="0" i="0" baseline="0"/>
            <a:t> to function</a:t>
          </a:r>
          <a:endParaRPr lang="en-US"/>
        </a:p>
      </dgm:t>
    </dgm:pt>
    <dgm:pt modelId="{DB4C72BA-D5B5-4961-8F1C-F393063B86ED}" type="parTrans" cxnId="{11885656-014F-4EE2-917E-BC21912BD950}">
      <dgm:prSet/>
      <dgm:spPr/>
      <dgm:t>
        <a:bodyPr/>
        <a:lstStyle/>
        <a:p>
          <a:endParaRPr lang="en-US"/>
        </a:p>
      </dgm:t>
    </dgm:pt>
    <dgm:pt modelId="{1A4F19F1-A236-4695-88C0-2A859E3C3608}" type="sibTrans" cxnId="{11885656-014F-4EE2-917E-BC21912BD950}">
      <dgm:prSet/>
      <dgm:spPr/>
      <dgm:t>
        <a:bodyPr/>
        <a:lstStyle/>
        <a:p>
          <a:endParaRPr lang="en-US"/>
        </a:p>
      </dgm:t>
    </dgm:pt>
    <dgm:pt modelId="{8102C612-BB85-43B1-9FD5-332D31FE7081}">
      <dgm:prSet/>
      <dgm:spPr/>
      <dgm:t>
        <a:bodyPr/>
        <a:lstStyle/>
        <a:p>
          <a:r>
            <a:rPr lang="en-US" b="0" i="0" baseline="0"/>
            <a:t>Route tables must have a </a:t>
          </a:r>
          <a:r>
            <a:rPr lang="en-US" b="1" i="0" baseline="0"/>
            <a:t>0.0.0.0/0 route via IGW</a:t>
          </a:r>
          <a:r>
            <a:rPr lang="en-US" b="0" i="0" baseline="0"/>
            <a:t> for public subnets</a:t>
          </a:r>
          <a:endParaRPr lang="en-US"/>
        </a:p>
      </dgm:t>
    </dgm:pt>
    <dgm:pt modelId="{C7D8F044-D7E8-41C8-A3F4-1BC30FDEFC18}" type="parTrans" cxnId="{932A88AF-1203-498D-BC66-12645F6FFEA0}">
      <dgm:prSet/>
      <dgm:spPr/>
      <dgm:t>
        <a:bodyPr/>
        <a:lstStyle/>
        <a:p>
          <a:endParaRPr lang="en-US"/>
        </a:p>
      </dgm:t>
    </dgm:pt>
    <dgm:pt modelId="{5C722CDD-E681-4B4D-9EFF-ABB241F46BC4}" type="sibTrans" cxnId="{932A88AF-1203-498D-BC66-12645F6FFEA0}">
      <dgm:prSet/>
      <dgm:spPr/>
      <dgm:t>
        <a:bodyPr/>
        <a:lstStyle/>
        <a:p>
          <a:endParaRPr lang="en-US"/>
        </a:p>
      </dgm:t>
    </dgm:pt>
    <dgm:pt modelId="{52030577-694B-4CC4-8E3E-BE6F06EDB1AD}" type="pres">
      <dgm:prSet presAssocID="{78463A76-4B61-4A34-B1A2-7D8EE12EE465}" presName="root" presStyleCnt="0">
        <dgm:presLayoutVars>
          <dgm:dir/>
          <dgm:resizeHandles val="exact"/>
        </dgm:presLayoutVars>
      </dgm:prSet>
      <dgm:spPr/>
    </dgm:pt>
    <dgm:pt modelId="{3EBCB8F6-E69D-4B91-95BE-E94AE68B153A}" type="pres">
      <dgm:prSet presAssocID="{7A3902B0-3F9E-44C2-82E6-254DB17F7B53}" presName="compNode" presStyleCnt="0"/>
      <dgm:spPr/>
    </dgm:pt>
    <dgm:pt modelId="{F6A5E617-D44E-452D-92C1-184A3D2AD2C6}" type="pres">
      <dgm:prSet presAssocID="{7A3902B0-3F9E-44C2-82E6-254DB17F7B53}" presName="bgRect" presStyleLbl="bgShp" presStyleIdx="0" presStyleCnt="5"/>
      <dgm:spPr/>
    </dgm:pt>
    <dgm:pt modelId="{AC16C558-A767-4EA5-B73F-AC1C387EBD86}" type="pres">
      <dgm:prSet presAssocID="{7A3902B0-3F9E-44C2-82E6-254DB17F7B5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C58156B-CC71-42B4-A79A-0944B7F27D79}" type="pres">
      <dgm:prSet presAssocID="{7A3902B0-3F9E-44C2-82E6-254DB17F7B53}" presName="spaceRect" presStyleCnt="0"/>
      <dgm:spPr/>
    </dgm:pt>
    <dgm:pt modelId="{B2DF7E75-71BE-4322-9555-553B79E4F9CB}" type="pres">
      <dgm:prSet presAssocID="{7A3902B0-3F9E-44C2-82E6-254DB17F7B53}" presName="parTx" presStyleLbl="revTx" presStyleIdx="0" presStyleCnt="5">
        <dgm:presLayoutVars>
          <dgm:chMax val="0"/>
          <dgm:chPref val="0"/>
        </dgm:presLayoutVars>
      </dgm:prSet>
      <dgm:spPr/>
    </dgm:pt>
    <dgm:pt modelId="{D3FFAC4C-C90E-4B3B-95F9-430FF4901E60}" type="pres">
      <dgm:prSet presAssocID="{216D8A05-2DF9-411E-AC0F-7A09F72FA18D}" presName="sibTrans" presStyleCnt="0"/>
      <dgm:spPr/>
    </dgm:pt>
    <dgm:pt modelId="{3165736A-B82D-40A9-A7DB-5BB319BCBA9D}" type="pres">
      <dgm:prSet presAssocID="{F2CDBEF8-8F91-4DEB-A6A5-DAA56FA9D15C}" presName="compNode" presStyleCnt="0"/>
      <dgm:spPr/>
    </dgm:pt>
    <dgm:pt modelId="{55A590A6-0B87-4B5A-A0B2-FC5C542A2E17}" type="pres">
      <dgm:prSet presAssocID="{F2CDBEF8-8F91-4DEB-A6A5-DAA56FA9D15C}" presName="bgRect" presStyleLbl="bgShp" presStyleIdx="1" presStyleCnt="5"/>
      <dgm:spPr/>
    </dgm:pt>
    <dgm:pt modelId="{31BE6F55-2102-41A7-B1C6-A5094CE37102}" type="pres">
      <dgm:prSet presAssocID="{F2CDBEF8-8F91-4DEB-A6A5-DAA56FA9D15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517B4D7B-1969-4F5A-9860-E4990AFEDC8E}" type="pres">
      <dgm:prSet presAssocID="{F2CDBEF8-8F91-4DEB-A6A5-DAA56FA9D15C}" presName="spaceRect" presStyleCnt="0"/>
      <dgm:spPr/>
    </dgm:pt>
    <dgm:pt modelId="{306D316A-9D1B-4832-AC30-D9A7D1B02F33}" type="pres">
      <dgm:prSet presAssocID="{F2CDBEF8-8F91-4DEB-A6A5-DAA56FA9D15C}" presName="parTx" presStyleLbl="revTx" presStyleIdx="1" presStyleCnt="5">
        <dgm:presLayoutVars>
          <dgm:chMax val="0"/>
          <dgm:chPref val="0"/>
        </dgm:presLayoutVars>
      </dgm:prSet>
      <dgm:spPr/>
    </dgm:pt>
    <dgm:pt modelId="{997C7EB1-4C6D-490C-9A83-DEA42E286CC9}" type="pres">
      <dgm:prSet presAssocID="{CA559BAA-8533-4B55-B4B0-554AA6E9D8DC}" presName="sibTrans" presStyleCnt="0"/>
      <dgm:spPr/>
    </dgm:pt>
    <dgm:pt modelId="{8CB48BA3-2855-49BF-881E-6205D7D04B24}" type="pres">
      <dgm:prSet presAssocID="{05C5972F-C967-4E9B-974C-3030D0F62460}" presName="compNode" presStyleCnt="0"/>
      <dgm:spPr/>
    </dgm:pt>
    <dgm:pt modelId="{147CAC99-7991-4D4D-992F-1D107A66F904}" type="pres">
      <dgm:prSet presAssocID="{05C5972F-C967-4E9B-974C-3030D0F62460}" presName="bgRect" presStyleLbl="bgShp" presStyleIdx="2" presStyleCnt="5"/>
      <dgm:spPr/>
    </dgm:pt>
    <dgm:pt modelId="{D9591606-9019-4477-B209-0887068EC861}" type="pres">
      <dgm:prSet presAssocID="{05C5972F-C967-4E9B-974C-3030D0F6246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"/>
        </a:ext>
      </dgm:extLst>
    </dgm:pt>
    <dgm:pt modelId="{597ED1D9-C0E7-4D49-BFF2-40C6FF4625CD}" type="pres">
      <dgm:prSet presAssocID="{05C5972F-C967-4E9B-974C-3030D0F62460}" presName="spaceRect" presStyleCnt="0"/>
      <dgm:spPr/>
    </dgm:pt>
    <dgm:pt modelId="{9DA58C81-58E6-4255-9A9D-827CFF2E80EC}" type="pres">
      <dgm:prSet presAssocID="{05C5972F-C967-4E9B-974C-3030D0F62460}" presName="parTx" presStyleLbl="revTx" presStyleIdx="2" presStyleCnt="5">
        <dgm:presLayoutVars>
          <dgm:chMax val="0"/>
          <dgm:chPref val="0"/>
        </dgm:presLayoutVars>
      </dgm:prSet>
      <dgm:spPr/>
    </dgm:pt>
    <dgm:pt modelId="{E51BFF74-3FE3-43F6-AF5E-4534883CB378}" type="pres">
      <dgm:prSet presAssocID="{0E29178E-AF39-401B-900B-CAC39CD537EA}" presName="sibTrans" presStyleCnt="0"/>
      <dgm:spPr/>
    </dgm:pt>
    <dgm:pt modelId="{11DBF52B-1C4E-4DD2-B339-7BD0C00F5C83}" type="pres">
      <dgm:prSet presAssocID="{BE12AC30-4062-405F-A623-9521D8061CAF}" presName="compNode" presStyleCnt="0"/>
      <dgm:spPr/>
    </dgm:pt>
    <dgm:pt modelId="{96F8F65A-42C7-481E-8397-D10F91576CC0}" type="pres">
      <dgm:prSet presAssocID="{BE12AC30-4062-405F-A623-9521D8061CAF}" presName="bgRect" presStyleLbl="bgShp" presStyleIdx="3" presStyleCnt="5"/>
      <dgm:spPr/>
    </dgm:pt>
    <dgm:pt modelId="{C1B94DA1-1764-4B3A-865E-2B99DADB5874}" type="pres">
      <dgm:prSet presAssocID="{BE12AC30-4062-405F-A623-9521D8061CAF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reless router"/>
        </a:ext>
      </dgm:extLst>
    </dgm:pt>
    <dgm:pt modelId="{B18825C5-F390-494F-A0D5-8BF1253B9940}" type="pres">
      <dgm:prSet presAssocID="{BE12AC30-4062-405F-A623-9521D8061CAF}" presName="spaceRect" presStyleCnt="0"/>
      <dgm:spPr/>
    </dgm:pt>
    <dgm:pt modelId="{C125C811-1819-4E4D-BC6A-CB82C4320271}" type="pres">
      <dgm:prSet presAssocID="{BE12AC30-4062-405F-A623-9521D8061CAF}" presName="parTx" presStyleLbl="revTx" presStyleIdx="3" presStyleCnt="5">
        <dgm:presLayoutVars>
          <dgm:chMax val="0"/>
          <dgm:chPref val="0"/>
        </dgm:presLayoutVars>
      </dgm:prSet>
      <dgm:spPr/>
    </dgm:pt>
    <dgm:pt modelId="{D6945ED4-E653-4AA5-BEDA-F34D2FACFD7E}" type="pres">
      <dgm:prSet presAssocID="{1A4F19F1-A236-4695-88C0-2A859E3C3608}" presName="sibTrans" presStyleCnt="0"/>
      <dgm:spPr/>
    </dgm:pt>
    <dgm:pt modelId="{76FF76D8-F39F-408C-94EC-61E37B1F99DB}" type="pres">
      <dgm:prSet presAssocID="{8102C612-BB85-43B1-9FD5-332D31FE7081}" presName="compNode" presStyleCnt="0"/>
      <dgm:spPr/>
    </dgm:pt>
    <dgm:pt modelId="{F4038AB5-8F02-4A7E-8751-C5EF07B5A5AC}" type="pres">
      <dgm:prSet presAssocID="{8102C612-BB85-43B1-9FD5-332D31FE7081}" presName="bgRect" presStyleLbl="bgShp" presStyleIdx="4" presStyleCnt="5"/>
      <dgm:spPr/>
    </dgm:pt>
    <dgm:pt modelId="{79ED5B8D-F9F9-403B-A722-CF32FBC5DDB5}" type="pres">
      <dgm:prSet presAssocID="{8102C612-BB85-43B1-9FD5-332D31FE708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FA295D61-C714-4E5D-8CE2-3DFA0444FEBF}" type="pres">
      <dgm:prSet presAssocID="{8102C612-BB85-43B1-9FD5-332D31FE7081}" presName="spaceRect" presStyleCnt="0"/>
      <dgm:spPr/>
    </dgm:pt>
    <dgm:pt modelId="{D57371E4-AEA4-4B99-803C-131E70BCB50C}" type="pres">
      <dgm:prSet presAssocID="{8102C612-BB85-43B1-9FD5-332D31FE708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25BD01E-AFEC-4627-B999-4EEBDFAFFD93}" type="presOf" srcId="{BE12AC30-4062-405F-A623-9521D8061CAF}" destId="{C125C811-1819-4E4D-BC6A-CB82C4320271}" srcOrd="0" destOrd="0" presId="urn:microsoft.com/office/officeart/2018/2/layout/IconVerticalSolidList"/>
    <dgm:cxn modelId="{E36B9D43-99AD-445A-B7F3-AF5CDED6EBD4}" srcId="{78463A76-4B61-4A34-B1A2-7D8EE12EE465}" destId="{05C5972F-C967-4E9B-974C-3030D0F62460}" srcOrd="2" destOrd="0" parTransId="{08750F8D-3B43-4D38-B924-7231F9E0C0EF}" sibTransId="{0E29178E-AF39-401B-900B-CAC39CD537EA}"/>
    <dgm:cxn modelId="{11885656-014F-4EE2-917E-BC21912BD950}" srcId="{78463A76-4B61-4A34-B1A2-7D8EE12EE465}" destId="{BE12AC30-4062-405F-A623-9521D8061CAF}" srcOrd="3" destOrd="0" parTransId="{DB4C72BA-D5B5-4961-8F1C-F393063B86ED}" sibTransId="{1A4F19F1-A236-4695-88C0-2A859E3C3608}"/>
    <dgm:cxn modelId="{3AA3E588-DA3F-453A-AAB1-ED7A3BC5D6D4}" type="presOf" srcId="{78463A76-4B61-4A34-B1A2-7D8EE12EE465}" destId="{52030577-694B-4CC4-8E3E-BE6F06EDB1AD}" srcOrd="0" destOrd="0" presId="urn:microsoft.com/office/officeart/2018/2/layout/IconVerticalSolidList"/>
    <dgm:cxn modelId="{6C71A393-EB92-4EB8-9F23-FF135542A3E0}" type="presOf" srcId="{05C5972F-C967-4E9B-974C-3030D0F62460}" destId="{9DA58C81-58E6-4255-9A9D-827CFF2E80EC}" srcOrd="0" destOrd="0" presId="urn:microsoft.com/office/officeart/2018/2/layout/IconVerticalSolidList"/>
    <dgm:cxn modelId="{E4EABD99-54A9-4D6F-8E1E-970291005E7F}" type="presOf" srcId="{F2CDBEF8-8F91-4DEB-A6A5-DAA56FA9D15C}" destId="{306D316A-9D1B-4832-AC30-D9A7D1B02F33}" srcOrd="0" destOrd="0" presId="urn:microsoft.com/office/officeart/2018/2/layout/IconVerticalSolidList"/>
    <dgm:cxn modelId="{571A66A6-CF61-4EFC-8C23-A74D06680169}" type="presOf" srcId="{8102C612-BB85-43B1-9FD5-332D31FE7081}" destId="{D57371E4-AEA4-4B99-803C-131E70BCB50C}" srcOrd="0" destOrd="0" presId="urn:microsoft.com/office/officeart/2018/2/layout/IconVerticalSolidList"/>
    <dgm:cxn modelId="{282669A8-7516-4214-AD9B-1F5A1ABAC45A}" type="presOf" srcId="{7A3902B0-3F9E-44C2-82E6-254DB17F7B53}" destId="{B2DF7E75-71BE-4322-9555-553B79E4F9CB}" srcOrd="0" destOrd="0" presId="urn:microsoft.com/office/officeart/2018/2/layout/IconVerticalSolidList"/>
    <dgm:cxn modelId="{932A88AF-1203-498D-BC66-12645F6FFEA0}" srcId="{78463A76-4B61-4A34-B1A2-7D8EE12EE465}" destId="{8102C612-BB85-43B1-9FD5-332D31FE7081}" srcOrd="4" destOrd="0" parTransId="{C7D8F044-D7E8-41C8-A3F4-1BC30FDEFC18}" sibTransId="{5C722CDD-E681-4B4D-9EFF-ABB241F46BC4}"/>
    <dgm:cxn modelId="{F4735ECC-1F0D-47EF-BC16-0E0FDB1DDB65}" srcId="{78463A76-4B61-4A34-B1A2-7D8EE12EE465}" destId="{7A3902B0-3F9E-44C2-82E6-254DB17F7B53}" srcOrd="0" destOrd="0" parTransId="{17EAF3E7-534F-461B-A3C3-BACD3A4FCB2A}" sibTransId="{216D8A05-2DF9-411E-AC0F-7A09F72FA18D}"/>
    <dgm:cxn modelId="{300ACDE8-572E-43C8-9861-2C4997A5F4C2}" srcId="{78463A76-4B61-4A34-B1A2-7D8EE12EE465}" destId="{F2CDBEF8-8F91-4DEB-A6A5-DAA56FA9D15C}" srcOrd="1" destOrd="0" parTransId="{B0A372DA-8AC0-42D1-AF02-D82D5F77DEF8}" sibTransId="{CA559BAA-8533-4B55-B4B0-554AA6E9D8DC}"/>
    <dgm:cxn modelId="{D4C8FF40-11A8-482E-B3F5-C2FC49336ED1}" type="presParOf" srcId="{52030577-694B-4CC4-8E3E-BE6F06EDB1AD}" destId="{3EBCB8F6-E69D-4B91-95BE-E94AE68B153A}" srcOrd="0" destOrd="0" presId="urn:microsoft.com/office/officeart/2018/2/layout/IconVerticalSolidList"/>
    <dgm:cxn modelId="{639C2F84-4FF3-45B0-A348-707F41C17ADD}" type="presParOf" srcId="{3EBCB8F6-E69D-4B91-95BE-E94AE68B153A}" destId="{F6A5E617-D44E-452D-92C1-184A3D2AD2C6}" srcOrd="0" destOrd="0" presId="urn:microsoft.com/office/officeart/2018/2/layout/IconVerticalSolidList"/>
    <dgm:cxn modelId="{1C8A95C5-1EC0-459B-99F2-47084CEC2149}" type="presParOf" srcId="{3EBCB8F6-E69D-4B91-95BE-E94AE68B153A}" destId="{AC16C558-A767-4EA5-B73F-AC1C387EBD86}" srcOrd="1" destOrd="0" presId="urn:microsoft.com/office/officeart/2018/2/layout/IconVerticalSolidList"/>
    <dgm:cxn modelId="{18369CBB-019C-4454-B55C-38C62EC9FA05}" type="presParOf" srcId="{3EBCB8F6-E69D-4B91-95BE-E94AE68B153A}" destId="{1C58156B-CC71-42B4-A79A-0944B7F27D79}" srcOrd="2" destOrd="0" presId="urn:microsoft.com/office/officeart/2018/2/layout/IconVerticalSolidList"/>
    <dgm:cxn modelId="{7C05CADF-80C0-4C0A-B679-FD83660DBEFF}" type="presParOf" srcId="{3EBCB8F6-E69D-4B91-95BE-E94AE68B153A}" destId="{B2DF7E75-71BE-4322-9555-553B79E4F9CB}" srcOrd="3" destOrd="0" presId="urn:microsoft.com/office/officeart/2018/2/layout/IconVerticalSolidList"/>
    <dgm:cxn modelId="{3A75EC35-9AB4-4FA5-A03B-D1FB35FAEB71}" type="presParOf" srcId="{52030577-694B-4CC4-8E3E-BE6F06EDB1AD}" destId="{D3FFAC4C-C90E-4B3B-95F9-430FF4901E60}" srcOrd="1" destOrd="0" presId="urn:microsoft.com/office/officeart/2018/2/layout/IconVerticalSolidList"/>
    <dgm:cxn modelId="{7ECDCACE-E363-4A2E-9C17-FA435CCA223E}" type="presParOf" srcId="{52030577-694B-4CC4-8E3E-BE6F06EDB1AD}" destId="{3165736A-B82D-40A9-A7DB-5BB319BCBA9D}" srcOrd="2" destOrd="0" presId="urn:microsoft.com/office/officeart/2018/2/layout/IconVerticalSolidList"/>
    <dgm:cxn modelId="{8F59462B-65E3-4F5E-BF63-C1A08A2388E6}" type="presParOf" srcId="{3165736A-B82D-40A9-A7DB-5BB319BCBA9D}" destId="{55A590A6-0B87-4B5A-A0B2-FC5C542A2E17}" srcOrd="0" destOrd="0" presId="urn:microsoft.com/office/officeart/2018/2/layout/IconVerticalSolidList"/>
    <dgm:cxn modelId="{5201C337-60F6-437C-8656-4BA2A3D59C79}" type="presParOf" srcId="{3165736A-B82D-40A9-A7DB-5BB319BCBA9D}" destId="{31BE6F55-2102-41A7-B1C6-A5094CE37102}" srcOrd="1" destOrd="0" presId="urn:microsoft.com/office/officeart/2018/2/layout/IconVerticalSolidList"/>
    <dgm:cxn modelId="{F0503B50-A0A9-4EFE-BBA3-A27C9B16B03D}" type="presParOf" srcId="{3165736A-B82D-40A9-A7DB-5BB319BCBA9D}" destId="{517B4D7B-1969-4F5A-9860-E4990AFEDC8E}" srcOrd="2" destOrd="0" presId="urn:microsoft.com/office/officeart/2018/2/layout/IconVerticalSolidList"/>
    <dgm:cxn modelId="{2A3AD112-F1FA-4AAA-801A-66F902F6286E}" type="presParOf" srcId="{3165736A-B82D-40A9-A7DB-5BB319BCBA9D}" destId="{306D316A-9D1B-4832-AC30-D9A7D1B02F33}" srcOrd="3" destOrd="0" presId="urn:microsoft.com/office/officeart/2018/2/layout/IconVerticalSolidList"/>
    <dgm:cxn modelId="{102410D8-80F8-4267-B2F6-57CA245A3654}" type="presParOf" srcId="{52030577-694B-4CC4-8E3E-BE6F06EDB1AD}" destId="{997C7EB1-4C6D-490C-9A83-DEA42E286CC9}" srcOrd="3" destOrd="0" presId="urn:microsoft.com/office/officeart/2018/2/layout/IconVerticalSolidList"/>
    <dgm:cxn modelId="{8F006696-04C8-46C8-A7F7-84C90195D85D}" type="presParOf" srcId="{52030577-694B-4CC4-8E3E-BE6F06EDB1AD}" destId="{8CB48BA3-2855-49BF-881E-6205D7D04B24}" srcOrd="4" destOrd="0" presId="urn:microsoft.com/office/officeart/2018/2/layout/IconVerticalSolidList"/>
    <dgm:cxn modelId="{136BC51E-B17E-4F82-BFAD-91ED066F0293}" type="presParOf" srcId="{8CB48BA3-2855-49BF-881E-6205D7D04B24}" destId="{147CAC99-7991-4D4D-992F-1D107A66F904}" srcOrd="0" destOrd="0" presId="urn:microsoft.com/office/officeart/2018/2/layout/IconVerticalSolidList"/>
    <dgm:cxn modelId="{1B0762FD-A6A9-45FF-A3FE-094DC224A76B}" type="presParOf" srcId="{8CB48BA3-2855-49BF-881E-6205D7D04B24}" destId="{D9591606-9019-4477-B209-0887068EC861}" srcOrd="1" destOrd="0" presId="urn:microsoft.com/office/officeart/2018/2/layout/IconVerticalSolidList"/>
    <dgm:cxn modelId="{45A5B540-61D2-4C90-B091-FCE5596AB413}" type="presParOf" srcId="{8CB48BA3-2855-49BF-881E-6205D7D04B24}" destId="{597ED1D9-C0E7-4D49-BFF2-40C6FF4625CD}" srcOrd="2" destOrd="0" presId="urn:microsoft.com/office/officeart/2018/2/layout/IconVerticalSolidList"/>
    <dgm:cxn modelId="{A08CE8F1-4060-47C0-B30C-3CCF0B95317F}" type="presParOf" srcId="{8CB48BA3-2855-49BF-881E-6205D7D04B24}" destId="{9DA58C81-58E6-4255-9A9D-827CFF2E80EC}" srcOrd="3" destOrd="0" presId="urn:microsoft.com/office/officeart/2018/2/layout/IconVerticalSolidList"/>
    <dgm:cxn modelId="{AB9E165B-E1F3-4BB1-835A-78825624D955}" type="presParOf" srcId="{52030577-694B-4CC4-8E3E-BE6F06EDB1AD}" destId="{E51BFF74-3FE3-43F6-AF5E-4534883CB378}" srcOrd="5" destOrd="0" presId="urn:microsoft.com/office/officeart/2018/2/layout/IconVerticalSolidList"/>
    <dgm:cxn modelId="{49ACAE9A-CE34-4D0F-B7F1-C4304ABCB644}" type="presParOf" srcId="{52030577-694B-4CC4-8E3E-BE6F06EDB1AD}" destId="{11DBF52B-1C4E-4DD2-B339-7BD0C00F5C83}" srcOrd="6" destOrd="0" presId="urn:microsoft.com/office/officeart/2018/2/layout/IconVerticalSolidList"/>
    <dgm:cxn modelId="{7E031D79-031C-41D2-8A9D-04E00F37EA5D}" type="presParOf" srcId="{11DBF52B-1C4E-4DD2-B339-7BD0C00F5C83}" destId="{96F8F65A-42C7-481E-8397-D10F91576CC0}" srcOrd="0" destOrd="0" presId="urn:microsoft.com/office/officeart/2018/2/layout/IconVerticalSolidList"/>
    <dgm:cxn modelId="{79F89FF7-73C7-458B-8628-DEB02F0DD185}" type="presParOf" srcId="{11DBF52B-1C4E-4DD2-B339-7BD0C00F5C83}" destId="{C1B94DA1-1764-4B3A-865E-2B99DADB5874}" srcOrd="1" destOrd="0" presId="urn:microsoft.com/office/officeart/2018/2/layout/IconVerticalSolidList"/>
    <dgm:cxn modelId="{DE0A3C5C-54E1-4DD3-9AAB-09426126CA25}" type="presParOf" srcId="{11DBF52B-1C4E-4DD2-B339-7BD0C00F5C83}" destId="{B18825C5-F390-494F-A0D5-8BF1253B9940}" srcOrd="2" destOrd="0" presId="urn:microsoft.com/office/officeart/2018/2/layout/IconVerticalSolidList"/>
    <dgm:cxn modelId="{DE757F91-74E6-4078-B902-88708E12E0E3}" type="presParOf" srcId="{11DBF52B-1C4E-4DD2-B339-7BD0C00F5C83}" destId="{C125C811-1819-4E4D-BC6A-CB82C4320271}" srcOrd="3" destOrd="0" presId="urn:microsoft.com/office/officeart/2018/2/layout/IconVerticalSolidList"/>
    <dgm:cxn modelId="{BA50E0ED-5277-4EC6-ABD8-A980EBE0674F}" type="presParOf" srcId="{52030577-694B-4CC4-8E3E-BE6F06EDB1AD}" destId="{D6945ED4-E653-4AA5-BEDA-F34D2FACFD7E}" srcOrd="7" destOrd="0" presId="urn:microsoft.com/office/officeart/2018/2/layout/IconVerticalSolidList"/>
    <dgm:cxn modelId="{BB658090-585C-4870-BE97-6831D3375205}" type="presParOf" srcId="{52030577-694B-4CC4-8E3E-BE6F06EDB1AD}" destId="{76FF76D8-F39F-408C-94EC-61E37B1F99DB}" srcOrd="8" destOrd="0" presId="urn:microsoft.com/office/officeart/2018/2/layout/IconVerticalSolidList"/>
    <dgm:cxn modelId="{25D7B6D5-483A-4249-845E-715FFB009EBF}" type="presParOf" srcId="{76FF76D8-F39F-408C-94EC-61E37B1F99DB}" destId="{F4038AB5-8F02-4A7E-8751-C5EF07B5A5AC}" srcOrd="0" destOrd="0" presId="urn:microsoft.com/office/officeart/2018/2/layout/IconVerticalSolidList"/>
    <dgm:cxn modelId="{635EA34E-2C41-41A8-AB9C-AC2FCCDA1BF2}" type="presParOf" srcId="{76FF76D8-F39F-408C-94EC-61E37B1F99DB}" destId="{79ED5B8D-F9F9-403B-A722-CF32FBC5DDB5}" srcOrd="1" destOrd="0" presId="urn:microsoft.com/office/officeart/2018/2/layout/IconVerticalSolidList"/>
    <dgm:cxn modelId="{339CFE14-E12D-418F-9F74-0DBAC4D81791}" type="presParOf" srcId="{76FF76D8-F39F-408C-94EC-61E37B1F99DB}" destId="{FA295D61-C714-4E5D-8CE2-3DFA0444FEBF}" srcOrd="2" destOrd="0" presId="urn:microsoft.com/office/officeart/2018/2/layout/IconVerticalSolidList"/>
    <dgm:cxn modelId="{823142D8-012A-4302-8BB6-11FBE113C5E7}" type="presParOf" srcId="{76FF76D8-F39F-408C-94EC-61E37B1F99DB}" destId="{D57371E4-AEA4-4B99-803C-131E70BCB50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F91B59-6852-41EE-B71C-559BC4941AAC}">
      <dsp:nvSpPr>
        <dsp:cNvPr id="0" name=""/>
        <dsp:cNvSpPr/>
      </dsp:nvSpPr>
      <dsp:spPr>
        <a:xfrm>
          <a:off x="205" y="688273"/>
          <a:ext cx="2479997" cy="297599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i="0" kern="1200" baseline="0" dirty="0"/>
            <a:t>Isolated virtual network in AWS</a:t>
          </a:r>
          <a:endParaRPr lang="en-US" sz="2000" kern="1200" dirty="0"/>
        </a:p>
      </dsp:txBody>
      <dsp:txXfrm>
        <a:off x="205" y="1878672"/>
        <a:ext cx="2479997" cy="1785598"/>
      </dsp:txXfrm>
    </dsp:sp>
    <dsp:sp modelId="{E3B45F1A-93BC-40AC-96BB-09B18912295B}">
      <dsp:nvSpPr>
        <dsp:cNvPr id="0" name=""/>
        <dsp:cNvSpPr/>
      </dsp:nvSpPr>
      <dsp:spPr>
        <a:xfrm>
          <a:off x="205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01</a:t>
          </a:r>
        </a:p>
      </dsp:txBody>
      <dsp:txXfrm>
        <a:off x="205" y="688273"/>
        <a:ext cx="2479997" cy="1190398"/>
      </dsp:txXfrm>
    </dsp:sp>
    <dsp:sp modelId="{564253E5-5AC0-4A83-8ACE-4ADE7FB15025}">
      <dsp:nvSpPr>
        <dsp:cNvPr id="0" name=""/>
        <dsp:cNvSpPr/>
      </dsp:nvSpPr>
      <dsp:spPr>
        <a:xfrm>
          <a:off x="2678602" y="688273"/>
          <a:ext cx="2479997" cy="297599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i="0" kern="1200" baseline="0" dirty="0"/>
            <a:t>launch AWS resources in your own private network</a:t>
          </a:r>
          <a:endParaRPr lang="en-US" sz="2000" kern="1200" dirty="0"/>
        </a:p>
      </dsp:txBody>
      <dsp:txXfrm>
        <a:off x="2678602" y="1878672"/>
        <a:ext cx="2479997" cy="1785598"/>
      </dsp:txXfrm>
    </dsp:sp>
    <dsp:sp modelId="{7912C936-3949-4131-9FE6-C720D4D753C7}">
      <dsp:nvSpPr>
        <dsp:cNvPr id="0" name=""/>
        <dsp:cNvSpPr/>
      </dsp:nvSpPr>
      <dsp:spPr>
        <a:xfrm>
          <a:off x="2678602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02</a:t>
          </a:r>
        </a:p>
      </dsp:txBody>
      <dsp:txXfrm>
        <a:off x="2678602" y="688273"/>
        <a:ext cx="2479997" cy="1190398"/>
      </dsp:txXfrm>
    </dsp:sp>
    <dsp:sp modelId="{D10379E2-D8D7-45C9-821D-93BB52B19840}">
      <dsp:nvSpPr>
        <dsp:cNvPr id="0" name=""/>
        <dsp:cNvSpPr/>
      </dsp:nvSpPr>
      <dsp:spPr>
        <a:xfrm>
          <a:off x="5356999" y="688273"/>
          <a:ext cx="2479997" cy="297599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i="0" kern="1200" baseline="0" dirty="0"/>
            <a:t>Gives full control over Network</a:t>
          </a:r>
          <a:endParaRPr lang="en-US" sz="2000" kern="1200" dirty="0"/>
        </a:p>
      </dsp:txBody>
      <dsp:txXfrm>
        <a:off x="5356999" y="1878672"/>
        <a:ext cx="2479997" cy="1785598"/>
      </dsp:txXfrm>
    </dsp:sp>
    <dsp:sp modelId="{FC924A43-BB71-4462-B135-5FB044C8A32C}">
      <dsp:nvSpPr>
        <dsp:cNvPr id="0" name=""/>
        <dsp:cNvSpPr/>
      </dsp:nvSpPr>
      <dsp:spPr>
        <a:xfrm>
          <a:off x="5356999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03</a:t>
          </a:r>
        </a:p>
      </dsp:txBody>
      <dsp:txXfrm>
        <a:off x="5356999" y="688273"/>
        <a:ext cx="2479997" cy="1190398"/>
      </dsp:txXfrm>
    </dsp:sp>
    <dsp:sp modelId="{F83CF440-ACC2-4AA2-AEA7-4CC7E1A4FA02}">
      <dsp:nvSpPr>
        <dsp:cNvPr id="0" name=""/>
        <dsp:cNvSpPr/>
      </dsp:nvSpPr>
      <dsp:spPr>
        <a:xfrm>
          <a:off x="8035397" y="688273"/>
          <a:ext cx="2479997" cy="297599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0" rIns="244969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i="0" kern="1200" baseline="0" dirty="0"/>
            <a:t>Can be connected to the Internet or kept fully private</a:t>
          </a:r>
          <a:endParaRPr lang="en-US" sz="2000" kern="1200" dirty="0"/>
        </a:p>
      </dsp:txBody>
      <dsp:txXfrm>
        <a:off x="8035397" y="1878672"/>
        <a:ext cx="2479997" cy="1785598"/>
      </dsp:txXfrm>
    </dsp:sp>
    <dsp:sp modelId="{04E93127-B2C7-4AB2-AF06-1F1D170146F2}">
      <dsp:nvSpPr>
        <dsp:cNvPr id="0" name=""/>
        <dsp:cNvSpPr/>
      </dsp:nvSpPr>
      <dsp:spPr>
        <a:xfrm>
          <a:off x="8035397" y="688273"/>
          <a:ext cx="2479997" cy="1190398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4969" tIns="165100" rIns="244969" bIns="165100" numCol="1" spcCol="1270" anchor="ctr" anchorCtr="0">
          <a:noAutofit/>
        </a:bodyPr>
        <a:lstStyle/>
        <a:p>
          <a:pPr marL="0" lvl="0" indent="0" algn="l" defTabSz="2711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100" kern="1200"/>
            <a:t>04</a:t>
          </a:r>
        </a:p>
      </dsp:txBody>
      <dsp:txXfrm>
        <a:off x="8035397" y="688273"/>
        <a:ext cx="2479997" cy="11903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35425-5A45-4F2F-B89C-71D44DA973A9}">
      <dsp:nvSpPr>
        <dsp:cNvPr id="0" name=""/>
        <dsp:cNvSpPr/>
      </dsp:nvSpPr>
      <dsp:spPr>
        <a:xfrm>
          <a:off x="984314" y="196073"/>
          <a:ext cx="717451" cy="7174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C2D15-BDB6-40B5-B826-E51453FCB394}">
      <dsp:nvSpPr>
        <dsp:cNvPr id="0" name=""/>
        <dsp:cNvSpPr/>
      </dsp:nvSpPr>
      <dsp:spPr>
        <a:xfrm>
          <a:off x="545872" y="115276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Private isolated network space</a:t>
          </a:r>
        </a:p>
      </dsp:txBody>
      <dsp:txXfrm>
        <a:off x="545872" y="1152766"/>
        <a:ext cx="1594335" cy="637734"/>
      </dsp:txXfrm>
    </dsp:sp>
    <dsp:sp modelId="{46319FAD-7DD5-46BD-92E5-53489CFC44CD}">
      <dsp:nvSpPr>
        <dsp:cNvPr id="0" name=""/>
        <dsp:cNvSpPr/>
      </dsp:nvSpPr>
      <dsp:spPr>
        <a:xfrm>
          <a:off x="2857659" y="196073"/>
          <a:ext cx="717451" cy="7174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506F9C-DCF8-4BC7-BB61-F9E4D4D983CE}">
      <dsp:nvSpPr>
        <dsp:cNvPr id="0" name=""/>
        <dsp:cNvSpPr/>
      </dsp:nvSpPr>
      <dsp:spPr>
        <a:xfrm>
          <a:off x="2419216" y="1152766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Custom setup</a:t>
          </a:r>
        </a:p>
      </dsp:txBody>
      <dsp:txXfrm>
        <a:off x="2419216" y="1152766"/>
        <a:ext cx="1594335" cy="637734"/>
      </dsp:txXfrm>
    </dsp:sp>
    <dsp:sp modelId="{229E6CDB-76C6-4ADA-BF5B-0DDE0BD530B6}">
      <dsp:nvSpPr>
        <dsp:cNvPr id="0" name=""/>
        <dsp:cNvSpPr/>
      </dsp:nvSpPr>
      <dsp:spPr>
        <a:xfrm>
          <a:off x="1920986" y="2189084"/>
          <a:ext cx="717451" cy="7174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C8810-90A2-428C-96ED-724CEFAEA0A7}">
      <dsp:nvSpPr>
        <dsp:cNvPr id="0" name=""/>
        <dsp:cNvSpPr/>
      </dsp:nvSpPr>
      <dsp:spPr>
        <a:xfrm>
          <a:off x="1482544" y="3145777"/>
          <a:ext cx="1594335" cy="6377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/>
            <a:t>Internet access control</a:t>
          </a:r>
        </a:p>
      </dsp:txBody>
      <dsp:txXfrm>
        <a:off x="1482544" y="3145777"/>
        <a:ext cx="1594335" cy="6377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7D896E-1A60-46D2-8083-DC591ADAE8D0}">
      <dsp:nvSpPr>
        <dsp:cNvPr id="0" name=""/>
        <dsp:cNvSpPr/>
      </dsp:nvSpPr>
      <dsp:spPr>
        <a:xfrm>
          <a:off x="0" y="620397"/>
          <a:ext cx="6666833" cy="2039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728980" rIns="517420" bIns="248920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/>
            <a:t>Reachable over the Internet</a:t>
          </a:r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3500" kern="1200" dirty="0"/>
        </a:p>
      </dsp:txBody>
      <dsp:txXfrm>
        <a:off x="0" y="620397"/>
        <a:ext cx="6666833" cy="2039625"/>
      </dsp:txXfrm>
    </dsp:sp>
    <dsp:sp modelId="{B9266FC9-3FDF-4943-9C4D-ADC4F39EA18A}">
      <dsp:nvSpPr>
        <dsp:cNvPr id="0" name=""/>
        <dsp:cNvSpPr/>
      </dsp:nvSpPr>
      <dsp:spPr>
        <a:xfrm>
          <a:off x="333341" y="103797"/>
          <a:ext cx="4666783" cy="10332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Public IP:</a:t>
          </a:r>
        </a:p>
      </dsp:txBody>
      <dsp:txXfrm>
        <a:off x="383778" y="154234"/>
        <a:ext cx="4565909" cy="932326"/>
      </dsp:txXfrm>
    </dsp:sp>
    <dsp:sp modelId="{3E09A873-C24C-445A-8B55-AD132700B293}">
      <dsp:nvSpPr>
        <dsp:cNvPr id="0" name=""/>
        <dsp:cNvSpPr/>
      </dsp:nvSpPr>
      <dsp:spPr>
        <a:xfrm>
          <a:off x="0" y="3365622"/>
          <a:ext cx="6666833" cy="1984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728980" rIns="517420" bIns="248920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500" kern="1200" dirty="0"/>
            <a:t>Only reachable within the VPC or connected networks</a:t>
          </a:r>
        </a:p>
      </dsp:txBody>
      <dsp:txXfrm>
        <a:off x="0" y="3365622"/>
        <a:ext cx="6666833" cy="1984500"/>
      </dsp:txXfrm>
    </dsp:sp>
    <dsp:sp modelId="{98C1E80B-1F8E-460B-AB9C-207652AE845B}">
      <dsp:nvSpPr>
        <dsp:cNvPr id="0" name=""/>
        <dsp:cNvSpPr/>
      </dsp:nvSpPr>
      <dsp:spPr>
        <a:xfrm>
          <a:off x="333341" y="2849022"/>
          <a:ext cx="4666783" cy="10332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Private IP:</a:t>
          </a:r>
        </a:p>
      </dsp:txBody>
      <dsp:txXfrm>
        <a:off x="383778" y="2899459"/>
        <a:ext cx="4565909" cy="93232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07469B-5210-47B7-BB93-07A84EDC5F5C}">
      <dsp:nvSpPr>
        <dsp:cNvPr id="0" name=""/>
        <dsp:cNvSpPr/>
      </dsp:nvSpPr>
      <dsp:spPr>
        <a:xfrm>
          <a:off x="1967016" y="86395"/>
          <a:ext cx="1510523" cy="145054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D2CDE7-84E0-41A1-A6D7-97E1E8E6C1DB}">
      <dsp:nvSpPr>
        <dsp:cNvPr id="0" name=""/>
        <dsp:cNvSpPr/>
      </dsp:nvSpPr>
      <dsp:spPr>
        <a:xfrm>
          <a:off x="564387" y="1716613"/>
          <a:ext cx="4315781" cy="621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1" kern="1200"/>
            <a:t>IPv4:</a:t>
          </a:r>
          <a:endParaRPr lang="en-US" sz="3600" kern="1200"/>
        </a:p>
      </dsp:txBody>
      <dsp:txXfrm>
        <a:off x="564387" y="1716613"/>
        <a:ext cx="4315781" cy="621660"/>
      </dsp:txXfrm>
    </dsp:sp>
    <dsp:sp modelId="{74B5257C-8582-4F8B-B25A-0B0882EE045D}">
      <dsp:nvSpPr>
        <dsp:cNvPr id="0" name=""/>
        <dsp:cNvSpPr/>
      </dsp:nvSpPr>
      <dsp:spPr>
        <a:xfrm>
          <a:off x="564387" y="2421845"/>
          <a:ext cx="4315781" cy="1843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32-bit address → e.g., 192.168.1.1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~4.3 billion addresses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Most commonly used in AWS VPCs today</a:t>
          </a:r>
          <a:endParaRPr lang="en-US" sz="2000" kern="1200" dirty="0"/>
        </a:p>
      </dsp:txBody>
      <dsp:txXfrm>
        <a:off x="564387" y="2421845"/>
        <a:ext cx="4315781" cy="1843097"/>
      </dsp:txXfrm>
    </dsp:sp>
    <dsp:sp modelId="{83A99154-7716-47AC-939C-9308A7011B72}">
      <dsp:nvSpPr>
        <dsp:cNvPr id="0" name=""/>
        <dsp:cNvSpPr/>
      </dsp:nvSpPr>
      <dsp:spPr>
        <a:xfrm>
          <a:off x="7038059" y="86395"/>
          <a:ext cx="1510523" cy="145054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EE2AE6-5F88-41BB-B803-F65E4AA32254}">
      <dsp:nvSpPr>
        <dsp:cNvPr id="0" name=""/>
        <dsp:cNvSpPr/>
      </dsp:nvSpPr>
      <dsp:spPr>
        <a:xfrm>
          <a:off x="5635430" y="1716613"/>
          <a:ext cx="4315781" cy="621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3600" b="1" kern="1200"/>
            <a:t>IPv6:</a:t>
          </a:r>
          <a:endParaRPr lang="en-US" sz="3600" kern="1200"/>
        </a:p>
      </dsp:txBody>
      <dsp:txXfrm>
        <a:off x="5635430" y="1716613"/>
        <a:ext cx="4315781" cy="621660"/>
      </dsp:txXfrm>
    </dsp:sp>
    <dsp:sp modelId="{7B68B486-578B-4895-8BC8-34A734EC2D77}">
      <dsp:nvSpPr>
        <dsp:cNvPr id="0" name=""/>
        <dsp:cNvSpPr/>
      </dsp:nvSpPr>
      <dsp:spPr>
        <a:xfrm>
          <a:off x="5635430" y="2421845"/>
          <a:ext cx="4315781" cy="1843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128-bit address → e.g., 2001:0db8:85a3::8a2e:0370:7334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Huge address space → almost unlimited addresses</a:t>
          </a:r>
          <a:endParaRPr lang="en-US" sz="2000" kern="1200" dirty="0"/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Used for </a:t>
          </a:r>
          <a:r>
            <a:rPr lang="en-IN" sz="2000" b="0" kern="1200" dirty="0"/>
            <a:t>future-proofing and global Internet connectivity</a:t>
          </a:r>
          <a:endParaRPr lang="en-US" sz="2000" b="0" kern="1200" dirty="0"/>
        </a:p>
      </dsp:txBody>
      <dsp:txXfrm>
        <a:off x="5635430" y="2421845"/>
        <a:ext cx="4315781" cy="184309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A5E617-D44E-452D-92C1-184A3D2AD2C6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16C558-A767-4EA5-B73F-AC1C387EBD86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F7E75-71BE-4322-9555-553B79E4F9CB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 dirty="0"/>
            <a:t>A horizontally scaled, redundant </a:t>
          </a:r>
          <a:r>
            <a:rPr lang="en-US" sz="1700" b="1" i="0" kern="1200" baseline="0" dirty="0"/>
            <a:t>AWS managed gateway</a:t>
          </a:r>
          <a:r>
            <a:rPr lang="en-US" sz="1700" b="0" i="0" kern="1200" baseline="0" dirty="0"/>
            <a:t> that allows </a:t>
          </a:r>
          <a:r>
            <a:rPr lang="en-US" sz="1700" b="1" i="0" kern="1200" baseline="0" dirty="0"/>
            <a:t>communication between your VPC and the Internet</a:t>
          </a:r>
          <a:r>
            <a:rPr lang="en-US" sz="1700" b="0" i="0" kern="1200" baseline="0" dirty="0"/>
            <a:t>.</a:t>
          </a:r>
          <a:endParaRPr lang="en-US" sz="1700" kern="1200" dirty="0"/>
        </a:p>
      </dsp:txBody>
      <dsp:txXfrm>
        <a:off x="1074268" y="4366"/>
        <a:ext cx="5170996" cy="930102"/>
      </dsp:txXfrm>
    </dsp:sp>
    <dsp:sp modelId="{55A590A6-0B87-4B5A-A0B2-FC5C542A2E17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E6F55-2102-41A7-B1C6-A5094CE37102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6D316A-9D1B-4832-AC30-D9A7D1B02F33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Connects </a:t>
          </a:r>
          <a:r>
            <a:rPr lang="en-US" sz="1700" b="1" i="0" kern="1200" baseline="0"/>
            <a:t>public subnets</a:t>
          </a:r>
          <a:r>
            <a:rPr lang="en-US" sz="1700" b="0" i="0" kern="1200" baseline="0"/>
            <a:t> to the Internet</a:t>
          </a:r>
          <a:endParaRPr lang="en-US" sz="1700" kern="1200"/>
        </a:p>
      </dsp:txBody>
      <dsp:txXfrm>
        <a:off x="1074268" y="1166994"/>
        <a:ext cx="5170996" cy="930102"/>
      </dsp:txXfrm>
    </dsp:sp>
    <dsp:sp modelId="{147CAC99-7991-4D4D-992F-1D107A66F904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591606-9019-4477-B209-0887068EC861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A58C81-58E6-4255-9A9D-827CFF2E80EC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Enables </a:t>
          </a:r>
          <a:r>
            <a:rPr lang="en-US" sz="1700" b="1" i="0" kern="1200" baseline="0"/>
            <a:t>inbound and outbound traffic</a:t>
          </a:r>
          <a:r>
            <a:rPr lang="en-US" sz="1700" b="0" i="0" kern="1200" baseline="0"/>
            <a:t> for Internet-facing resources</a:t>
          </a:r>
          <a:endParaRPr lang="en-US" sz="1700" kern="1200"/>
        </a:p>
      </dsp:txBody>
      <dsp:txXfrm>
        <a:off x="1074268" y="2329622"/>
        <a:ext cx="5170996" cy="930102"/>
      </dsp:txXfrm>
    </dsp:sp>
    <dsp:sp modelId="{96F8F65A-42C7-481E-8397-D10F91576CC0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B94DA1-1764-4B3A-865E-2B99DADB5874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5C811-1819-4E4D-BC6A-CB82C4320271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Must be attached to a </a:t>
          </a:r>
          <a:r>
            <a:rPr lang="en-US" sz="1700" b="1" i="0" kern="1200" baseline="0"/>
            <a:t>VPC</a:t>
          </a:r>
          <a:r>
            <a:rPr lang="en-US" sz="1700" b="0" i="0" kern="1200" baseline="0"/>
            <a:t> to function</a:t>
          </a:r>
          <a:endParaRPr lang="en-US" sz="1700" kern="1200"/>
        </a:p>
      </dsp:txBody>
      <dsp:txXfrm>
        <a:off x="1074268" y="3492250"/>
        <a:ext cx="5170996" cy="930102"/>
      </dsp:txXfrm>
    </dsp:sp>
    <dsp:sp modelId="{F4038AB5-8F02-4A7E-8751-C5EF07B5A5AC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ED5B8D-F9F9-403B-A722-CF32FBC5DDB5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7371E4-AEA4-4B99-803C-131E70BCB50C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Route tables must have a </a:t>
          </a:r>
          <a:r>
            <a:rPr lang="en-US" sz="1700" b="1" i="0" kern="1200" baseline="0"/>
            <a:t>0.0.0.0/0 route via IGW</a:t>
          </a:r>
          <a:r>
            <a:rPr lang="en-US" sz="1700" b="0" i="0" kern="1200" baseline="0"/>
            <a:t> for public subnets</a:t>
          </a:r>
          <a:endParaRPr lang="en-US" sz="1700" kern="1200"/>
        </a:p>
      </dsp:txBody>
      <dsp:txXfrm>
        <a:off x="1074268" y="4654878"/>
        <a:ext cx="5170996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EC7ED3-2EE4-4BCA-A845-6BEAE9148670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931074-D084-4497-A15E-976DCB03204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752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VPC is a logically isolated section of the cloud where we can launch and manage resources like servers, databases, and storage in a secure environment.”</a:t>
            </a:r>
          </a:p>
          <a:p>
            <a:r>
              <a:rPr lang="en-US" b="1" dirty="0"/>
              <a:t>Why VPC is Needed:</a:t>
            </a:r>
            <a:endParaRPr lang="en-US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1074-D084-4497-A15E-976DCB03204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671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 VPC is a logically isolated virtual network in AWS. Think of it as your own private data center in the cloud where you have full control over networking.</a:t>
            </a:r>
          </a:p>
          <a:p>
            <a:r>
              <a:rPr lang="en-US" b="0" dirty="0"/>
              <a:t>“Isolated virtual network in AWS”. Resources inside a VPC are isolated from other VPCs by default. This means EC2 instances or databases in your VPC cannot communicate with other VPCs unless you explicitly allow it.</a:t>
            </a:r>
          </a:p>
          <a:p>
            <a:r>
              <a:rPr lang="en-US" b="0" dirty="0"/>
              <a:t>Example: You can have one VPC for your production environment and another VPC for testing, fully separate.</a:t>
            </a:r>
          </a:p>
          <a:p>
            <a:endParaRPr lang="en-US" b="0" dirty="0"/>
          </a:p>
          <a:p>
            <a:r>
              <a:rPr lang="en-US" b="0" dirty="0"/>
              <a:t>“Lets you launch AWS resources in your own private network”</a:t>
            </a:r>
          </a:p>
          <a:p>
            <a:r>
              <a:rPr lang="en-US" b="0" dirty="0"/>
              <a:t>You can launch EC2 instances, RDS databases, Lambda functions, and other AWS services inside your VPC. The network is fully configurable according to your needs.</a:t>
            </a:r>
          </a:p>
          <a:p>
            <a:r>
              <a:rPr lang="en-US" b="0" dirty="0"/>
              <a:t>Example: Place your web servers in a public subnet and your database in a private subnet to secure it.</a:t>
            </a:r>
          </a:p>
          <a:p>
            <a:endParaRPr lang="en-US" b="0" dirty="0"/>
          </a:p>
          <a:p>
            <a:r>
              <a:rPr lang="en-US" b="0" dirty="0"/>
              <a:t>“Gives full control over networking: IPs, subnets, route tables, gateways”</a:t>
            </a:r>
          </a:p>
          <a:p>
            <a:r>
              <a:rPr lang="en-US" b="0" dirty="0"/>
              <a:t>You define:</a:t>
            </a:r>
          </a:p>
          <a:p>
            <a:pPr lvl="1"/>
            <a:r>
              <a:rPr lang="en-US" b="0" dirty="0"/>
              <a:t>CIDR blocks → the IP address range of your VPC</a:t>
            </a:r>
          </a:p>
          <a:p>
            <a:pPr lvl="1"/>
            <a:r>
              <a:rPr lang="en-US" b="0" dirty="0"/>
              <a:t>Subnets → public and private subdivisions of your VPC</a:t>
            </a:r>
          </a:p>
          <a:p>
            <a:pPr lvl="1"/>
            <a:r>
              <a:rPr lang="en-US" b="0" dirty="0"/>
              <a:t>Route tables → rules for traffic flow between subnets and the Internet</a:t>
            </a:r>
          </a:p>
          <a:p>
            <a:pPr lvl="1"/>
            <a:r>
              <a:rPr lang="en-US" b="0" dirty="0"/>
              <a:t>Gateways → Internet Gateway for internet access, NAT Gateway for private subnet outbound traffic</a:t>
            </a:r>
          </a:p>
          <a:p>
            <a:r>
              <a:rPr lang="en-US" b="0" dirty="0"/>
              <a:t>Example:</a:t>
            </a:r>
          </a:p>
          <a:p>
            <a:pPr lvl="1"/>
            <a:r>
              <a:rPr lang="en-US" b="0" dirty="0"/>
              <a:t>Public subnet with Internet Gateway → web server accessible from Internet</a:t>
            </a:r>
          </a:p>
          <a:p>
            <a:pPr lvl="1"/>
            <a:r>
              <a:rPr lang="en-US" b="0" dirty="0"/>
              <a:t>Private subnet with NAT Gateway → database can access updates on Internet but is not directly exposed</a:t>
            </a:r>
          </a:p>
          <a:p>
            <a:endParaRPr lang="en-I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1074-D084-4497-A15E-976DCB03204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5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Private space</a:t>
            </a:r>
            <a:r>
              <a:rPr lang="en-US" dirty="0"/>
              <a:t>: Only you control who gets in and out.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Custom setup</a:t>
            </a:r>
            <a:r>
              <a:rPr lang="en-US" dirty="0"/>
              <a:t>: You decide how many servers, where they go (subnets), and who can talk to whom (firewalls/security groups).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Internet access control</a:t>
            </a:r>
            <a:r>
              <a:rPr lang="en-US" dirty="0"/>
              <a:t>: You choose which parts of your </a:t>
            </a:r>
            <a:r>
              <a:rPr lang="en-US" dirty="0" err="1"/>
              <a:t>roomc</a:t>
            </a:r>
            <a:r>
              <a:rPr lang="en-US" dirty="0"/>
              <a:t> an connect to the internet and which should stay isolated.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F12C2D-CB71-4CAE-84B3-469BDBD1FD3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952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/>
              <a:t>Public Ip: -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Assigned by AWS automatically or manually (Elastic IP)</a:t>
            </a:r>
          </a:p>
          <a:p>
            <a:pPr lvl="0"/>
            <a:r>
              <a:rPr lang="en-US" dirty="0"/>
              <a:t>Used for internet-facing resources like web servers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Private Ip: - 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Assigned automatically to EC2 instances in subnets</a:t>
            </a:r>
          </a:p>
          <a:p>
            <a:pPr lvl="0"/>
            <a:r>
              <a:rPr lang="en-US" dirty="0"/>
              <a:t>Used for internal communication between servers, databases, or private apps</a:t>
            </a:r>
          </a:p>
          <a:p>
            <a:pPr lvl="0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1074-D084-4497-A15E-976DCB03204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13023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1074-D084-4497-A15E-976DCB03204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008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1074-D084-4497-A15E-976DCB03204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3071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1074-D084-4497-A15E-976DCB03204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776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Separation of resources → public vs private</a:t>
            </a:r>
          </a:p>
          <a:p>
            <a:r>
              <a:rPr lang="en-IN" dirty="0"/>
              <a:t>Security → apply different Security Groups and NACLs</a:t>
            </a:r>
          </a:p>
          <a:p>
            <a:r>
              <a:rPr lang="en-IN" dirty="0"/>
              <a:t>High availability → spread subnets across multiple Availability Zones</a:t>
            </a:r>
          </a:p>
          <a:p>
            <a:r>
              <a:rPr lang="en-IN" dirty="0"/>
              <a:t>Traffic control → route tables manage inbound/outbound traffic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1074-D084-4497-A15E-976DCB03204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07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1074-D084-4497-A15E-976DCB03204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5295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An Internet Gateway is like a door to the Internet for your VPC. It allows resources in public subnets to send and receive traffic from the Internet.</a:t>
            </a:r>
          </a:p>
          <a:p>
            <a:endParaRPr lang="en-US" b="0" dirty="0"/>
          </a:p>
          <a:p>
            <a:r>
              <a:rPr lang="en-US" b="1" dirty="0"/>
              <a:t>Key Features to Highlight:</a:t>
            </a:r>
          </a:p>
          <a:p>
            <a:r>
              <a:rPr lang="en-US" b="0" dirty="0"/>
              <a:t>Horizontally scaled &amp; redundant → no single point of failure</a:t>
            </a:r>
          </a:p>
          <a:p>
            <a:r>
              <a:rPr lang="en-US" b="0" dirty="0"/>
              <a:t>Can be attached only once per VPC, but supports multiple subnets</a:t>
            </a:r>
          </a:p>
          <a:p>
            <a:r>
              <a:rPr lang="en-US" b="0" dirty="0"/>
              <a:t>Only affects public subnet traffic; private subnets still need NAT Gateway for outbound Internet</a:t>
            </a:r>
          </a:p>
          <a:p>
            <a:endParaRPr lang="en-US" b="0" dirty="0"/>
          </a:p>
          <a:p>
            <a:r>
              <a:rPr lang="en-US" b="1" dirty="0"/>
              <a:t>How it Works:</a:t>
            </a:r>
          </a:p>
          <a:p>
            <a:r>
              <a:rPr lang="en-US" b="0" dirty="0"/>
              <a:t>Attach IGW to your VPC</a:t>
            </a:r>
          </a:p>
          <a:p>
            <a:r>
              <a:rPr lang="en-US" b="0" dirty="0"/>
              <a:t>Update route table of public subnet:</a:t>
            </a:r>
          </a:p>
          <a:p>
            <a:pPr lvl="1"/>
            <a:r>
              <a:rPr lang="en-US" b="0" dirty="0"/>
              <a:t>Destination </a:t>
            </a:r>
            <a:r>
              <a:rPr lang="en-US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0.0.0.0/0</a:t>
            </a:r>
            <a:r>
              <a:rPr lang="en-US" b="0" dirty="0"/>
              <a:t> → Target = IGW</a:t>
            </a:r>
          </a:p>
          <a:p>
            <a:r>
              <a:rPr lang="en-US" b="0" dirty="0"/>
              <a:t>Resources in the subnet now have Internet access if security groups allow it</a:t>
            </a:r>
          </a:p>
          <a:p>
            <a:endParaRPr lang="en-US" b="0" dirty="0"/>
          </a:p>
          <a:p>
            <a:endParaRPr lang="en-IN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1074-D084-4497-A15E-976DCB03204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87999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Route Table is a set of rules, called routes, that determine where network traffic is directed within your VPC.</a:t>
            </a:r>
          </a:p>
          <a:p>
            <a:endParaRPr lang="en-US" dirty="0"/>
          </a:p>
          <a:p>
            <a:r>
              <a:rPr lang="en-US" b="1" dirty="0"/>
              <a:t>Key Points to Explain:</a:t>
            </a:r>
            <a:endParaRPr lang="en-US" dirty="0"/>
          </a:p>
          <a:p>
            <a:r>
              <a:rPr lang="en-US" dirty="0"/>
              <a:t>“Each subnet in a VPC must be associated with a route table.”</a:t>
            </a:r>
          </a:p>
          <a:p>
            <a:r>
              <a:rPr lang="en-US" dirty="0"/>
              <a:t>“By default, there’s a </a:t>
            </a:r>
            <a:r>
              <a:rPr lang="en-US" b="1" dirty="0"/>
              <a:t>main route table</a:t>
            </a:r>
            <a:r>
              <a:rPr lang="en-US" dirty="0"/>
              <a:t> that automatically applies to new subnets unless you explicitly associate them with another one.”</a:t>
            </a:r>
          </a:p>
          <a:p>
            <a:r>
              <a:rPr lang="en-US" dirty="0"/>
              <a:t>“A route specifies a destination (CIDR block) and a target (like an internet gateway, NAT gateway, VPN, or another VPC).”</a:t>
            </a:r>
          </a:p>
          <a:p>
            <a:endParaRPr lang="en-US" dirty="0"/>
          </a:p>
          <a:p>
            <a:r>
              <a:rPr lang="en-US" b="1" dirty="0"/>
              <a:t>Why It’s Important:</a:t>
            </a:r>
            <a:endParaRPr lang="en-US" dirty="0"/>
          </a:p>
          <a:p>
            <a:r>
              <a:rPr lang="en-US" dirty="0"/>
              <a:t>“Controls communication between subnets within the VPC.”</a:t>
            </a:r>
          </a:p>
          <a:p>
            <a:r>
              <a:rPr lang="en-US" dirty="0"/>
              <a:t>“Enables or restricts internet access for workloads.”</a:t>
            </a:r>
          </a:p>
          <a:p>
            <a:r>
              <a:rPr lang="en-US" dirty="0"/>
              <a:t>“Defines how private and public subnets behave in terms of routing.”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931074-D084-4497-A15E-976DCB03204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2516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382C2-F80A-5DD0-C1A7-109FFD626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CD617-975E-71BD-0DDB-449DEC82A5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46194-AF43-6D0B-E1A0-BD95A2A0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9B64B-FB6B-AB60-D7CC-766BDA164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C7731-A711-B3A5-C4BF-54A417AB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434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A1CB-C550-E77D-E359-0C5475F8C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BE582-F9AD-166A-CEC0-FF19D2795A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7037B-805B-F962-6D55-6DA1D71BE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21C2E-EBE3-EC8E-5214-F891B8C6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77617-687C-D87A-702C-929AF0352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462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7DF56-C3A2-09AF-6A00-E027E2E43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8964F-D7DE-487C-39FE-8799E66B0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84832-078D-DB2A-6735-FB0498142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E9A89-FEF0-BCCE-3A4B-35118748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E7792-1356-5273-4BF2-F8B6F6F9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567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763FB-7F4A-62BA-BAD0-E5AE23D07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8F760-EECF-8329-FE3B-46E61622A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D8A40E-2DB3-673E-01A2-0E173DA0B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C4BBF-1447-0FE2-39D9-1801B8228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58D864-ADCF-7777-0C0F-EA9C3A87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2C131-DFFE-F3DD-DB13-1840D30D4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869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59CE5-EAFB-6C5B-E95A-8943E4525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CE8FF-FDDC-279B-6001-09A51310C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6D3C3-EAD9-63D5-91F0-16EEC882B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DCF5B5-57EB-AD0D-30C6-F191093DB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1916A2-27AD-626D-1027-97A4FFCACC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3CCBD0-8882-2DCF-764A-449F22353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C18097-C3DC-038C-7F59-304FAF5E2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F68F6-FD4C-A162-DE40-9EED22B51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177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70651-EA4B-5E54-0B6F-79B795122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C44FD3-DE36-FB17-1A93-5A4FE630D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33AB4B-A686-B6A4-5FF2-D2E1594D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150996-CD37-34F9-EB14-C0143DDD4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600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E1C61F-8998-8EDC-2696-BA5ED87A6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1E27B4-C235-E50D-C645-F3E9F5F48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FA1EA-265D-0018-9569-9C0D5D07C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16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3DE6A-9BF1-B92D-1518-657B55C66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89E5D-D3D8-06CA-1D6B-D2AC888FB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1E4F6-9A60-E878-EAAA-413AACC54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458772-A683-D48B-EBC2-41A889F57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6FCE1-E7D7-F154-0F7A-10B871012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53F9A-2EC2-32C8-E6DB-6E0B65521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839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EBE04-8744-1403-234E-846FCC4AC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C877C-7F30-5B19-43E1-A6DEB5A3DB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C2DC7-429E-EA42-D16F-0408F1809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1A090-A38D-64D1-4A78-F87250259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FAAB00-3DFD-A5BB-59D5-14879E340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3385BE-A7EE-ADD7-6C15-EE1C074CC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33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B1F3-8D3C-0935-7D6A-807E254A4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7C007-24A8-05F1-31A1-D882F0DE3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C5330-9986-4386-F80F-7CE8CB73D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50B45-EF11-8221-98CE-DCC1A6C2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ADF2-C09C-E8E4-F36F-F3AFE3F53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174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3CBA57-41DE-7EF5-7C6E-10424087F7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62533-5CE4-A838-2A46-C496EDD07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98BD2-C96E-651C-28EB-9DBD5B682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0F741-9603-298D-F5A6-26CBBF0CD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15B882-A273-EE83-AE2B-11D54A19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741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F71179-6E54-0F10-084C-339F7CE18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BC1D3-AE00-B3A1-90B0-1A262C8A86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A238A-512D-9D20-BB82-8BA43D8D9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3EB717-CFAD-4307-9E0D-C12B5D9D0983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8856E-571C-9B43-F970-7EF88C8D9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C6C09-F7DC-6F40-2941-9D6AAF7F1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032882-23EB-47CA-80E5-45F87AC95F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28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8650A9-7219-8CAD-BB92-F0BD0B01F5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r>
              <a:rPr lang="en-US" sz="5200" dirty="0"/>
              <a:t>VPC (Virtual Private Cloud)</a:t>
            </a:r>
            <a:endParaRPr lang="en-IN" sz="5200" dirty="0"/>
          </a:p>
        </p:txBody>
      </p:sp>
      <p:pic>
        <p:nvPicPr>
          <p:cNvPr id="19" name="Graphic 18" descr="Cloud Computing">
            <a:extLst>
              <a:ext uri="{FF2B5EF4-FFF2-40B4-BE49-F238E27FC236}">
                <a16:creationId xmlns:a16="http://schemas.microsoft.com/office/drawing/2014/main" id="{A3B25865-B4B3-F7DF-B7DB-EF093C9E99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Cloud Computing">
            <a:extLst>
              <a:ext uri="{FF2B5EF4-FFF2-40B4-BE49-F238E27FC236}">
                <a16:creationId xmlns:a16="http://schemas.microsoft.com/office/drawing/2014/main" id="{DD0FDF88-F48D-4C68-845D-2AC903ACE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8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5C6646-3DE8-7EE3-48AF-2C4F332DA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sz="5200" dirty="0"/>
              <a:t>What is a VPC?</a:t>
            </a:r>
          </a:p>
        </p:txBody>
      </p:sp>
      <p:graphicFrame>
        <p:nvGraphicFramePr>
          <p:cNvPr id="22" name="Rectangle 1">
            <a:extLst>
              <a:ext uri="{FF2B5EF4-FFF2-40B4-BE49-F238E27FC236}">
                <a16:creationId xmlns:a16="http://schemas.microsoft.com/office/drawing/2014/main" id="{3723B4B7-07A6-21C9-D07C-22864F1587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147150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1623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FA5F-DCCB-D390-84DC-5253F1DE6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2800" b="1"/>
              <a:t>What do you get with a VPC?</a:t>
            </a:r>
            <a:br>
              <a:rPr lang="en-US" sz="2800" b="1"/>
            </a:br>
            <a:endParaRPr lang="en-IN" sz="2800"/>
          </a:p>
        </p:txBody>
      </p:sp>
      <p:pic>
        <p:nvPicPr>
          <p:cNvPr id="4" name="Content Placeholder 4" descr="A diagram of a network&#10;&#10;AI-generated content may be incorrect.">
            <a:extLst>
              <a:ext uri="{FF2B5EF4-FFF2-40B4-BE49-F238E27FC236}">
                <a16:creationId xmlns:a16="http://schemas.microsoft.com/office/drawing/2014/main" id="{F1AAAC70-C4B5-BC01-4695-88D37B32A5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" b="3065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48E177E2-4781-BB34-5EEA-F6798B6FB3B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0719" y="2330505"/>
          <a:ext cx="4559425" cy="39795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3931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0" name="Rectangle 7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6DD77-3D2D-69F3-CF3F-658600B1C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Public IP vs Private IP</a:t>
            </a:r>
            <a:endParaRPr lang="en-IN" sz="4000">
              <a:solidFill>
                <a:srgbClr val="FFFFFF"/>
              </a:solidFill>
            </a:endParaRPr>
          </a:p>
        </p:txBody>
      </p:sp>
      <p:graphicFrame>
        <p:nvGraphicFramePr>
          <p:cNvPr id="84" name="Content Placeholder 68">
            <a:extLst>
              <a:ext uri="{FF2B5EF4-FFF2-40B4-BE49-F238E27FC236}">
                <a16:creationId xmlns:a16="http://schemas.microsoft.com/office/drawing/2014/main" id="{6FDABB11-40D1-65FC-4541-A7ECEEA93B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901926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5204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ADB5C-BE80-B998-1D95-89E566B1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IPV4 and IPV6</a:t>
            </a: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2EF8B7-71B8-949D-073C-A01652034C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09429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8390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9" name="Rectangle 78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952551-0468-C6CB-B75A-76E254D92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404" y="1869743"/>
            <a:ext cx="5828261" cy="45210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IP Addresses classes</a:t>
            </a:r>
          </a:p>
        </p:txBody>
      </p:sp>
      <p:pic>
        <p:nvPicPr>
          <p:cNvPr id="7" name="Picture 6" descr="A table with numbers and letters&#10;&#10;AI-generated content may be incorrect.">
            <a:extLst>
              <a:ext uri="{FF2B5EF4-FFF2-40B4-BE49-F238E27FC236}">
                <a16:creationId xmlns:a16="http://schemas.microsoft.com/office/drawing/2014/main" id="{AEB0688B-A346-4CE4-9560-D2DED12953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22" y="2321847"/>
            <a:ext cx="5828261" cy="3045266"/>
          </a:xfrm>
          <a:prstGeom prst="rect">
            <a:avLst/>
          </a:prstGeom>
        </p:spPr>
      </p:pic>
      <p:pic>
        <p:nvPicPr>
          <p:cNvPr id="9" name="Picture 8" descr="A blue and white rectangular box with numbers&#10;&#10;AI-generated content may be incorrect.">
            <a:extLst>
              <a:ext uri="{FF2B5EF4-FFF2-40B4-BE49-F238E27FC236}">
                <a16:creationId xmlns:a16="http://schemas.microsoft.com/office/drawing/2014/main" id="{A22AAA37-6D35-4739-B0E1-AD3D12FC54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617" y="2599816"/>
            <a:ext cx="5828261" cy="239108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3163333-6252-1491-54E0-2553208D22D6}"/>
              </a:ext>
            </a:extLst>
          </p:cNvPr>
          <p:cNvSpPr txBox="1"/>
          <p:nvPr/>
        </p:nvSpPr>
        <p:spPr>
          <a:xfrm>
            <a:off x="6382512" y="498698"/>
            <a:ext cx="4940808" cy="1185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endParaRPr lang="en-US" sz="2400" b="1" dirty="0"/>
          </a:p>
        </p:txBody>
      </p:sp>
      <p:sp>
        <p:nvSpPr>
          <p:cNvPr id="71" name="Title 1">
            <a:extLst>
              <a:ext uri="{FF2B5EF4-FFF2-40B4-BE49-F238E27FC236}">
                <a16:creationId xmlns:a16="http://schemas.microsoft.com/office/drawing/2014/main" id="{E4DC8F52-C0A0-F256-2BF5-919302590C7B}"/>
              </a:ext>
            </a:extLst>
          </p:cNvPr>
          <p:cNvSpPr txBox="1">
            <a:spLocks/>
          </p:cNvSpPr>
          <p:nvPr/>
        </p:nvSpPr>
        <p:spPr>
          <a:xfrm>
            <a:off x="1809436" y="392986"/>
            <a:ext cx="8000105" cy="8153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CIDR (</a:t>
            </a:r>
            <a:r>
              <a:rPr lang="en-IN" sz="3600" dirty="0"/>
              <a:t>Classless Inter-Domain Routing)</a:t>
            </a:r>
          </a:p>
        </p:txBody>
      </p:sp>
    </p:spTree>
    <p:extLst>
      <p:ext uri="{BB962C8B-B14F-4D97-AF65-F5344CB8AC3E}">
        <p14:creationId xmlns:p14="http://schemas.microsoft.com/office/powerpoint/2010/main" val="1443270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724DF4-8D17-A05D-BB43-5813FE20DC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93133"/>
              </p:ext>
            </p:extLst>
          </p:nvPr>
        </p:nvGraphicFramePr>
        <p:xfrm>
          <a:off x="7588154" y="643464"/>
          <a:ext cx="4265483" cy="5571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886">
                  <a:extLst>
                    <a:ext uri="{9D8B030D-6E8A-4147-A177-3AD203B41FA5}">
                      <a16:colId xmlns:a16="http://schemas.microsoft.com/office/drawing/2014/main" val="134152113"/>
                    </a:ext>
                  </a:extLst>
                </a:gridCol>
                <a:gridCol w="2231597">
                  <a:extLst>
                    <a:ext uri="{9D8B030D-6E8A-4147-A177-3AD203B41FA5}">
                      <a16:colId xmlns:a16="http://schemas.microsoft.com/office/drawing/2014/main" val="3264512522"/>
                    </a:ext>
                  </a:extLst>
                </a:gridCol>
              </a:tblGrid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CIDR / Prefix</a:t>
                      </a:r>
                      <a:endParaRPr lang="en-IN" sz="1500"/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/>
                        <a:t>Number of IPs</a:t>
                      </a:r>
                      <a:endParaRPr lang="en-IN" sz="1500"/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69992362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/16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65,536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1025841552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/17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32,768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2160255023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/18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16,384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4129487669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/19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8,192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2581139340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/20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4,096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417982891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/21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2,048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2423092272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/22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1,024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2992593004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/23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512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4214182590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/24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256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2603009778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/25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128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1756988468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/26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64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1398967631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/27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32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3193075193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/28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16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3333828349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/29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8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2351506665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/30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4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4057078148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/31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2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4193861086"/>
                  </a:ext>
                </a:extLst>
              </a:tr>
              <a:tr h="3095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/>
                        <a:t>/32</a:t>
                      </a:r>
                    </a:p>
                  </a:txBody>
                  <a:tcPr marL="50670" marR="50670" marT="25335" marB="2533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dirty="0"/>
                        <a:t>1</a:t>
                      </a:r>
                    </a:p>
                  </a:txBody>
                  <a:tcPr marL="50670" marR="50670" marT="25335" marB="25335" anchor="ctr"/>
                </a:tc>
                <a:extLst>
                  <a:ext uri="{0D108BD9-81ED-4DB2-BD59-A6C34878D82A}">
                    <a16:rowId xmlns:a16="http://schemas.microsoft.com/office/drawing/2014/main" val="9319953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8998E77-88DC-DEA3-C251-7805BD4CA583}"/>
              </a:ext>
            </a:extLst>
          </p:cNvPr>
          <p:cNvSpPr txBox="1"/>
          <p:nvPr/>
        </p:nvSpPr>
        <p:spPr>
          <a:xfrm>
            <a:off x="625624" y="580593"/>
            <a:ext cx="69625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CIDR (</a:t>
            </a:r>
            <a:r>
              <a:rPr lang="en-IN" sz="3200" dirty="0"/>
              <a:t>Classless Inter-Domain Routing)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CE8F82-8642-D805-5FCB-9546B8762576}"/>
              </a:ext>
            </a:extLst>
          </p:cNvPr>
          <p:cNvSpPr txBox="1"/>
          <p:nvPr/>
        </p:nvSpPr>
        <p:spPr>
          <a:xfrm>
            <a:off x="764274" y="1698164"/>
            <a:ext cx="499336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Defines IP address range for VPC or subnet</a:t>
            </a:r>
          </a:p>
          <a:p>
            <a:r>
              <a:rPr lang="en-IN" dirty="0"/>
              <a:t>	Format: </a:t>
            </a:r>
            <a:r>
              <a:rPr lang="en-IN" dirty="0" err="1"/>
              <a:t>IP_address</a:t>
            </a:r>
            <a:r>
              <a:rPr lang="en-IN" dirty="0"/>
              <a:t> / prefix (e.g., 1	0.0.0.0/16)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Prefix (/16, /24, etc.) determines number of IP addresses: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lvl="1"/>
            <a:r>
              <a:rPr lang="en-IN" dirty="0"/>
              <a:t>	/16 → 65,536 IPs</a:t>
            </a:r>
          </a:p>
          <a:p>
            <a:pPr lvl="1"/>
            <a:r>
              <a:rPr lang="en-IN" dirty="0"/>
              <a:t>	/24 → 256 IPs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Helps divide VPC into subnets(public/private)</a:t>
            </a:r>
          </a:p>
        </p:txBody>
      </p:sp>
    </p:spTree>
    <p:extLst>
      <p:ext uri="{BB962C8B-B14F-4D97-AF65-F5344CB8AC3E}">
        <p14:creationId xmlns:p14="http://schemas.microsoft.com/office/powerpoint/2010/main" val="3719666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D087EE-F86E-2E74-AC6E-1DFBFF945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pPr algn="ctr"/>
            <a:r>
              <a:rPr lang="en-IN" sz="4000" dirty="0">
                <a:solidFill>
                  <a:schemeClr val="bg1"/>
                </a:solidFill>
              </a:rPr>
              <a:t>What is a Subnet?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BB1A9-EF42-84C2-3DFA-965B296D0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IN" sz="2400" dirty="0"/>
              <a:t>Subnet = Subnetworks</a:t>
            </a:r>
          </a:p>
          <a:p>
            <a:r>
              <a:rPr lang="en-IN" sz="2400" dirty="0"/>
              <a:t>A smaller segment of a VPC IP address range</a:t>
            </a:r>
          </a:p>
          <a:p>
            <a:r>
              <a:rPr lang="en-IN" sz="2400" dirty="0"/>
              <a:t>Helps organize resources and control traffic flow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Example:</a:t>
            </a:r>
            <a:endParaRPr lang="en-IN" sz="2400" dirty="0"/>
          </a:p>
          <a:p>
            <a:pPr lvl="1"/>
            <a:r>
              <a:rPr lang="en-IN" dirty="0"/>
              <a:t>VPC = 10.0.0.0/26 (64 IPs)</a:t>
            </a:r>
          </a:p>
          <a:p>
            <a:pPr lvl="1"/>
            <a:r>
              <a:rPr lang="en-IN" dirty="0"/>
              <a:t>Public Subnet = 10.0.0.0/27 (32 IPs)</a:t>
            </a:r>
          </a:p>
          <a:p>
            <a:pPr lvl="1"/>
            <a:r>
              <a:rPr lang="en-IN" dirty="0"/>
              <a:t>Private Subnet = 10.0.0.32/27 (32 IPs)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0546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086FC-F4CE-8BD1-616B-B312A3458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2"/>
            <a:ext cx="9688296" cy="589799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US" sz="4000" dirty="0"/>
              <a:t>Reserved IP Addresses </a:t>
            </a:r>
            <a:endParaRPr lang="en-IN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2F0D5-DBCE-71C8-181E-C061CDBDA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397" y="1419367"/>
            <a:ext cx="9688296" cy="4453400"/>
          </a:xfrm>
        </p:spPr>
        <p:txBody>
          <a:bodyPr anchor="t">
            <a:normAutofit/>
          </a:bodyPr>
          <a:lstStyle/>
          <a:p>
            <a:r>
              <a:rPr lang="en-US" sz="2400" dirty="0"/>
              <a:t>10.0.0.0: Network address.</a:t>
            </a:r>
          </a:p>
          <a:p>
            <a:r>
              <a:rPr lang="en-US" sz="2400" dirty="0"/>
              <a:t>10.0.0.1: Reserved by AWS for the VPC router.</a:t>
            </a:r>
          </a:p>
          <a:p>
            <a:r>
              <a:rPr lang="en-US" sz="2400" dirty="0"/>
              <a:t>10.0.0.2: Reserved by AWS. The IP address of the DNS server is the base of the VPC network range plus two. </a:t>
            </a:r>
          </a:p>
          <a:p>
            <a:r>
              <a:rPr lang="en-US" sz="2400" dirty="0"/>
              <a:t>10.0.0.3: Reserved by AWS for future use.</a:t>
            </a:r>
          </a:p>
          <a:p>
            <a:r>
              <a:rPr lang="en-US" sz="2400" dirty="0"/>
              <a:t>10.0.0.255: Network broadcast address. We do not support broadcast in a VPC, therefore we reserve this address.</a:t>
            </a:r>
          </a:p>
          <a:p>
            <a:endParaRPr lang="en-IN" sz="24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12192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9"/>
            <a:ext cx="815339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78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147F1B-22A4-EECA-3154-DE57B6788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ctr"/>
            <a:r>
              <a:rPr lang="en-IN" sz="8000" dirty="0"/>
              <a:t>Internet Gateway (IGW)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AC0CF091-E567-A4D7-22E5-529CCDAD8D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6026387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60770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C5D58D-73DC-12B9-7C27-908011CDB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4000">
                <a:solidFill>
                  <a:srgbClr val="FFFFFF"/>
                </a:solidFill>
              </a:rPr>
              <a:t>Route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0667A-D2A4-97F5-22E9-4A58A79A5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 </a:t>
            </a:r>
            <a:r>
              <a:rPr lang="en-US" sz="2000" b="1" dirty="0"/>
              <a:t>Route Table</a:t>
            </a:r>
            <a:r>
              <a:rPr lang="en-US" sz="2000" dirty="0"/>
              <a:t> is a set of rules (routes) that </a:t>
            </a:r>
            <a:r>
              <a:rPr lang="en-US" sz="2000" b="1" dirty="0"/>
              <a:t>determine where network traffic from your subnets or gateways is directed</a:t>
            </a:r>
          </a:p>
          <a:p>
            <a:r>
              <a:rPr lang="en-IN" sz="2000" dirty="0"/>
              <a:t>Each subnet must be associated with a route table</a:t>
            </a:r>
          </a:p>
          <a:p>
            <a:r>
              <a:rPr lang="en-IN" sz="2000" dirty="0"/>
              <a:t>Routes define traffic flow inside VPC and to the Internet or other networks</a:t>
            </a:r>
          </a:p>
          <a:p>
            <a:r>
              <a:rPr lang="en-IN" sz="2000" dirty="0"/>
              <a:t>Default route table is created automatically with every VPC</a:t>
            </a:r>
          </a:p>
        </p:txBody>
      </p:sp>
    </p:spTree>
    <p:extLst>
      <p:ext uri="{BB962C8B-B14F-4D97-AF65-F5344CB8AC3E}">
        <p14:creationId xmlns:p14="http://schemas.microsoft.com/office/powerpoint/2010/main" val="2315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1171</Words>
  <Application>Microsoft Office PowerPoint</Application>
  <PresentationFormat>Widescreen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VPC (Virtual Private Cloud)</vt:lpstr>
      <vt:lpstr>What is a VPC?</vt:lpstr>
      <vt:lpstr>What do you get with a VPC? </vt:lpstr>
      <vt:lpstr>Public IP vs Private IP</vt:lpstr>
      <vt:lpstr>IPV4 and IPV6</vt:lpstr>
      <vt:lpstr>IP Addresses classes</vt:lpstr>
      <vt:lpstr>PowerPoint Presentation</vt:lpstr>
      <vt:lpstr>What is a Subnet?</vt:lpstr>
      <vt:lpstr>Reserved IP Addresses </vt:lpstr>
      <vt:lpstr>Internet Gateway (IGW)</vt:lpstr>
      <vt:lpstr>Route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119</cp:revision>
  <dcterms:created xsi:type="dcterms:W3CDTF">2025-09-19T06:13:22Z</dcterms:created>
  <dcterms:modified xsi:type="dcterms:W3CDTF">2025-10-19T12:40:01Z</dcterms:modified>
</cp:coreProperties>
</file>