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5F92E-FFB6-4AE3-B031-2542000413B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27B7C1-8D7B-426D-8363-79C0A7DB60C7}">
      <dgm:prSet custT="1"/>
      <dgm:spPr/>
      <dgm:t>
        <a:bodyPr/>
        <a:lstStyle/>
        <a:p>
          <a:r>
            <a:rPr lang="en-US" sz="18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shared file storage for EC2, Lambda, ECS, and on-premises servers.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82260FB-AD22-432A-82D0-A312E26C087B}" type="parTrans" cxnId="{39740E57-11F2-4FE9-95AA-EDF1029B3DA7}">
      <dgm:prSet/>
      <dgm:spPr/>
      <dgm:t>
        <a:bodyPr/>
        <a:lstStyle/>
        <a:p>
          <a:endParaRPr lang="en-US"/>
        </a:p>
      </dgm:t>
    </dgm:pt>
    <dgm:pt modelId="{49A56FD7-6B4D-4F53-B3F9-B1D5A28F762B}" type="sibTrans" cxnId="{39740E57-11F2-4FE9-95AA-EDF1029B3DA7}">
      <dgm:prSet/>
      <dgm:spPr/>
      <dgm:t>
        <a:bodyPr/>
        <a:lstStyle/>
        <a:p>
          <a:endParaRPr lang="en-US"/>
        </a:p>
      </dgm:t>
    </dgm:pt>
    <dgm:pt modelId="{FC2D3E59-1058-474A-AA73-C3CDB51EE8B3}">
      <dgm:prSet custT="1"/>
      <dgm:spPr/>
      <dgm:t>
        <a:bodyPr/>
        <a:lstStyle/>
        <a:p>
          <a:r>
            <a:rPr lang="en-US" sz="18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Automatically scales up or down as files are added or removed.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A67B10C-0875-4C5F-942B-5EDABD95EE47}" type="parTrans" cxnId="{6F9A00F1-7A0C-4233-8278-CCCB8E8EDC51}">
      <dgm:prSet/>
      <dgm:spPr/>
      <dgm:t>
        <a:bodyPr/>
        <a:lstStyle/>
        <a:p>
          <a:endParaRPr lang="en-US"/>
        </a:p>
      </dgm:t>
    </dgm:pt>
    <dgm:pt modelId="{F4D81176-D50C-4950-870F-F7E6F087AD1A}" type="sibTrans" cxnId="{6F9A00F1-7A0C-4233-8278-CCCB8E8EDC51}">
      <dgm:prSet/>
      <dgm:spPr/>
      <dgm:t>
        <a:bodyPr/>
        <a:lstStyle/>
        <a:p>
          <a:endParaRPr lang="en-US"/>
        </a:p>
      </dgm:t>
    </dgm:pt>
    <dgm:pt modelId="{F818C901-66A3-43CA-96CF-3924D4B2F2CC}">
      <dgm:prSet custT="1"/>
      <dgm:spPr/>
      <dgm:t>
        <a:bodyPr/>
        <a:lstStyle/>
        <a:p>
          <a:r>
            <a:rPr lang="en-US" sz="18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Provides NFS (Network File System) access across multiple instances.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844BE0-24A3-4E5A-9DAD-26BEC795024C}" type="parTrans" cxnId="{BC2189F1-437A-463B-A16A-DC82F8B0F21B}">
      <dgm:prSet/>
      <dgm:spPr/>
      <dgm:t>
        <a:bodyPr/>
        <a:lstStyle/>
        <a:p>
          <a:endParaRPr lang="en-US"/>
        </a:p>
      </dgm:t>
    </dgm:pt>
    <dgm:pt modelId="{E6A68A32-0FAA-4BC9-AADB-4FAA870E61C2}" type="sibTrans" cxnId="{BC2189F1-437A-463B-A16A-DC82F8B0F21B}">
      <dgm:prSet/>
      <dgm:spPr/>
      <dgm:t>
        <a:bodyPr/>
        <a:lstStyle/>
        <a:p>
          <a:endParaRPr lang="en-US"/>
        </a:p>
      </dgm:t>
    </dgm:pt>
    <dgm:pt modelId="{EC5BB430-2CDD-44A4-B165-2EA00EDA7E63}" type="pres">
      <dgm:prSet presAssocID="{3D85F92E-FFB6-4AE3-B031-2542000413BD}" presName="root" presStyleCnt="0">
        <dgm:presLayoutVars>
          <dgm:dir/>
          <dgm:resizeHandles val="exact"/>
        </dgm:presLayoutVars>
      </dgm:prSet>
      <dgm:spPr/>
    </dgm:pt>
    <dgm:pt modelId="{428D8B78-5107-42F9-95F3-AE1591E50373}" type="pres">
      <dgm:prSet presAssocID="{0A27B7C1-8D7B-426D-8363-79C0A7DB60C7}" presName="compNode" presStyleCnt="0"/>
      <dgm:spPr/>
    </dgm:pt>
    <dgm:pt modelId="{0578E9BB-4617-4027-A281-14C2E264F20E}" type="pres">
      <dgm:prSet presAssocID="{0A27B7C1-8D7B-426D-8363-79C0A7DB60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04A4FC0-B59A-44B4-BFCB-9284DF723FE7}" type="pres">
      <dgm:prSet presAssocID="{0A27B7C1-8D7B-426D-8363-79C0A7DB60C7}" presName="spaceRect" presStyleCnt="0"/>
      <dgm:spPr/>
    </dgm:pt>
    <dgm:pt modelId="{D0EF7E6E-A988-4890-9B53-0ED288AD2886}" type="pres">
      <dgm:prSet presAssocID="{0A27B7C1-8D7B-426D-8363-79C0A7DB60C7}" presName="textRect" presStyleLbl="revTx" presStyleIdx="0" presStyleCnt="3">
        <dgm:presLayoutVars>
          <dgm:chMax val="1"/>
          <dgm:chPref val="1"/>
        </dgm:presLayoutVars>
      </dgm:prSet>
      <dgm:spPr/>
    </dgm:pt>
    <dgm:pt modelId="{CC0CACB0-4443-4F33-8FD4-7333FC2E5DA4}" type="pres">
      <dgm:prSet presAssocID="{49A56FD7-6B4D-4F53-B3F9-B1D5A28F762B}" presName="sibTrans" presStyleCnt="0"/>
      <dgm:spPr/>
    </dgm:pt>
    <dgm:pt modelId="{D4B6DE87-3B1D-40E7-99BD-77563B3C68F8}" type="pres">
      <dgm:prSet presAssocID="{FC2D3E59-1058-474A-AA73-C3CDB51EE8B3}" presName="compNode" presStyleCnt="0"/>
      <dgm:spPr/>
    </dgm:pt>
    <dgm:pt modelId="{45F9564D-5218-41B9-BC12-B25EA8571E62}" type="pres">
      <dgm:prSet presAssocID="{FC2D3E59-1058-474A-AA73-C3CDB51EE8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B31D6C46-5067-4AB3-A1BB-19F024838A3E}" type="pres">
      <dgm:prSet presAssocID="{FC2D3E59-1058-474A-AA73-C3CDB51EE8B3}" presName="spaceRect" presStyleCnt="0"/>
      <dgm:spPr/>
    </dgm:pt>
    <dgm:pt modelId="{FA074CF4-8C15-4E33-BE3E-332D12A9FA36}" type="pres">
      <dgm:prSet presAssocID="{FC2D3E59-1058-474A-AA73-C3CDB51EE8B3}" presName="textRect" presStyleLbl="revTx" presStyleIdx="1" presStyleCnt="3">
        <dgm:presLayoutVars>
          <dgm:chMax val="1"/>
          <dgm:chPref val="1"/>
        </dgm:presLayoutVars>
      </dgm:prSet>
      <dgm:spPr/>
    </dgm:pt>
    <dgm:pt modelId="{4DC316D1-ACEE-45BE-9721-68680A0A6353}" type="pres">
      <dgm:prSet presAssocID="{F4D81176-D50C-4950-870F-F7E6F087AD1A}" presName="sibTrans" presStyleCnt="0"/>
      <dgm:spPr/>
    </dgm:pt>
    <dgm:pt modelId="{B4B0F5D2-75CE-4203-BEFF-01F5AA641F97}" type="pres">
      <dgm:prSet presAssocID="{F818C901-66A3-43CA-96CF-3924D4B2F2CC}" presName="compNode" presStyleCnt="0"/>
      <dgm:spPr/>
    </dgm:pt>
    <dgm:pt modelId="{327BCEB1-EB48-4640-8167-CC21392D7693}" type="pres">
      <dgm:prSet presAssocID="{F818C901-66A3-43CA-96CF-3924D4B2F2C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A099E12-405B-4613-A3DB-CDADFC52DEBE}" type="pres">
      <dgm:prSet presAssocID="{F818C901-66A3-43CA-96CF-3924D4B2F2CC}" presName="spaceRect" presStyleCnt="0"/>
      <dgm:spPr/>
    </dgm:pt>
    <dgm:pt modelId="{E05624CD-B483-4B8E-8AC8-07C3FAE961B4}" type="pres">
      <dgm:prSet presAssocID="{F818C901-66A3-43CA-96CF-3924D4B2F2C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E87093C-CE9C-4296-A567-F6DD3ED48E4A}" type="presOf" srcId="{FC2D3E59-1058-474A-AA73-C3CDB51EE8B3}" destId="{FA074CF4-8C15-4E33-BE3E-332D12A9FA36}" srcOrd="0" destOrd="0" presId="urn:microsoft.com/office/officeart/2018/2/layout/IconLabelList"/>
    <dgm:cxn modelId="{39740E57-11F2-4FE9-95AA-EDF1029B3DA7}" srcId="{3D85F92E-FFB6-4AE3-B031-2542000413BD}" destId="{0A27B7C1-8D7B-426D-8363-79C0A7DB60C7}" srcOrd="0" destOrd="0" parTransId="{082260FB-AD22-432A-82D0-A312E26C087B}" sibTransId="{49A56FD7-6B4D-4F53-B3F9-B1D5A28F762B}"/>
    <dgm:cxn modelId="{40900FA0-18A7-4B41-BBA9-BC0033875593}" type="presOf" srcId="{F818C901-66A3-43CA-96CF-3924D4B2F2CC}" destId="{E05624CD-B483-4B8E-8AC8-07C3FAE961B4}" srcOrd="0" destOrd="0" presId="urn:microsoft.com/office/officeart/2018/2/layout/IconLabelList"/>
    <dgm:cxn modelId="{E2DA9FAF-10FE-4374-B74D-3897F1784144}" type="presOf" srcId="{3D85F92E-FFB6-4AE3-B031-2542000413BD}" destId="{EC5BB430-2CDD-44A4-B165-2EA00EDA7E63}" srcOrd="0" destOrd="0" presId="urn:microsoft.com/office/officeart/2018/2/layout/IconLabelList"/>
    <dgm:cxn modelId="{EF5D55CC-E6FB-4893-8A95-FC7FD4F8650F}" type="presOf" srcId="{0A27B7C1-8D7B-426D-8363-79C0A7DB60C7}" destId="{D0EF7E6E-A988-4890-9B53-0ED288AD2886}" srcOrd="0" destOrd="0" presId="urn:microsoft.com/office/officeart/2018/2/layout/IconLabelList"/>
    <dgm:cxn modelId="{6F9A00F1-7A0C-4233-8278-CCCB8E8EDC51}" srcId="{3D85F92E-FFB6-4AE3-B031-2542000413BD}" destId="{FC2D3E59-1058-474A-AA73-C3CDB51EE8B3}" srcOrd="1" destOrd="0" parTransId="{4A67B10C-0875-4C5F-942B-5EDABD95EE47}" sibTransId="{F4D81176-D50C-4950-870F-F7E6F087AD1A}"/>
    <dgm:cxn modelId="{BC2189F1-437A-463B-A16A-DC82F8B0F21B}" srcId="{3D85F92E-FFB6-4AE3-B031-2542000413BD}" destId="{F818C901-66A3-43CA-96CF-3924D4B2F2CC}" srcOrd="2" destOrd="0" parTransId="{5F844BE0-24A3-4E5A-9DAD-26BEC795024C}" sibTransId="{E6A68A32-0FAA-4BC9-AADB-4FAA870E61C2}"/>
    <dgm:cxn modelId="{D199DB55-6DCF-4D2C-8D0C-23193D7C736A}" type="presParOf" srcId="{EC5BB430-2CDD-44A4-B165-2EA00EDA7E63}" destId="{428D8B78-5107-42F9-95F3-AE1591E50373}" srcOrd="0" destOrd="0" presId="urn:microsoft.com/office/officeart/2018/2/layout/IconLabelList"/>
    <dgm:cxn modelId="{6D9C0A2B-AE4B-4841-958C-4B603DBD8F03}" type="presParOf" srcId="{428D8B78-5107-42F9-95F3-AE1591E50373}" destId="{0578E9BB-4617-4027-A281-14C2E264F20E}" srcOrd="0" destOrd="0" presId="urn:microsoft.com/office/officeart/2018/2/layout/IconLabelList"/>
    <dgm:cxn modelId="{F8E432B3-BF40-4DC6-96BA-C23BD7BF36A9}" type="presParOf" srcId="{428D8B78-5107-42F9-95F3-AE1591E50373}" destId="{B04A4FC0-B59A-44B4-BFCB-9284DF723FE7}" srcOrd="1" destOrd="0" presId="urn:microsoft.com/office/officeart/2018/2/layout/IconLabelList"/>
    <dgm:cxn modelId="{C323451C-115B-49C8-BFA5-3E99A6425CC8}" type="presParOf" srcId="{428D8B78-5107-42F9-95F3-AE1591E50373}" destId="{D0EF7E6E-A988-4890-9B53-0ED288AD2886}" srcOrd="2" destOrd="0" presId="urn:microsoft.com/office/officeart/2018/2/layout/IconLabelList"/>
    <dgm:cxn modelId="{10E61289-0473-435D-9ACE-6FA263974D1D}" type="presParOf" srcId="{EC5BB430-2CDD-44A4-B165-2EA00EDA7E63}" destId="{CC0CACB0-4443-4F33-8FD4-7333FC2E5DA4}" srcOrd="1" destOrd="0" presId="urn:microsoft.com/office/officeart/2018/2/layout/IconLabelList"/>
    <dgm:cxn modelId="{DCC86CAF-84D5-4DBA-8F8C-7FCAE38C6F4B}" type="presParOf" srcId="{EC5BB430-2CDD-44A4-B165-2EA00EDA7E63}" destId="{D4B6DE87-3B1D-40E7-99BD-77563B3C68F8}" srcOrd="2" destOrd="0" presId="urn:microsoft.com/office/officeart/2018/2/layout/IconLabelList"/>
    <dgm:cxn modelId="{E0C76BB6-A25A-452E-8D7D-956489996BA5}" type="presParOf" srcId="{D4B6DE87-3B1D-40E7-99BD-77563B3C68F8}" destId="{45F9564D-5218-41B9-BC12-B25EA8571E62}" srcOrd="0" destOrd="0" presId="urn:microsoft.com/office/officeart/2018/2/layout/IconLabelList"/>
    <dgm:cxn modelId="{EB02E9CF-6E26-4CAD-9BE3-55E34B690A89}" type="presParOf" srcId="{D4B6DE87-3B1D-40E7-99BD-77563B3C68F8}" destId="{B31D6C46-5067-4AB3-A1BB-19F024838A3E}" srcOrd="1" destOrd="0" presId="urn:microsoft.com/office/officeart/2018/2/layout/IconLabelList"/>
    <dgm:cxn modelId="{00E901C9-7DA7-4CA8-904B-7051C605A409}" type="presParOf" srcId="{D4B6DE87-3B1D-40E7-99BD-77563B3C68F8}" destId="{FA074CF4-8C15-4E33-BE3E-332D12A9FA36}" srcOrd="2" destOrd="0" presId="urn:microsoft.com/office/officeart/2018/2/layout/IconLabelList"/>
    <dgm:cxn modelId="{5EBFEB12-9B8E-4B01-8635-C0BA747AC8B4}" type="presParOf" srcId="{EC5BB430-2CDD-44A4-B165-2EA00EDA7E63}" destId="{4DC316D1-ACEE-45BE-9721-68680A0A6353}" srcOrd="3" destOrd="0" presId="urn:microsoft.com/office/officeart/2018/2/layout/IconLabelList"/>
    <dgm:cxn modelId="{F66F8B99-E845-48B0-80DF-10DD2F22731A}" type="presParOf" srcId="{EC5BB430-2CDD-44A4-B165-2EA00EDA7E63}" destId="{B4B0F5D2-75CE-4203-BEFF-01F5AA641F97}" srcOrd="4" destOrd="0" presId="urn:microsoft.com/office/officeart/2018/2/layout/IconLabelList"/>
    <dgm:cxn modelId="{AC5C325C-FE1D-4F76-9EF5-F5E67AED56A1}" type="presParOf" srcId="{B4B0F5D2-75CE-4203-BEFF-01F5AA641F97}" destId="{327BCEB1-EB48-4640-8167-CC21392D7693}" srcOrd="0" destOrd="0" presId="urn:microsoft.com/office/officeart/2018/2/layout/IconLabelList"/>
    <dgm:cxn modelId="{F0720A71-5AD7-4131-ACFC-A240416CFE0C}" type="presParOf" srcId="{B4B0F5D2-75CE-4203-BEFF-01F5AA641F97}" destId="{9A099E12-405B-4613-A3DB-CDADFC52DEBE}" srcOrd="1" destOrd="0" presId="urn:microsoft.com/office/officeart/2018/2/layout/IconLabelList"/>
    <dgm:cxn modelId="{AAE53762-FF54-4C87-95FD-4F18A4237553}" type="presParOf" srcId="{B4B0F5D2-75CE-4203-BEFF-01F5AA641F97}" destId="{E05624CD-B483-4B8E-8AC8-07C3FAE961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85B6F1-6767-4C85-AFD8-326C4643F8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229F973-E472-4627-A597-E2E0ABEDC60F}">
      <dgm:prSet custT="1"/>
      <dgm:spPr/>
      <dgm:t>
        <a:bodyPr/>
        <a:lstStyle/>
        <a:p>
          <a:r>
            <a:rPr lang="en-US" sz="1800" i="0" baseline="0" dirty="0"/>
            <a:t>Scalable – Automatically grows and shrinks with data usage.</a:t>
          </a:r>
          <a:endParaRPr lang="en-US" sz="1800" dirty="0"/>
        </a:p>
      </dgm:t>
    </dgm:pt>
    <dgm:pt modelId="{CAF81309-78E4-4CF1-B300-C8D8D46009D6}" type="parTrans" cxnId="{1258D674-A0A7-4AE2-A858-4FFC321F0F05}">
      <dgm:prSet/>
      <dgm:spPr/>
      <dgm:t>
        <a:bodyPr/>
        <a:lstStyle/>
        <a:p>
          <a:endParaRPr lang="en-US"/>
        </a:p>
      </dgm:t>
    </dgm:pt>
    <dgm:pt modelId="{D692B0D9-389B-4A49-B26D-D922636C36AE}" type="sibTrans" cxnId="{1258D674-A0A7-4AE2-A858-4FFC321F0F05}">
      <dgm:prSet/>
      <dgm:spPr/>
      <dgm:t>
        <a:bodyPr/>
        <a:lstStyle/>
        <a:p>
          <a:endParaRPr lang="en-US"/>
        </a:p>
      </dgm:t>
    </dgm:pt>
    <dgm:pt modelId="{E7CD9AF6-CB55-4F5B-ACCC-10B61F556F8E}">
      <dgm:prSet custT="1"/>
      <dgm:spPr/>
      <dgm:t>
        <a:bodyPr/>
        <a:lstStyle/>
        <a:p>
          <a:r>
            <a:rPr lang="en-US" sz="1800" i="0" baseline="0" dirty="0"/>
            <a:t>Highly Available &amp; Durable – Data stored redundantly across multiple AZs.</a:t>
          </a:r>
          <a:endParaRPr lang="en-US" sz="1800" dirty="0"/>
        </a:p>
      </dgm:t>
    </dgm:pt>
    <dgm:pt modelId="{41DD54D7-783E-4FF0-91F9-AD21290C2654}" type="parTrans" cxnId="{43059F3F-8D24-44F3-9205-198A024C0A32}">
      <dgm:prSet/>
      <dgm:spPr/>
      <dgm:t>
        <a:bodyPr/>
        <a:lstStyle/>
        <a:p>
          <a:endParaRPr lang="en-US"/>
        </a:p>
      </dgm:t>
    </dgm:pt>
    <dgm:pt modelId="{2159FE51-82F3-4B41-B6CE-0C2874004CBF}" type="sibTrans" cxnId="{43059F3F-8D24-44F3-9205-198A024C0A32}">
      <dgm:prSet/>
      <dgm:spPr/>
      <dgm:t>
        <a:bodyPr/>
        <a:lstStyle/>
        <a:p>
          <a:endParaRPr lang="en-US"/>
        </a:p>
      </dgm:t>
    </dgm:pt>
    <dgm:pt modelId="{C4BF7BF6-17D0-4EAB-A4BE-3BB7D384A097}">
      <dgm:prSet custT="1"/>
      <dgm:spPr/>
      <dgm:t>
        <a:bodyPr/>
        <a:lstStyle/>
        <a:p>
          <a:r>
            <a:rPr lang="en-US" sz="1800" i="0" baseline="0"/>
            <a:t>Fully Managed – No need to provision or manage file servers.</a:t>
          </a:r>
          <a:endParaRPr lang="en-US" sz="1800"/>
        </a:p>
      </dgm:t>
    </dgm:pt>
    <dgm:pt modelId="{F088AFDA-3018-4906-A2E9-586FB3B1E4B9}" type="parTrans" cxnId="{4EAC7A61-D1BB-41A1-9529-0E3A7C14D26C}">
      <dgm:prSet/>
      <dgm:spPr/>
      <dgm:t>
        <a:bodyPr/>
        <a:lstStyle/>
        <a:p>
          <a:endParaRPr lang="en-US"/>
        </a:p>
      </dgm:t>
    </dgm:pt>
    <dgm:pt modelId="{676C3070-6C8F-4E49-862E-1E5ADC7C1463}" type="sibTrans" cxnId="{4EAC7A61-D1BB-41A1-9529-0E3A7C14D26C}">
      <dgm:prSet/>
      <dgm:spPr/>
      <dgm:t>
        <a:bodyPr/>
        <a:lstStyle/>
        <a:p>
          <a:endParaRPr lang="en-US"/>
        </a:p>
      </dgm:t>
    </dgm:pt>
    <dgm:pt modelId="{BC15AD7F-6524-487C-A507-09989EB80D95}">
      <dgm:prSet custT="1"/>
      <dgm:spPr/>
      <dgm:t>
        <a:bodyPr/>
        <a:lstStyle/>
        <a:p>
          <a:r>
            <a:rPr lang="en-US" sz="1800" i="0" baseline="0"/>
            <a:t>Shared Access – Multiple EC2 instances can access the same file system concurrently.</a:t>
          </a:r>
          <a:endParaRPr lang="en-US" sz="1800"/>
        </a:p>
      </dgm:t>
    </dgm:pt>
    <dgm:pt modelId="{668850E4-A08E-4692-B6BC-427E0C65018B}" type="parTrans" cxnId="{077D4F16-DB50-4D31-A6AC-4E426B28E3B5}">
      <dgm:prSet/>
      <dgm:spPr/>
      <dgm:t>
        <a:bodyPr/>
        <a:lstStyle/>
        <a:p>
          <a:endParaRPr lang="en-US"/>
        </a:p>
      </dgm:t>
    </dgm:pt>
    <dgm:pt modelId="{247DD4F9-072B-43D1-B3AA-F4BB307DA620}" type="sibTrans" cxnId="{077D4F16-DB50-4D31-A6AC-4E426B28E3B5}">
      <dgm:prSet/>
      <dgm:spPr/>
      <dgm:t>
        <a:bodyPr/>
        <a:lstStyle/>
        <a:p>
          <a:endParaRPr lang="en-US"/>
        </a:p>
      </dgm:t>
    </dgm:pt>
    <dgm:pt modelId="{AF21F192-E2BA-4A86-8CEA-0BFDDB067172}">
      <dgm:prSet custT="1"/>
      <dgm:spPr/>
      <dgm:t>
        <a:bodyPr/>
        <a:lstStyle/>
        <a:p>
          <a:r>
            <a:rPr lang="en-US" sz="1800" i="0" baseline="0"/>
            <a:t>Secure – Supports encryption at rest and in transit, IAM &amp; security group integration.</a:t>
          </a:r>
          <a:endParaRPr lang="en-US" sz="1800"/>
        </a:p>
      </dgm:t>
    </dgm:pt>
    <dgm:pt modelId="{EA97B845-F9C3-45E2-A349-28B0E237A006}" type="parTrans" cxnId="{E6C9BA2B-D74B-4A7D-97C8-73247F5D983C}">
      <dgm:prSet/>
      <dgm:spPr/>
      <dgm:t>
        <a:bodyPr/>
        <a:lstStyle/>
        <a:p>
          <a:endParaRPr lang="en-US"/>
        </a:p>
      </dgm:t>
    </dgm:pt>
    <dgm:pt modelId="{F835D539-D08C-4734-B134-835F83905C04}" type="sibTrans" cxnId="{E6C9BA2B-D74B-4A7D-97C8-73247F5D983C}">
      <dgm:prSet/>
      <dgm:spPr/>
      <dgm:t>
        <a:bodyPr/>
        <a:lstStyle/>
        <a:p>
          <a:endParaRPr lang="en-US"/>
        </a:p>
      </dgm:t>
    </dgm:pt>
    <dgm:pt modelId="{FD66CA43-2D54-4255-A2FD-629921555D32}">
      <dgm:prSet custT="1"/>
      <dgm:spPr/>
      <dgm:t>
        <a:bodyPr/>
        <a:lstStyle/>
        <a:p>
          <a:r>
            <a:rPr lang="en-US" sz="1800" i="0" baseline="0" dirty="0"/>
            <a:t>Elastic Performance Modes –</a:t>
          </a:r>
          <a:endParaRPr lang="en-US" sz="1800" dirty="0"/>
        </a:p>
      </dgm:t>
    </dgm:pt>
    <dgm:pt modelId="{BEF521FA-B184-4EC6-AE8F-337877D1028F}" type="parTrans" cxnId="{9C041F4A-F0F9-46D5-8527-90FE6075A0C1}">
      <dgm:prSet/>
      <dgm:spPr/>
      <dgm:t>
        <a:bodyPr/>
        <a:lstStyle/>
        <a:p>
          <a:endParaRPr lang="en-US"/>
        </a:p>
      </dgm:t>
    </dgm:pt>
    <dgm:pt modelId="{782BC8BE-EEC2-45E2-A6D6-8433A9FF4586}" type="sibTrans" cxnId="{9C041F4A-F0F9-46D5-8527-90FE6075A0C1}">
      <dgm:prSet/>
      <dgm:spPr/>
      <dgm:t>
        <a:bodyPr/>
        <a:lstStyle/>
        <a:p>
          <a:endParaRPr lang="en-US"/>
        </a:p>
      </dgm:t>
    </dgm:pt>
    <dgm:pt modelId="{9D05F7B6-1FD3-45AD-832C-6508A794054A}">
      <dgm:prSet custT="1"/>
      <dgm:spPr/>
      <dgm:t>
        <a:bodyPr/>
        <a:lstStyle/>
        <a:p>
          <a:r>
            <a:rPr lang="en-US" sz="1000" i="0" baseline="0" dirty="0"/>
            <a:t>General Purpose: For latency-sensitive workloads.</a:t>
          </a:r>
          <a:endParaRPr lang="en-US" sz="1000" dirty="0"/>
        </a:p>
      </dgm:t>
    </dgm:pt>
    <dgm:pt modelId="{1D553510-0F02-4A92-9C0F-6D82D21A88C8}" type="parTrans" cxnId="{4AB6D70F-7820-4C21-87E4-F3361C1540AD}">
      <dgm:prSet/>
      <dgm:spPr/>
      <dgm:t>
        <a:bodyPr/>
        <a:lstStyle/>
        <a:p>
          <a:endParaRPr lang="en-US"/>
        </a:p>
      </dgm:t>
    </dgm:pt>
    <dgm:pt modelId="{082BC6D2-8B0E-4095-A3BC-09FBE82A70FD}" type="sibTrans" cxnId="{4AB6D70F-7820-4C21-87E4-F3361C1540AD}">
      <dgm:prSet/>
      <dgm:spPr/>
      <dgm:t>
        <a:bodyPr/>
        <a:lstStyle/>
        <a:p>
          <a:endParaRPr lang="en-US"/>
        </a:p>
      </dgm:t>
    </dgm:pt>
    <dgm:pt modelId="{1724A1A3-6A83-43C6-AFE7-00ABD530C84A}">
      <dgm:prSet custT="1"/>
      <dgm:spPr/>
      <dgm:t>
        <a:bodyPr/>
        <a:lstStyle/>
        <a:p>
          <a:r>
            <a:rPr lang="en-US" sz="1000" i="0" baseline="0" dirty="0"/>
            <a:t>Max I/O: For high throughput workloads.</a:t>
          </a:r>
          <a:endParaRPr lang="en-US" sz="1000" dirty="0"/>
        </a:p>
      </dgm:t>
    </dgm:pt>
    <dgm:pt modelId="{F6F24C07-DD3F-464C-BCFD-59A051CB860D}" type="parTrans" cxnId="{70A05D75-C83D-46A4-86FD-18168E2CFCCF}">
      <dgm:prSet/>
      <dgm:spPr/>
      <dgm:t>
        <a:bodyPr/>
        <a:lstStyle/>
        <a:p>
          <a:endParaRPr lang="en-US"/>
        </a:p>
      </dgm:t>
    </dgm:pt>
    <dgm:pt modelId="{22CAD18D-6160-4C31-9614-20FB91FAA69D}" type="sibTrans" cxnId="{70A05D75-C83D-46A4-86FD-18168E2CFCCF}">
      <dgm:prSet/>
      <dgm:spPr/>
      <dgm:t>
        <a:bodyPr/>
        <a:lstStyle/>
        <a:p>
          <a:endParaRPr lang="en-US"/>
        </a:p>
      </dgm:t>
    </dgm:pt>
    <dgm:pt modelId="{F0F2FAD8-81E0-40FE-B14A-AF2EE1FBED82}" type="pres">
      <dgm:prSet presAssocID="{2C85B6F1-6767-4C85-AFD8-326C4643F805}" presName="root" presStyleCnt="0">
        <dgm:presLayoutVars>
          <dgm:dir/>
          <dgm:resizeHandles val="exact"/>
        </dgm:presLayoutVars>
      </dgm:prSet>
      <dgm:spPr/>
    </dgm:pt>
    <dgm:pt modelId="{AE62F45C-E147-47C8-A25B-62034FE723F9}" type="pres">
      <dgm:prSet presAssocID="{9229F973-E472-4627-A597-E2E0ABEDC60F}" presName="compNode" presStyleCnt="0"/>
      <dgm:spPr/>
    </dgm:pt>
    <dgm:pt modelId="{1F95A252-77DE-47D7-8BF8-63D46E7CFD03}" type="pres">
      <dgm:prSet presAssocID="{9229F973-E472-4627-A597-E2E0ABEDC60F}" presName="bgRect" presStyleLbl="bgShp" presStyleIdx="0" presStyleCnt="6"/>
      <dgm:spPr/>
    </dgm:pt>
    <dgm:pt modelId="{E06A76C3-D2B6-47F5-BC9E-5471C7B26DB2}" type="pres">
      <dgm:prSet presAssocID="{9229F973-E472-4627-A597-E2E0ABEDC60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034E8588-1522-4A92-890F-631C7458D5EF}" type="pres">
      <dgm:prSet presAssocID="{9229F973-E472-4627-A597-E2E0ABEDC60F}" presName="spaceRect" presStyleCnt="0"/>
      <dgm:spPr/>
    </dgm:pt>
    <dgm:pt modelId="{DDAAAB91-7382-48E4-A161-F0CC3184FB2E}" type="pres">
      <dgm:prSet presAssocID="{9229F973-E472-4627-A597-E2E0ABEDC60F}" presName="parTx" presStyleLbl="revTx" presStyleIdx="0" presStyleCnt="7">
        <dgm:presLayoutVars>
          <dgm:chMax val="0"/>
          <dgm:chPref val="0"/>
        </dgm:presLayoutVars>
      </dgm:prSet>
      <dgm:spPr/>
    </dgm:pt>
    <dgm:pt modelId="{831F4D5D-E1E0-42A4-9CDB-6DFA8B458D00}" type="pres">
      <dgm:prSet presAssocID="{D692B0D9-389B-4A49-B26D-D922636C36AE}" presName="sibTrans" presStyleCnt="0"/>
      <dgm:spPr/>
    </dgm:pt>
    <dgm:pt modelId="{612C3B43-9D1A-493E-82DB-E20A6C41EF41}" type="pres">
      <dgm:prSet presAssocID="{E7CD9AF6-CB55-4F5B-ACCC-10B61F556F8E}" presName="compNode" presStyleCnt="0"/>
      <dgm:spPr/>
    </dgm:pt>
    <dgm:pt modelId="{1759783A-3048-45A9-A598-9AD1F6DBA733}" type="pres">
      <dgm:prSet presAssocID="{E7CD9AF6-CB55-4F5B-ACCC-10B61F556F8E}" presName="bgRect" presStyleLbl="bgShp" presStyleIdx="1" presStyleCnt="6"/>
      <dgm:spPr/>
    </dgm:pt>
    <dgm:pt modelId="{DF30353F-B131-4581-B1FA-1E8654162718}" type="pres">
      <dgm:prSet presAssocID="{E7CD9AF6-CB55-4F5B-ACCC-10B61F556F8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FB9F39A1-44CE-4A4F-AA35-1370ED8C5B44}" type="pres">
      <dgm:prSet presAssocID="{E7CD9AF6-CB55-4F5B-ACCC-10B61F556F8E}" presName="spaceRect" presStyleCnt="0"/>
      <dgm:spPr/>
    </dgm:pt>
    <dgm:pt modelId="{9D777CF9-DE40-404C-8266-4C23E10F1184}" type="pres">
      <dgm:prSet presAssocID="{E7CD9AF6-CB55-4F5B-ACCC-10B61F556F8E}" presName="parTx" presStyleLbl="revTx" presStyleIdx="1" presStyleCnt="7">
        <dgm:presLayoutVars>
          <dgm:chMax val="0"/>
          <dgm:chPref val="0"/>
        </dgm:presLayoutVars>
      </dgm:prSet>
      <dgm:spPr/>
    </dgm:pt>
    <dgm:pt modelId="{A7E7A854-B11B-4506-8719-7A634210F087}" type="pres">
      <dgm:prSet presAssocID="{2159FE51-82F3-4B41-B6CE-0C2874004CBF}" presName="sibTrans" presStyleCnt="0"/>
      <dgm:spPr/>
    </dgm:pt>
    <dgm:pt modelId="{6350AB44-005F-4C5C-8C89-2DA691E531E5}" type="pres">
      <dgm:prSet presAssocID="{C4BF7BF6-17D0-4EAB-A4BE-3BB7D384A097}" presName="compNode" presStyleCnt="0"/>
      <dgm:spPr/>
    </dgm:pt>
    <dgm:pt modelId="{4CD17430-F2FE-44AB-93CA-FDA8BCEED64B}" type="pres">
      <dgm:prSet presAssocID="{C4BF7BF6-17D0-4EAB-A4BE-3BB7D384A097}" presName="bgRect" presStyleLbl="bgShp" presStyleIdx="2" presStyleCnt="6"/>
      <dgm:spPr/>
    </dgm:pt>
    <dgm:pt modelId="{ABED0DC8-9744-4EF1-A2F5-A783B566182D}" type="pres">
      <dgm:prSet presAssocID="{C4BF7BF6-17D0-4EAB-A4BE-3BB7D384A09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945072F-ACF8-4F0F-903F-3C49D864389A}" type="pres">
      <dgm:prSet presAssocID="{C4BF7BF6-17D0-4EAB-A4BE-3BB7D384A097}" presName="spaceRect" presStyleCnt="0"/>
      <dgm:spPr/>
    </dgm:pt>
    <dgm:pt modelId="{DC23C7A3-89ED-48E1-932E-D397F17BBD11}" type="pres">
      <dgm:prSet presAssocID="{C4BF7BF6-17D0-4EAB-A4BE-3BB7D384A097}" presName="parTx" presStyleLbl="revTx" presStyleIdx="2" presStyleCnt="7">
        <dgm:presLayoutVars>
          <dgm:chMax val="0"/>
          <dgm:chPref val="0"/>
        </dgm:presLayoutVars>
      </dgm:prSet>
      <dgm:spPr/>
    </dgm:pt>
    <dgm:pt modelId="{9CC6FC5A-B5F4-4D8B-8497-833842CA6DED}" type="pres">
      <dgm:prSet presAssocID="{676C3070-6C8F-4E49-862E-1E5ADC7C1463}" presName="sibTrans" presStyleCnt="0"/>
      <dgm:spPr/>
    </dgm:pt>
    <dgm:pt modelId="{3E86E07E-32A0-43FC-8FDB-524CE6544440}" type="pres">
      <dgm:prSet presAssocID="{BC15AD7F-6524-487C-A507-09989EB80D95}" presName="compNode" presStyleCnt="0"/>
      <dgm:spPr/>
    </dgm:pt>
    <dgm:pt modelId="{95F3C624-F9C0-4F8C-BBAE-BDAA54B446F7}" type="pres">
      <dgm:prSet presAssocID="{BC15AD7F-6524-487C-A507-09989EB80D95}" presName="bgRect" presStyleLbl="bgShp" presStyleIdx="3" presStyleCnt="6"/>
      <dgm:spPr/>
    </dgm:pt>
    <dgm:pt modelId="{81B2CDD5-DCAF-4BE1-8DD3-6C03E8FB11A4}" type="pres">
      <dgm:prSet presAssocID="{BC15AD7F-6524-487C-A507-09989EB80D9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0C08704D-7FB4-45C9-97F1-30AE528ACA28}" type="pres">
      <dgm:prSet presAssocID="{BC15AD7F-6524-487C-A507-09989EB80D95}" presName="spaceRect" presStyleCnt="0"/>
      <dgm:spPr/>
    </dgm:pt>
    <dgm:pt modelId="{D0891AE4-E662-4404-A2E8-389EA1BA6F2A}" type="pres">
      <dgm:prSet presAssocID="{BC15AD7F-6524-487C-A507-09989EB80D95}" presName="parTx" presStyleLbl="revTx" presStyleIdx="3" presStyleCnt="7">
        <dgm:presLayoutVars>
          <dgm:chMax val="0"/>
          <dgm:chPref val="0"/>
        </dgm:presLayoutVars>
      </dgm:prSet>
      <dgm:spPr/>
    </dgm:pt>
    <dgm:pt modelId="{AA784D08-2ADE-45B3-8A6E-3DA12F585D66}" type="pres">
      <dgm:prSet presAssocID="{247DD4F9-072B-43D1-B3AA-F4BB307DA620}" presName="sibTrans" presStyleCnt="0"/>
      <dgm:spPr/>
    </dgm:pt>
    <dgm:pt modelId="{D8B3EE0A-F732-4A13-8527-206FA1EC9912}" type="pres">
      <dgm:prSet presAssocID="{AF21F192-E2BA-4A86-8CEA-0BFDDB067172}" presName="compNode" presStyleCnt="0"/>
      <dgm:spPr/>
    </dgm:pt>
    <dgm:pt modelId="{8E5AFB87-05B1-4195-84BC-D6B262003158}" type="pres">
      <dgm:prSet presAssocID="{AF21F192-E2BA-4A86-8CEA-0BFDDB067172}" presName="bgRect" presStyleLbl="bgShp" presStyleIdx="4" presStyleCnt="6"/>
      <dgm:spPr/>
    </dgm:pt>
    <dgm:pt modelId="{648B3688-644C-43E2-B258-274C919FFD7C}" type="pres">
      <dgm:prSet presAssocID="{AF21F192-E2BA-4A86-8CEA-0BFDDB06717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AC4DB79-E594-4D8C-BD25-14164340A9E5}" type="pres">
      <dgm:prSet presAssocID="{AF21F192-E2BA-4A86-8CEA-0BFDDB067172}" presName="spaceRect" presStyleCnt="0"/>
      <dgm:spPr/>
    </dgm:pt>
    <dgm:pt modelId="{17CBAC49-83DF-469F-8489-B37EAE3C364D}" type="pres">
      <dgm:prSet presAssocID="{AF21F192-E2BA-4A86-8CEA-0BFDDB067172}" presName="parTx" presStyleLbl="revTx" presStyleIdx="4" presStyleCnt="7">
        <dgm:presLayoutVars>
          <dgm:chMax val="0"/>
          <dgm:chPref val="0"/>
        </dgm:presLayoutVars>
      </dgm:prSet>
      <dgm:spPr/>
    </dgm:pt>
    <dgm:pt modelId="{6081CDF6-3A71-49E1-890E-7839FB666B55}" type="pres">
      <dgm:prSet presAssocID="{F835D539-D08C-4734-B134-835F83905C04}" presName="sibTrans" presStyleCnt="0"/>
      <dgm:spPr/>
    </dgm:pt>
    <dgm:pt modelId="{396868FA-6BB2-4A58-A3D6-58A57DA3E3EF}" type="pres">
      <dgm:prSet presAssocID="{FD66CA43-2D54-4255-A2FD-629921555D32}" presName="compNode" presStyleCnt="0"/>
      <dgm:spPr/>
    </dgm:pt>
    <dgm:pt modelId="{A0E23519-A50D-49FF-80BC-48CE8D45502A}" type="pres">
      <dgm:prSet presAssocID="{FD66CA43-2D54-4255-A2FD-629921555D32}" presName="bgRect" presStyleLbl="bgShp" presStyleIdx="5" presStyleCnt="6"/>
      <dgm:spPr/>
    </dgm:pt>
    <dgm:pt modelId="{49EB4E77-1F61-4921-9BCE-499AB3B3E5B6}" type="pres">
      <dgm:prSet presAssocID="{FD66CA43-2D54-4255-A2FD-629921555D3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ug"/>
        </a:ext>
      </dgm:extLst>
    </dgm:pt>
    <dgm:pt modelId="{772B2645-3302-408A-91F1-2C65B732F413}" type="pres">
      <dgm:prSet presAssocID="{FD66CA43-2D54-4255-A2FD-629921555D32}" presName="spaceRect" presStyleCnt="0"/>
      <dgm:spPr/>
    </dgm:pt>
    <dgm:pt modelId="{0625EDC1-3603-46CB-83B1-D283D7A1C575}" type="pres">
      <dgm:prSet presAssocID="{FD66CA43-2D54-4255-A2FD-629921555D32}" presName="parTx" presStyleLbl="revTx" presStyleIdx="5" presStyleCnt="7">
        <dgm:presLayoutVars>
          <dgm:chMax val="0"/>
          <dgm:chPref val="0"/>
        </dgm:presLayoutVars>
      </dgm:prSet>
      <dgm:spPr/>
    </dgm:pt>
    <dgm:pt modelId="{F2A721F2-4DEF-4D85-841D-AC7FDD27F9AF}" type="pres">
      <dgm:prSet presAssocID="{FD66CA43-2D54-4255-A2FD-629921555D32}" presName="desTx" presStyleLbl="revTx" presStyleIdx="6" presStyleCnt="7">
        <dgm:presLayoutVars/>
      </dgm:prSet>
      <dgm:spPr/>
    </dgm:pt>
  </dgm:ptLst>
  <dgm:cxnLst>
    <dgm:cxn modelId="{4AB6D70F-7820-4C21-87E4-F3361C1540AD}" srcId="{FD66CA43-2D54-4255-A2FD-629921555D32}" destId="{9D05F7B6-1FD3-45AD-832C-6508A794054A}" srcOrd="0" destOrd="0" parTransId="{1D553510-0F02-4A92-9C0F-6D82D21A88C8}" sibTransId="{082BC6D2-8B0E-4095-A3BC-09FBE82A70FD}"/>
    <dgm:cxn modelId="{077D4F16-DB50-4D31-A6AC-4E426B28E3B5}" srcId="{2C85B6F1-6767-4C85-AFD8-326C4643F805}" destId="{BC15AD7F-6524-487C-A507-09989EB80D95}" srcOrd="3" destOrd="0" parTransId="{668850E4-A08E-4692-B6BC-427E0C65018B}" sibTransId="{247DD4F9-072B-43D1-B3AA-F4BB307DA620}"/>
    <dgm:cxn modelId="{AE0FB524-16D2-4899-9F3B-06B65BBCBAF7}" type="presOf" srcId="{C4BF7BF6-17D0-4EAB-A4BE-3BB7D384A097}" destId="{DC23C7A3-89ED-48E1-932E-D397F17BBD11}" srcOrd="0" destOrd="0" presId="urn:microsoft.com/office/officeart/2018/2/layout/IconVerticalSolidList"/>
    <dgm:cxn modelId="{E6C9BA2B-D74B-4A7D-97C8-73247F5D983C}" srcId="{2C85B6F1-6767-4C85-AFD8-326C4643F805}" destId="{AF21F192-E2BA-4A86-8CEA-0BFDDB067172}" srcOrd="4" destOrd="0" parTransId="{EA97B845-F9C3-45E2-A349-28B0E237A006}" sibTransId="{F835D539-D08C-4734-B134-835F83905C04}"/>
    <dgm:cxn modelId="{4FBFC231-6ADC-4C34-8EB1-A5BED30F4275}" type="presOf" srcId="{9D05F7B6-1FD3-45AD-832C-6508A794054A}" destId="{F2A721F2-4DEF-4D85-841D-AC7FDD27F9AF}" srcOrd="0" destOrd="0" presId="urn:microsoft.com/office/officeart/2018/2/layout/IconVerticalSolidList"/>
    <dgm:cxn modelId="{43059F3F-8D24-44F3-9205-198A024C0A32}" srcId="{2C85B6F1-6767-4C85-AFD8-326C4643F805}" destId="{E7CD9AF6-CB55-4F5B-ACCC-10B61F556F8E}" srcOrd="1" destOrd="0" parTransId="{41DD54D7-783E-4FF0-91F9-AD21290C2654}" sibTransId="{2159FE51-82F3-4B41-B6CE-0C2874004CBF}"/>
    <dgm:cxn modelId="{4EAC7A61-D1BB-41A1-9529-0E3A7C14D26C}" srcId="{2C85B6F1-6767-4C85-AFD8-326C4643F805}" destId="{C4BF7BF6-17D0-4EAB-A4BE-3BB7D384A097}" srcOrd="2" destOrd="0" parTransId="{F088AFDA-3018-4906-A2E9-586FB3B1E4B9}" sibTransId="{676C3070-6C8F-4E49-862E-1E5ADC7C1463}"/>
    <dgm:cxn modelId="{D3433767-55E7-4AF8-9225-3596DAA38F65}" type="presOf" srcId="{2C85B6F1-6767-4C85-AFD8-326C4643F805}" destId="{F0F2FAD8-81E0-40FE-B14A-AF2EE1FBED82}" srcOrd="0" destOrd="0" presId="urn:microsoft.com/office/officeart/2018/2/layout/IconVerticalSolidList"/>
    <dgm:cxn modelId="{9C041F4A-F0F9-46D5-8527-90FE6075A0C1}" srcId="{2C85B6F1-6767-4C85-AFD8-326C4643F805}" destId="{FD66CA43-2D54-4255-A2FD-629921555D32}" srcOrd="5" destOrd="0" parTransId="{BEF521FA-B184-4EC6-AE8F-337877D1028F}" sibTransId="{782BC8BE-EEC2-45E2-A6D6-8433A9FF4586}"/>
    <dgm:cxn modelId="{1258D674-A0A7-4AE2-A858-4FFC321F0F05}" srcId="{2C85B6F1-6767-4C85-AFD8-326C4643F805}" destId="{9229F973-E472-4627-A597-E2E0ABEDC60F}" srcOrd="0" destOrd="0" parTransId="{CAF81309-78E4-4CF1-B300-C8D8D46009D6}" sibTransId="{D692B0D9-389B-4A49-B26D-D922636C36AE}"/>
    <dgm:cxn modelId="{70A05D75-C83D-46A4-86FD-18168E2CFCCF}" srcId="{FD66CA43-2D54-4255-A2FD-629921555D32}" destId="{1724A1A3-6A83-43C6-AFE7-00ABD530C84A}" srcOrd="1" destOrd="0" parTransId="{F6F24C07-DD3F-464C-BCFD-59A051CB860D}" sibTransId="{22CAD18D-6160-4C31-9614-20FB91FAA69D}"/>
    <dgm:cxn modelId="{D3E08176-7DC9-431C-861E-38322C71B4AF}" type="presOf" srcId="{BC15AD7F-6524-487C-A507-09989EB80D95}" destId="{D0891AE4-E662-4404-A2E8-389EA1BA6F2A}" srcOrd="0" destOrd="0" presId="urn:microsoft.com/office/officeart/2018/2/layout/IconVerticalSolidList"/>
    <dgm:cxn modelId="{688B8A57-AEB5-4899-9529-10659763D10F}" type="presOf" srcId="{1724A1A3-6A83-43C6-AFE7-00ABD530C84A}" destId="{F2A721F2-4DEF-4D85-841D-AC7FDD27F9AF}" srcOrd="0" destOrd="1" presId="urn:microsoft.com/office/officeart/2018/2/layout/IconVerticalSolidList"/>
    <dgm:cxn modelId="{C5FBD37B-547E-47CE-99FE-20D38A2D6157}" type="presOf" srcId="{AF21F192-E2BA-4A86-8CEA-0BFDDB067172}" destId="{17CBAC49-83DF-469F-8489-B37EAE3C364D}" srcOrd="0" destOrd="0" presId="urn:microsoft.com/office/officeart/2018/2/layout/IconVerticalSolidList"/>
    <dgm:cxn modelId="{FF7B3EA5-2E84-4D00-B3C6-9032EBC5B38C}" type="presOf" srcId="{E7CD9AF6-CB55-4F5B-ACCC-10B61F556F8E}" destId="{9D777CF9-DE40-404C-8266-4C23E10F1184}" srcOrd="0" destOrd="0" presId="urn:microsoft.com/office/officeart/2018/2/layout/IconVerticalSolidList"/>
    <dgm:cxn modelId="{8A9B7EBC-DB25-4CD2-A007-D217C3AC40BA}" type="presOf" srcId="{9229F973-E472-4627-A597-E2E0ABEDC60F}" destId="{DDAAAB91-7382-48E4-A161-F0CC3184FB2E}" srcOrd="0" destOrd="0" presId="urn:microsoft.com/office/officeart/2018/2/layout/IconVerticalSolidList"/>
    <dgm:cxn modelId="{AF7F1DD7-287D-4324-90CA-8544DF319B93}" type="presOf" srcId="{FD66CA43-2D54-4255-A2FD-629921555D32}" destId="{0625EDC1-3603-46CB-83B1-D283D7A1C575}" srcOrd="0" destOrd="0" presId="urn:microsoft.com/office/officeart/2018/2/layout/IconVerticalSolidList"/>
    <dgm:cxn modelId="{89195181-2711-4C6A-A66F-5358D7601FF9}" type="presParOf" srcId="{F0F2FAD8-81E0-40FE-B14A-AF2EE1FBED82}" destId="{AE62F45C-E147-47C8-A25B-62034FE723F9}" srcOrd="0" destOrd="0" presId="urn:microsoft.com/office/officeart/2018/2/layout/IconVerticalSolidList"/>
    <dgm:cxn modelId="{33783B10-9C1D-4BF2-8E5F-323A9A725573}" type="presParOf" srcId="{AE62F45C-E147-47C8-A25B-62034FE723F9}" destId="{1F95A252-77DE-47D7-8BF8-63D46E7CFD03}" srcOrd="0" destOrd="0" presId="urn:microsoft.com/office/officeart/2018/2/layout/IconVerticalSolidList"/>
    <dgm:cxn modelId="{4053E419-85B6-4CAA-B315-898F978C7D02}" type="presParOf" srcId="{AE62F45C-E147-47C8-A25B-62034FE723F9}" destId="{E06A76C3-D2B6-47F5-BC9E-5471C7B26DB2}" srcOrd="1" destOrd="0" presId="urn:microsoft.com/office/officeart/2018/2/layout/IconVerticalSolidList"/>
    <dgm:cxn modelId="{44105885-4EB4-4DD2-BCA4-7A0030DBBF4C}" type="presParOf" srcId="{AE62F45C-E147-47C8-A25B-62034FE723F9}" destId="{034E8588-1522-4A92-890F-631C7458D5EF}" srcOrd="2" destOrd="0" presId="urn:microsoft.com/office/officeart/2018/2/layout/IconVerticalSolidList"/>
    <dgm:cxn modelId="{8CC70619-C649-40B2-8288-67BCA6631042}" type="presParOf" srcId="{AE62F45C-E147-47C8-A25B-62034FE723F9}" destId="{DDAAAB91-7382-48E4-A161-F0CC3184FB2E}" srcOrd="3" destOrd="0" presId="urn:microsoft.com/office/officeart/2018/2/layout/IconVerticalSolidList"/>
    <dgm:cxn modelId="{CB7D2F69-A6DE-4EAB-B82B-34E621231036}" type="presParOf" srcId="{F0F2FAD8-81E0-40FE-B14A-AF2EE1FBED82}" destId="{831F4D5D-E1E0-42A4-9CDB-6DFA8B458D00}" srcOrd="1" destOrd="0" presId="urn:microsoft.com/office/officeart/2018/2/layout/IconVerticalSolidList"/>
    <dgm:cxn modelId="{35C39A08-7475-4188-8C87-25F3900FBDCA}" type="presParOf" srcId="{F0F2FAD8-81E0-40FE-B14A-AF2EE1FBED82}" destId="{612C3B43-9D1A-493E-82DB-E20A6C41EF41}" srcOrd="2" destOrd="0" presId="urn:microsoft.com/office/officeart/2018/2/layout/IconVerticalSolidList"/>
    <dgm:cxn modelId="{690431AB-5D69-46A9-9F4A-A5088E41C3EC}" type="presParOf" srcId="{612C3B43-9D1A-493E-82DB-E20A6C41EF41}" destId="{1759783A-3048-45A9-A598-9AD1F6DBA733}" srcOrd="0" destOrd="0" presId="urn:microsoft.com/office/officeart/2018/2/layout/IconVerticalSolidList"/>
    <dgm:cxn modelId="{1264955C-C623-44B8-A836-960F554875A4}" type="presParOf" srcId="{612C3B43-9D1A-493E-82DB-E20A6C41EF41}" destId="{DF30353F-B131-4581-B1FA-1E8654162718}" srcOrd="1" destOrd="0" presId="urn:microsoft.com/office/officeart/2018/2/layout/IconVerticalSolidList"/>
    <dgm:cxn modelId="{6289DDBF-CB56-4AFE-8417-DE8FB1C554FC}" type="presParOf" srcId="{612C3B43-9D1A-493E-82DB-E20A6C41EF41}" destId="{FB9F39A1-44CE-4A4F-AA35-1370ED8C5B44}" srcOrd="2" destOrd="0" presId="urn:microsoft.com/office/officeart/2018/2/layout/IconVerticalSolidList"/>
    <dgm:cxn modelId="{60C2FC9F-01F8-49FF-AB76-1DD3D9B04FD8}" type="presParOf" srcId="{612C3B43-9D1A-493E-82DB-E20A6C41EF41}" destId="{9D777CF9-DE40-404C-8266-4C23E10F1184}" srcOrd="3" destOrd="0" presId="urn:microsoft.com/office/officeart/2018/2/layout/IconVerticalSolidList"/>
    <dgm:cxn modelId="{BAAE18C1-5DE4-41DC-89E9-F94209994705}" type="presParOf" srcId="{F0F2FAD8-81E0-40FE-B14A-AF2EE1FBED82}" destId="{A7E7A854-B11B-4506-8719-7A634210F087}" srcOrd="3" destOrd="0" presId="urn:microsoft.com/office/officeart/2018/2/layout/IconVerticalSolidList"/>
    <dgm:cxn modelId="{DAE2DE28-4CCB-4B0E-8EEA-2A4BB5E12F95}" type="presParOf" srcId="{F0F2FAD8-81E0-40FE-B14A-AF2EE1FBED82}" destId="{6350AB44-005F-4C5C-8C89-2DA691E531E5}" srcOrd="4" destOrd="0" presId="urn:microsoft.com/office/officeart/2018/2/layout/IconVerticalSolidList"/>
    <dgm:cxn modelId="{072FB789-DC3C-42E0-A5BE-7683DCE78156}" type="presParOf" srcId="{6350AB44-005F-4C5C-8C89-2DA691E531E5}" destId="{4CD17430-F2FE-44AB-93CA-FDA8BCEED64B}" srcOrd="0" destOrd="0" presId="urn:microsoft.com/office/officeart/2018/2/layout/IconVerticalSolidList"/>
    <dgm:cxn modelId="{C04C4678-8C59-47A3-B5DE-3AEE1D21EED6}" type="presParOf" srcId="{6350AB44-005F-4C5C-8C89-2DA691E531E5}" destId="{ABED0DC8-9744-4EF1-A2F5-A783B566182D}" srcOrd="1" destOrd="0" presId="urn:microsoft.com/office/officeart/2018/2/layout/IconVerticalSolidList"/>
    <dgm:cxn modelId="{411C13E3-C5C1-410A-8C90-B70020FCA1C0}" type="presParOf" srcId="{6350AB44-005F-4C5C-8C89-2DA691E531E5}" destId="{C945072F-ACF8-4F0F-903F-3C49D864389A}" srcOrd="2" destOrd="0" presId="urn:microsoft.com/office/officeart/2018/2/layout/IconVerticalSolidList"/>
    <dgm:cxn modelId="{1EAEE697-C737-4F11-ADBA-35BBA07A5968}" type="presParOf" srcId="{6350AB44-005F-4C5C-8C89-2DA691E531E5}" destId="{DC23C7A3-89ED-48E1-932E-D397F17BBD11}" srcOrd="3" destOrd="0" presId="urn:microsoft.com/office/officeart/2018/2/layout/IconVerticalSolidList"/>
    <dgm:cxn modelId="{A368D2BB-DC48-4F11-BD3F-4D7E6BBEA82D}" type="presParOf" srcId="{F0F2FAD8-81E0-40FE-B14A-AF2EE1FBED82}" destId="{9CC6FC5A-B5F4-4D8B-8497-833842CA6DED}" srcOrd="5" destOrd="0" presId="urn:microsoft.com/office/officeart/2018/2/layout/IconVerticalSolidList"/>
    <dgm:cxn modelId="{23298FAA-8AB7-476D-ACF3-0A8782366F43}" type="presParOf" srcId="{F0F2FAD8-81E0-40FE-B14A-AF2EE1FBED82}" destId="{3E86E07E-32A0-43FC-8FDB-524CE6544440}" srcOrd="6" destOrd="0" presId="urn:microsoft.com/office/officeart/2018/2/layout/IconVerticalSolidList"/>
    <dgm:cxn modelId="{4B8CC4DD-9097-4C01-9731-D43D36D6CCBE}" type="presParOf" srcId="{3E86E07E-32A0-43FC-8FDB-524CE6544440}" destId="{95F3C624-F9C0-4F8C-BBAE-BDAA54B446F7}" srcOrd="0" destOrd="0" presId="urn:microsoft.com/office/officeart/2018/2/layout/IconVerticalSolidList"/>
    <dgm:cxn modelId="{223AC0D4-DEEB-4621-A56C-252AC89210AF}" type="presParOf" srcId="{3E86E07E-32A0-43FC-8FDB-524CE6544440}" destId="{81B2CDD5-DCAF-4BE1-8DD3-6C03E8FB11A4}" srcOrd="1" destOrd="0" presId="urn:microsoft.com/office/officeart/2018/2/layout/IconVerticalSolidList"/>
    <dgm:cxn modelId="{F51D2E3C-F1AC-46AB-B2F9-B37EEA9A715D}" type="presParOf" srcId="{3E86E07E-32A0-43FC-8FDB-524CE6544440}" destId="{0C08704D-7FB4-45C9-97F1-30AE528ACA28}" srcOrd="2" destOrd="0" presId="urn:microsoft.com/office/officeart/2018/2/layout/IconVerticalSolidList"/>
    <dgm:cxn modelId="{8509B0F1-BF7C-43BA-B360-FD2E8C504B44}" type="presParOf" srcId="{3E86E07E-32A0-43FC-8FDB-524CE6544440}" destId="{D0891AE4-E662-4404-A2E8-389EA1BA6F2A}" srcOrd="3" destOrd="0" presId="urn:microsoft.com/office/officeart/2018/2/layout/IconVerticalSolidList"/>
    <dgm:cxn modelId="{73A867BC-304D-4555-A59B-0F6E88FC0BB5}" type="presParOf" srcId="{F0F2FAD8-81E0-40FE-B14A-AF2EE1FBED82}" destId="{AA784D08-2ADE-45B3-8A6E-3DA12F585D66}" srcOrd="7" destOrd="0" presId="urn:microsoft.com/office/officeart/2018/2/layout/IconVerticalSolidList"/>
    <dgm:cxn modelId="{7F87B08E-5858-4736-A229-CD1E70AB1A7E}" type="presParOf" srcId="{F0F2FAD8-81E0-40FE-B14A-AF2EE1FBED82}" destId="{D8B3EE0A-F732-4A13-8527-206FA1EC9912}" srcOrd="8" destOrd="0" presId="urn:microsoft.com/office/officeart/2018/2/layout/IconVerticalSolidList"/>
    <dgm:cxn modelId="{336E1FC9-74AE-4FF5-B269-8747B2651534}" type="presParOf" srcId="{D8B3EE0A-F732-4A13-8527-206FA1EC9912}" destId="{8E5AFB87-05B1-4195-84BC-D6B262003158}" srcOrd="0" destOrd="0" presId="urn:microsoft.com/office/officeart/2018/2/layout/IconVerticalSolidList"/>
    <dgm:cxn modelId="{7E884E11-D192-4DF9-AC59-0CE422BBCDA0}" type="presParOf" srcId="{D8B3EE0A-F732-4A13-8527-206FA1EC9912}" destId="{648B3688-644C-43E2-B258-274C919FFD7C}" srcOrd="1" destOrd="0" presId="urn:microsoft.com/office/officeart/2018/2/layout/IconVerticalSolidList"/>
    <dgm:cxn modelId="{0CAE958E-8B5F-43F4-99BA-BF141B44B404}" type="presParOf" srcId="{D8B3EE0A-F732-4A13-8527-206FA1EC9912}" destId="{3AC4DB79-E594-4D8C-BD25-14164340A9E5}" srcOrd="2" destOrd="0" presId="urn:microsoft.com/office/officeart/2018/2/layout/IconVerticalSolidList"/>
    <dgm:cxn modelId="{3D949D65-7987-4F6C-87AD-27B0F44BD861}" type="presParOf" srcId="{D8B3EE0A-F732-4A13-8527-206FA1EC9912}" destId="{17CBAC49-83DF-469F-8489-B37EAE3C364D}" srcOrd="3" destOrd="0" presId="urn:microsoft.com/office/officeart/2018/2/layout/IconVerticalSolidList"/>
    <dgm:cxn modelId="{76C93A2D-66B6-40C1-8E8F-AE8A8B87AF87}" type="presParOf" srcId="{F0F2FAD8-81E0-40FE-B14A-AF2EE1FBED82}" destId="{6081CDF6-3A71-49E1-890E-7839FB666B55}" srcOrd="9" destOrd="0" presId="urn:microsoft.com/office/officeart/2018/2/layout/IconVerticalSolidList"/>
    <dgm:cxn modelId="{704FD940-A2CD-49D4-B8B6-459F1FFABE62}" type="presParOf" srcId="{F0F2FAD8-81E0-40FE-B14A-AF2EE1FBED82}" destId="{396868FA-6BB2-4A58-A3D6-58A57DA3E3EF}" srcOrd="10" destOrd="0" presId="urn:microsoft.com/office/officeart/2018/2/layout/IconVerticalSolidList"/>
    <dgm:cxn modelId="{3B044440-AF30-48BC-951D-07EF6D4A06AA}" type="presParOf" srcId="{396868FA-6BB2-4A58-A3D6-58A57DA3E3EF}" destId="{A0E23519-A50D-49FF-80BC-48CE8D45502A}" srcOrd="0" destOrd="0" presId="urn:microsoft.com/office/officeart/2018/2/layout/IconVerticalSolidList"/>
    <dgm:cxn modelId="{2C5F6548-5F36-402B-AB33-F0DB7E2BA670}" type="presParOf" srcId="{396868FA-6BB2-4A58-A3D6-58A57DA3E3EF}" destId="{49EB4E77-1F61-4921-9BCE-499AB3B3E5B6}" srcOrd="1" destOrd="0" presId="urn:microsoft.com/office/officeart/2018/2/layout/IconVerticalSolidList"/>
    <dgm:cxn modelId="{5374654F-F309-4395-BAF7-5230D2455956}" type="presParOf" srcId="{396868FA-6BB2-4A58-A3D6-58A57DA3E3EF}" destId="{772B2645-3302-408A-91F1-2C65B732F413}" srcOrd="2" destOrd="0" presId="urn:microsoft.com/office/officeart/2018/2/layout/IconVerticalSolidList"/>
    <dgm:cxn modelId="{35BDE363-9235-4746-972D-FBB883EEFE7D}" type="presParOf" srcId="{396868FA-6BB2-4A58-A3D6-58A57DA3E3EF}" destId="{0625EDC1-3603-46CB-83B1-D283D7A1C575}" srcOrd="3" destOrd="0" presId="urn:microsoft.com/office/officeart/2018/2/layout/IconVerticalSolidList"/>
    <dgm:cxn modelId="{6A709F56-C750-4861-AFB6-0BB37C88003C}" type="presParOf" srcId="{396868FA-6BB2-4A58-A3D6-58A57DA3E3EF}" destId="{F2A721F2-4DEF-4D85-841D-AC7FDD27F9A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B60F89-99E5-4652-88A1-AFAA227273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CF3B411-9C59-4A20-ABB8-C6B0D8DDF390}">
      <dgm:prSet custT="1"/>
      <dgm:spPr/>
      <dgm:t>
        <a:bodyPr/>
        <a:lstStyle/>
        <a:p>
          <a:r>
            <a:rPr lang="en-US" sz="1700" b="0" i="0" baseline="0" dirty="0"/>
            <a:t>Web serving and content management.</a:t>
          </a:r>
          <a:endParaRPr lang="en-US" sz="1700" dirty="0"/>
        </a:p>
      </dgm:t>
    </dgm:pt>
    <dgm:pt modelId="{2D2F38CF-85F4-47C2-A45B-06B763BFCF90}" type="parTrans" cxnId="{F4F161F0-BC11-4C07-A70C-5FE82DDF7B50}">
      <dgm:prSet/>
      <dgm:spPr/>
      <dgm:t>
        <a:bodyPr/>
        <a:lstStyle/>
        <a:p>
          <a:endParaRPr lang="en-US"/>
        </a:p>
      </dgm:t>
    </dgm:pt>
    <dgm:pt modelId="{B9D83989-1BCE-4435-9923-2E65EE71A542}" type="sibTrans" cxnId="{F4F161F0-BC11-4C07-A70C-5FE82DDF7B50}">
      <dgm:prSet/>
      <dgm:spPr/>
      <dgm:t>
        <a:bodyPr/>
        <a:lstStyle/>
        <a:p>
          <a:endParaRPr lang="en-US"/>
        </a:p>
      </dgm:t>
    </dgm:pt>
    <dgm:pt modelId="{C6935764-12D8-43FA-A4F3-2A4649A235DC}">
      <dgm:prSet custT="1"/>
      <dgm:spPr/>
      <dgm:t>
        <a:bodyPr/>
        <a:lstStyle/>
        <a:p>
          <a:r>
            <a:rPr lang="en-US" sz="1700" b="0" i="0" baseline="0" dirty="0"/>
            <a:t>Shared home directories for users or apps.</a:t>
          </a:r>
          <a:endParaRPr lang="en-US" sz="1700" dirty="0"/>
        </a:p>
      </dgm:t>
    </dgm:pt>
    <dgm:pt modelId="{F815D6AB-6308-42C8-8F52-F03FC08B801E}" type="parTrans" cxnId="{4E73B451-1D80-41F1-9424-90005136BB5F}">
      <dgm:prSet/>
      <dgm:spPr/>
      <dgm:t>
        <a:bodyPr/>
        <a:lstStyle/>
        <a:p>
          <a:endParaRPr lang="en-US"/>
        </a:p>
      </dgm:t>
    </dgm:pt>
    <dgm:pt modelId="{3715BCD8-6145-4CCD-B0CE-ECEFA1427CCE}" type="sibTrans" cxnId="{4E73B451-1D80-41F1-9424-90005136BB5F}">
      <dgm:prSet/>
      <dgm:spPr/>
      <dgm:t>
        <a:bodyPr/>
        <a:lstStyle/>
        <a:p>
          <a:endParaRPr lang="en-US"/>
        </a:p>
      </dgm:t>
    </dgm:pt>
    <dgm:pt modelId="{C1B1C583-687A-4CE8-B951-21E7EF932939}">
      <dgm:prSet custT="1"/>
      <dgm:spPr/>
      <dgm:t>
        <a:bodyPr/>
        <a:lstStyle/>
        <a:p>
          <a:r>
            <a:rPr lang="en-US" sz="1700" b="0" i="0" baseline="0"/>
            <a:t>Container storage with ECS/EKS.</a:t>
          </a:r>
          <a:endParaRPr lang="en-US" sz="1700"/>
        </a:p>
      </dgm:t>
    </dgm:pt>
    <dgm:pt modelId="{93DDEC4E-9B49-44B7-8691-0CC4F49AAEB8}" type="parTrans" cxnId="{4E5181B5-ABCD-45D0-814A-DE48D963D4DB}">
      <dgm:prSet/>
      <dgm:spPr/>
      <dgm:t>
        <a:bodyPr/>
        <a:lstStyle/>
        <a:p>
          <a:endParaRPr lang="en-US"/>
        </a:p>
      </dgm:t>
    </dgm:pt>
    <dgm:pt modelId="{ED5FBC69-F18B-4993-AE1D-17F0659C300A}" type="sibTrans" cxnId="{4E5181B5-ABCD-45D0-814A-DE48D963D4DB}">
      <dgm:prSet/>
      <dgm:spPr/>
      <dgm:t>
        <a:bodyPr/>
        <a:lstStyle/>
        <a:p>
          <a:endParaRPr lang="en-US"/>
        </a:p>
      </dgm:t>
    </dgm:pt>
    <dgm:pt modelId="{F58A22DB-82CC-449A-A375-8C351C127FEC}">
      <dgm:prSet custT="1"/>
      <dgm:spPr/>
      <dgm:t>
        <a:bodyPr/>
        <a:lstStyle/>
        <a:p>
          <a:r>
            <a:rPr lang="en-US" sz="1700" b="0" i="0" baseline="0"/>
            <a:t>Big data analytics and machine learning training data.</a:t>
          </a:r>
          <a:endParaRPr lang="en-US" sz="1700"/>
        </a:p>
      </dgm:t>
    </dgm:pt>
    <dgm:pt modelId="{F252B406-E389-4C79-9B29-D074BE346337}" type="parTrans" cxnId="{72B3B8B8-6EFC-4BA0-BA15-47AE6D7B82CA}">
      <dgm:prSet/>
      <dgm:spPr/>
      <dgm:t>
        <a:bodyPr/>
        <a:lstStyle/>
        <a:p>
          <a:endParaRPr lang="en-US"/>
        </a:p>
      </dgm:t>
    </dgm:pt>
    <dgm:pt modelId="{51D79F60-21FF-4257-8728-55D47D7624B5}" type="sibTrans" cxnId="{72B3B8B8-6EFC-4BA0-BA15-47AE6D7B82CA}">
      <dgm:prSet/>
      <dgm:spPr/>
      <dgm:t>
        <a:bodyPr/>
        <a:lstStyle/>
        <a:p>
          <a:endParaRPr lang="en-US"/>
        </a:p>
      </dgm:t>
    </dgm:pt>
    <dgm:pt modelId="{2251DAF4-0437-4B2C-A141-1B01438C6F5E}">
      <dgm:prSet custT="1"/>
      <dgm:spPr/>
      <dgm:t>
        <a:bodyPr/>
        <a:lstStyle/>
        <a:p>
          <a:r>
            <a:rPr lang="en-US" sz="1700" b="0" i="0" baseline="0" dirty="0"/>
            <a:t>Backup and recovery storage.</a:t>
          </a:r>
          <a:endParaRPr lang="en-US" sz="1700" dirty="0"/>
        </a:p>
      </dgm:t>
    </dgm:pt>
    <dgm:pt modelId="{113B75D3-D7A3-492C-947C-4E7F802409EC}" type="parTrans" cxnId="{58582B4A-030C-4B75-95A2-539AEFE80CA9}">
      <dgm:prSet/>
      <dgm:spPr/>
      <dgm:t>
        <a:bodyPr/>
        <a:lstStyle/>
        <a:p>
          <a:endParaRPr lang="en-US"/>
        </a:p>
      </dgm:t>
    </dgm:pt>
    <dgm:pt modelId="{2B69C87E-6754-4D2E-889E-1807BC2500A9}" type="sibTrans" cxnId="{58582B4A-030C-4B75-95A2-539AEFE80CA9}">
      <dgm:prSet/>
      <dgm:spPr/>
      <dgm:t>
        <a:bodyPr/>
        <a:lstStyle/>
        <a:p>
          <a:endParaRPr lang="en-US"/>
        </a:p>
      </dgm:t>
    </dgm:pt>
    <dgm:pt modelId="{33D9D8D5-D028-40A5-ADC5-B51CB561C9F7}" type="pres">
      <dgm:prSet presAssocID="{27B60F89-99E5-4652-88A1-AFAA2272736A}" presName="root" presStyleCnt="0">
        <dgm:presLayoutVars>
          <dgm:dir/>
          <dgm:resizeHandles val="exact"/>
        </dgm:presLayoutVars>
      </dgm:prSet>
      <dgm:spPr/>
    </dgm:pt>
    <dgm:pt modelId="{3C91CB65-EA67-483B-8993-E217B19D072D}" type="pres">
      <dgm:prSet presAssocID="{FCF3B411-9C59-4A20-ABB8-C6B0D8DDF390}" presName="compNode" presStyleCnt="0"/>
      <dgm:spPr/>
    </dgm:pt>
    <dgm:pt modelId="{6D6B4485-AE24-4CCB-BF1C-389C137C3B8A}" type="pres">
      <dgm:prSet presAssocID="{FCF3B411-9C59-4A20-ABB8-C6B0D8DDF390}" presName="bgRect" presStyleLbl="bgShp" presStyleIdx="0" presStyleCnt="5"/>
      <dgm:spPr/>
    </dgm:pt>
    <dgm:pt modelId="{EC9E54C7-1C7A-4555-9EBB-B4573B58EC34}" type="pres">
      <dgm:prSet presAssocID="{FCF3B411-9C59-4A20-ABB8-C6B0D8DDF3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6A1DEE6-9074-4E64-A669-832C084F11D9}" type="pres">
      <dgm:prSet presAssocID="{FCF3B411-9C59-4A20-ABB8-C6B0D8DDF390}" presName="spaceRect" presStyleCnt="0"/>
      <dgm:spPr/>
    </dgm:pt>
    <dgm:pt modelId="{6BD392D0-12ED-48E0-9194-85C5598011F8}" type="pres">
      <dgm:prSet presAssocID="{FCF3B411-9C59-4A20-ABB8-C6B0D8DDF390}" presName="parTx" presStyleLbl="revTx" presStyleIdx="0" presStyleCnt="5">
        <dgm:presLayoutVars>
          <dgm:chMax val="0"/>
          <dgm:chPref val="0"/>
        </dgm:presLayoutVars>
      </dgm:prSet>
      <dgm:spPr/>
    </dgm:pt>
    <dgm:pt modelId="{F859DD9E-E2D7-4BFF-B1E1-586C38A2D98C}" type="pres">
      <dgm:prSet presAssocID="{B9D83989-1BCE-4435-9923-2E65EE71A542}" presName="sibTrans" presStyleCnt="0"/>
      <dgm:spPr/>
    </dgm:pt>
    <dgm:pt modelId="{F69C0B08-198E-4F54-A06F-F51F94ED7C88}" type="pres">
      <dgm:prSet presAssocID="{C6935764-12D8-43FA-A4F3-2A4649A235DC}" presName="compNode" presStyleCnt="0"/>
      <dgm:spPr/>
    </dgm:pt>
    <dgm:pt modelId="{D2244BD4-C5EB-4D5B-96B3-FC5B5FBA5E1C}" type="pres">
      <dgm:prSet presAssocID="{C6935764-12D8-43FA-A4F3-2A4649A235DC}" presName="bgRect" presStyleLbl="bgShp" presStyleIdx="1" presStyleCnt="5"/>
      <dgm:spPr/>
    </dgm:pt>
    <dgm:pt modelId="{D698F93C-BDAE-4F15-8C98-DCC9171DF910}" type="pres">
      <dgm:prSet presAssocID="{C6935764-12D8-43FA-A4F3-2A4649A235D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68917E53-F0F1-4097-8134-7B48A598373A}" type="pres">
      <dgm:prSet presAssocID="{C6935764-12D8-43FA-A4F3-2A4649A235DC}" presName="spaceRect" presStyleCnt="0"/>
      <dgm:spPr/>
    </dgm:pt>
    <dgm:pt modelId="{33E95FF0-9C40-4EC4-8E02-4125B0D15A78}" type="pres">
      <dgm:prSet presAssocID="{C6935764-12D8-43FA-A4F3-2A4649A235DC}" presName="parTx" presStyleLbl="revTx" presStyleIdx="1" presStyleCnt="5">
        <dgm:presLayoutVars>
          <dgm:chMax val="0"/>
          <dgm:chPref val="0"/>
        </dgm:presLayoutVars>
      </dgm:prSet>
      <dgm:spPr/>
    </dgm:pt>
    <dgm:pt modelId="{E8D6EC60-DADE-4DF5-9415-FD8F8192995C}" type="pres">
      <dgm:prSet presAssocID="{3715BCD8-6145-4CCD-B0CE-ECEFA1427CCE}" presName="sibTrans" presStyleCnt="0"/>
      <dgm:spPr/>
    </dgm:pt>
    <dgm:pt modelId="{BF6FFD1F-ADBD-49D3-813D-799F2334FE39}" type="pres">
      <dgm:prSet presAssocID="{C1B1C583-687A-4CE8-B951-21E7EF932939}" presName="compNode" presStyleCnt="0"/>
      <dgm:spPr/>
    </dgm:pt>
    <dgm:pt modelId="{2839830B-A491-4343-8701-05430BBB94E2}" type="pres">
      <dgm:prSet presAssocID="{C1B1C583-687A-4CE8-B951-21E7EF932939}" presName="bgRect" presStyleLbl="bgShp" presStyleIdx="2" presStyleCnt="5"/>
      <dgm:spPr/>
    </dgm:pt>
    <dgm:pt modelId="{36CEEF85-4D6C-4661-A856-BC8764BD287C}" type="pres">
      <dgm:prSet presAssocID="{C1B1C583-687A-4CE8-B951-21E7EF93293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063D5D0-D6F3-4AA6-8A7D-829950BC157A}" type="pres">
      <dgm:prSet presAssocID="{C1B1C583-687A-4CE8-B951-21E7EF932939}" presName="spaceRect" presStyleCnt="0"/>
      <dgm:spPr/>
    </dgm:pt>
    <dgm:pt modelId="{DA1354B8-FE02-401A-9598-0B0DE11CF229}" type="pres">
      <dgm:prSet presAssocID="{C1B1C583-687A-4CE8-B951-21E7EF932939}" presName="parTx" presStyleLbl="revTx" presStyleIdx="2" presStyleCnt="5">
        <dgm:presLayoutVars>
          <dgm:chMax val="0"/>
          <dgm:chPref val="0"/>
        </dgm:presLayoutVars>
      </dgm:prSet>
      <dgm:spPr/>
    </dgm:pt>
    <dgm:pt modelId="{F9A3126E-02B6-4BC7-B69B-DB312A616452}" type="pres">
      <dgm:prSet presAssocID="{ED5FBC69-F18B-4993-AE1D-17F0659C300A}" presName="sibTrans" presStyleCnt="0"/>
      <dgm:spPr/>
    </dgm:pt>
    <dgm:pt modelId="{E2A19FFE-9A18-4445-A6B7-1746161E2971}" type="pres">
      <dgm:prSet presAssocID="{F58A22DB-82CC-449A-A375-8C351C127FEC}" presName="compNode" presStyleCnt="0"/>
      <dgm:spPr/>
    </dgm:pt>
    <dgm:pt modelId="{E3FA501F-6B56-4EB7-9FE6-19B862E2BF1A}" type="pres">
      <dgm:prSet presAssocID="{F58A22DB-82CC-449A-A375-8C351C127FEC}" presName="bgRect" presStyleLbl="bgShp" presStyleIdx="3" presStyleCnt="5"/>
      <dgm:spPr/>
    </dgm:pt>
    <dgm:pt modelId="{26C517D2-3D9D-478A-B9D2-8578B82FCE40}" type="pres">
      <dgm:prSet presAssocID="{F58A22DB-82CC-449A-A375-8C351C127FE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8EA4BA0-B1B4-4B10-AF12-C6310118304A}" type="pres">
      <dgm:prSet presAssocID="{F58A22DB-82CC-449A-A375-8C351C127FEC}" presName="spaceRect" presStyleCnt="0"/>
      <dgm:spPr/>
    </dgm:pt>
    <dgm:pt modelId="{46FAEB4A-5F4A-46E3-947A-A068A7E0D704}" type="pres">
      <dgm:prSet presAssocID="{F58A22DB-82CC-449A-A375-8C351C127FEC}" presName="parTx" presStyleLbl="revTx" presStyleIdx="3" presStyleCnt="5">
        <dgm:presLayoutVars>
          <dgm:chMax val="0"/>
          <dgm:chPref val="0"/>
        </dgm:presLayoutVars>
      </dgm:prSet>
      <dgm:spPr/>
    </dgm:pt>
    <dgm:pt modelId="{8B3A0B99-B605-4B5D-B0A2-B5592A3527E9}" type="pres">
      <dgm:prSet presAssocID="{51D79F60-21FF-4257-8728-55D47D7624B5}" presName="sibTrans" presStyleCnt="0"/>
      <dgm:spPr/>
    </dgm:pt>
    <dgm:pt modelId="{64E9B2F9-7271-4EB3-A543-B3FB84285A88}" type="pres">
      <dgm:prSet presAssocID="{2251DAF4-0437-4B2C-A141-1B01438C6F5E}" presName="compNode" presStyleCnt="0"/>
      <dgm:spPr/>
    </dgm:pt>
    <dgm:pt modelId="{86CEC0B2-1C52-459E-886B-3F0FBB9F6108}" type="pres">
      <dgm:prSet presAssocID="{2251DAF4-0437-4B2C-A141-1B01438C6F5E}" presName="bgRect" presStyleLbl="bgShp" presStyleIdx="4" presStyleCnt="5"/>
      <dgm:spPr/>
    </dgm:pt>
    <dgm:pt modelId="{76B39E41-675E-437A-BB6C-CB5CFFEE9569}" type="pres">
      <dgm:prSet presAssocID="{2251DAF4-0437-4B2C-A141-1B01438C6F5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BCBA70E1-CCA6-4D93-89F1-0FC819A3296C}" type="pres">
      <dgm:prSet presAssocID="{2251DAF4-0437-4B2C-A141-1B01438C6F5E}" presName="spaceRect" presStyleCnt="0"/>
      <dgm:spPr/>
    </dgm:pt>
    <dgm:pt modelId="{76FCA2AB-26CA-458D-A6FD-F7A3F5C90EE4}" type="pres">
      <dgm:prSet presAssocID="{2251DAF4-0437-4B2C-A141-1B01438C6F5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72A3901-181F-4490-A79C-1A079CF2AC4D}" type="presOf" srcId="{27B60F89-99E5-4652-88A1-AFAA2272736A}" destId="{33D9D8D5-D028-40A5-ADC5-B51CB561C9F7}" srcOrd="0" destOrd="0" presId="urn:microsoft.com/office/officeart/2018/2/layout/IconVerticalSolidList"/>
    <dgm:cxn modelId="{597A312E-72AE-432D-AB10-AC3A81DB5ACA}" type="presOf" srcId="{C1B1C583-687A-4CE8-B951-21E7EF932939}" destId="{DA1354B8-FE02-401A-9598-0B0DE11CF229}" srcOrd="0" destOrd="0" presId="urn:microsoft.com/office/officeart/2018/2/layout/IconVerticalSolidList"/>
    <dgm:cxn modelId="{1D5B9839-A3F9-4271-B04A-72224C01B5FE}" type="presOf" srcId="{FCF3B411-9C59-4A20-ABB8-C6B0D8DDF390}" destId="{6BD392D0-12ED-48E0-9194-85C5598011F8}" srcOrd="0" destOrd="0" presId="urn:microsoft.com/office/officeart/2018/2/layout/IconVerticalSolidList"/>
    <dgm:cxn modelId="{58582B4A-030C-4B75-95A2-539AEFE80CA9}" srcId="{27B60F89-99E5-4652-88A1-AFAA2272736A}" destId="{2251DAF4-0437-4B2C-A141-1B01438C6F5E}" srcOrd="4" destOrd="0" parTransId="{113B75D3-D7A3-492C-947C-4E7F802409EC}" sibTransId="{2B69C87E-6754-4D2E-889E-1807BC2500A9}"/>
    <dgm:cxn modelId="{4E73B451-1D80-41F1-9424-90005136BB5F}" srcId="{27B60F89-99E5-4652-88A1-AFAA2272736A}" destId="{C6935764-12D8-43FA-A4F3-2A4649A235DC}" srcOrd="1" destOrd="0" parTransId="{F815D6AB-6308-42C8-8F52-F03FC08B801E}" sibTransId="{3715BCD8-6145-4CCD-B0CE-ECEFA1427CCE}"/>
    <dgm:cxn modelId="{2E206377-8C12-4340-BD41-A4A0D40A58BA}" type="presOf" srcId="{C6935764-12D8-43FA-A4F3-2A4649A235DC}" destId="{33E95FF0-9C40-4EC4-8E02-4125B0D15A78}" srcOrd="0" destOrd="0" presId="urn:microsoft.com/office/officeart/2018/2/layout/IconVerticalSolidList"/>
    <dgm:cxn modelId="{6EDF2282-3BF8-4692-9CFD-F8D647E560EC}" type="presOf" srcId="{F58A22DB-82CC-449A-A375-8C351C127FEC}" destId="{46FAEB4A-5F4A-46E3-947A-A068A7E0D704}" srcOrd="0" destOrd="0" presId="urn:microsoft.com/office/officeart/2018/2/layout/IconVerticalSolidList"/>
    <dgm:cxn modelId="{4E5181B5-ABCD-45D0-814A-DE48D963D4DB}" srcId="{27B60F89-99E5-4652-88A1-AFAA2272736A}" destId="{C1B1C583-687A-4CE8-B951-21E7EF932939}" srcOrd="2" destOrd="0" parTransId="{93DDEC4E-9B49-44B7-8691-0CC4F49AAEB8}" sibTransId="{ED5FBC69-F18B-4993-AE1D-17F0659C300A}"/>
    <dgm:cxn modelId="{72B3B8B8-6EFC-4BA0-BA15-47AE6D7B82CA}" srcId="{27B60F89-99E5-4652-88A1-AFAA2272736A}" destId="{F58A22DB-82CC-449A-A375-8C351C127FEC}" srcOrd="3" destOrd="0" parTransId="{F252B406-E389-4C79-9B29-D074BE346337}" sibTransId="{51D79F60-21FF-4257-8728-55D47D7624B5}"/>
    <dgm:cxn modelId="{E8E743ED-87B8-4DB5-A3EC-1B5CBDE7C9EC}" type="presOf" srcId="{2251DAF4-0437-4B2C-A141-1B01438C6F5E}" destId="{76FCA2AB-26CA-458D-A6FD-F7A3F5C90EE4}" srcOrd="0" destOrd="0" presId="urn:microsoft.com/office/officeart/2018/2/layout/IconVerticalSolidList"/>
    <dgm:cxn modelId="{F4F161F0-BC11-4C07-A70C-5FE82DDF7B50}" srcId="{27B60F89-99E5-4652-88A1-AFAA2272736A}" destId="{FCF3B411-9C59-4A20-ABB8-C6B0D8DDF390}" srcOrd="0" destOrd="0" parTransId="{2D2F38CF-85F4-47C2-A45B-06B763BFCF90}" sibTransId="{B9D83989-1BCE-4435-9923-2E65EE71A542}"/>
    <dgm:cxn modelId="{B21CFF20-7111-4389-AF42-80E27899C9A5}" type="presParOf" srcId="{33D9D8D5-D028-40A5-ADC5-B51CB561C9F7}" destId="{3C91CB65-EA67-483B-8993-E217B19D072D}" srcOrd="0" destOrd="0" presId="urn:microsoft.com/office/officeart/2018/2/layout/IconVerticalSolidList"/>
    <dgm:cxn modelId="{691E4674-2C95-425D-BAB0-0E194F2A8D0F}" type="presParOf" srcId="{3C91CB65-EA67-483B-8993-E217B19D072D}" destId="{6D6B4485-AE24-4CCB-BF1C-389C137C3B8A}" srcOrd="0" destOrd="0" presId="urn:microsoft.com/office/officeart/2018/2/layout/IconVerticalSolidList"/>
    <dgm:cxn modelId="{86268730-5300-4C27-AE0E-43B4923D6D4E}" type="presParOf" srcId="{3C91CB65-EA67-483B-8993-E217B19D072D}" destId="{EC9E54C7-1C7A-4555-9EBB-B4573B58EC34}" srcOrd="1" destOrd="0" presId="urn:microsoft.com/office/officeart/2018/2/layout/IconVerticalSolidList"/>
    <dgm:cxn modelId="{390EA22E-204B-49C8-9FF7-08191487FF80}" type="presParOf" srcId="{3C91CB65-EA67-483B-8993-E217B19D072D}" destId="{96A1DEE6-9074-4E64-A669-832C084F11D9}" srcOrd="2" destOrd="0" presId="urn:microsoft.com/office/officeart/2018/2/layout/IconVerticalSolidList"/>
    <dgm:cxn modelId="{4CBFB1F3-B67C-4A24-85C5-48A7F1D74422}" type="presParOf" srcId="{3C91CB65-EA67-483B-8993-E217B19D072D}" destId="{6BD392D0-12ED-48E0-9194-85C5598011F8}" srcOrd="3" destOrd="0" presId="urn:microsoft.com/office/officeart/2018/2/layout/IconVerticalSolidList"/>
    <dgm:cxn modelId="{784BAF4E-0107-4928-90E8-5B1A8BF47A27}" type="presParOf" srcId="{33D9D8D5-D028-40A5-ADC5-B51CB561C9F7}" destId="{F859DD9E-E2D7-4BFF-B1E1-586C38A2D98C}" srcOrd="1" destOrd="0" presId="urn:microsoft.com/office/officeart/2018/2/layout/IconVerticalSolidList"/>
    <dgm:cxn modelId="{452128F4-B57A-4D7C-81A0-FE9E8DE0ABE3}" type="presParOf" srcId="{33D9D8D5-D028-40A5-ADC5-B51CB561C9F7}" destId="{F69C0B08-198E-4F54-A06F-F51F94ED7C88}" srcOrd="2" destOrd="0" presId="urn:microsoft.com/office/officeart/2018/2/layout/IconVerticalSolidList"/>
    <dgm:cxn modelId="{2B4223DD-F185-4D69-860C-4260975E2FA5}" type="presParOf" srcId="{F69C0B08-198E-4F54-A06F-F51F94ED7C88}" destId="{D2244BD4-C5EB-4D5B-96B3-FC5B5FBA5E1C}" srcOrd="0" destOrd="0" presId="urn:microsoft.com/office/officeart/2018/2/layout/IconVerticalSolidList"/>
    <dgm:cxn modelId="{597EF81C-0D1B-4D65-B7D0-9CC49745636D}" type="presParOf" srcId="{F69C0B08-198E-4F54-A06F-F51F94ED7C88}" destId="{D698F93C-BDAE-4F15-8C98-DCC9171DF910}" srcOrd="1" destOrd="0" presId="urn:microsoft.com/office/officeart/2018/2/layout/IconVerticalSolidList"/>
    <dgm:cxn modelId="{8C122908-CDC0-44DA-A631-84B4073CD73E}" type="presParOf" srcId="{F69C0B08-198E-4F54-A06F-F51F94ED7C88}" destId="{68917E53-F0F1-4097-8134-7B48A598373A}" srcOrd="2" destOrd="0" presId="urn:microsoft.com/office/officeart/2018/2/layout/IconVerticalSolidList"/>
    <dgm:cxn modelId="{6EA9D68E-4FF0-4844-BC9B-48EA64AF828B}" type="presParOf" srcId="{F69C0B08-198E-4F54-A06F-F51F94ED7C88}" destId="{33E95FF0-9C40-4EC4-8E02-4125B0D15A78}" srcOrd="3" destOrd="0" presId="urn:microsoft.com/office/officeart/2018/2/layout/IconVerticalSolidList"/>
    <dgm:cxn modelId="{8F8C7B6D-F87E-45C8-9C18-DC5F4604260F}" type="presParOf" srcId="{33D9D8D5-D028-40A5-ADC5-B51CB561C9F7}" destId="{E8D6EC60-DADE-4DF5-9415-FD8F8192995C}" srcOrd="3" destOrd="0" presId="urn:microsoft.com/office/officeart/2018/2/layout/IconVerticalSolidList"/>
    <dgm:cxn modelId="{9A602C40-8523-4D97-82D6-DA86F9C11F80}" type="presParOf" srcId="{33D9D8D5-D028-40A5-ADC5-B51CB561C9F7}" destId="{BF6FFD1F-ADBD-49D3-813D-799F2334FE39}" srcOrd="4" destOrd="0" presId="urn:microsoft.com/office/officeart/2018/2/layout/IconVerticalSolidList"/>
    <dgm:cxn modelId="{B3E43C83-482B-4C09-95CC-6CA9F041B893}" type="presParOf" srcId="{BF6FFD1F-ADBD-49D3-813D-799F2334FE39}" destId="{2839830B-A491-4343-8701-05430BBB94E2}" srcOrd="0" destOrd="0" presId="urn:microsoft.com/office/officeart/2018/2/layout/IconVerticalSolidList"/>
    <dgm:cxn modelId="{0BF65ACF-6866-407E-9DF6-2951736FDDCA}" type="presParOf" srcId="{BF6FFD1F-ADBD-49D3-813D-799F2334FE39}" destId="{36CEEF85-4D6C-4661-A856-BC8764BD287C}" srcOrd="1" destOrd="0" presId="urn:microsoft.com/office/officeart/2018/2/layout/IconVerticalSolidList"/>
    <dgm:cxn modelId="{E4E53CAC-1BF2-48D9-8BD6-54D90F370A03}" type="presParOf" srcId="{BF6FFD1F-ADBD-49D3-813D-799F2334FE39}" destId="{2063D5D0-D6F3-4AA6-8A7D-829950BC157A}" srcOrd="2" destOrd="0" presId="urn:microsoft.com/office/officeart/2018/2/layout/IconVerticalSolidList"/>
    <dgm:cxn modelId="{2449127F-905C-4C9C-8EA9-99FD348638DA}" type="presParOf" srcId="{BF6FFD1F-ADBD-49D3-813D-799F2334FE39}" destId="{DA1354B8-FE02-401A-9598-0B0DE11CF229}" srcOrd="3" destOrd="0" presId="urn:microsoft.com/office/officeart/2018/2/layout/IconVerticalSolidList"/>
    <dgm:cxn modelId="{2276CCD5-2837-4B94-97AE-1EF7E0604C21}" type="presParOf" srcId="{33D9D8D5-D028-40A5-ADC5-B51CB561C9F7}" destId="{F9A3126E-02B6-4BC7-B69B-DB312A616452}" srcOrd="5" destOrd="0" presId="urn:microsoft.com/office/officeart/2018/2/layout/IconVerticalSolidList"/>
    <dgm:cxn modelId="{86B88B7E-5DB6-4ADE-A6DB-7B6E0987F646}" type="presParOf" srcId="{33D9D8D5-D028-40A5-ADC5-B51CB561C9F7}" destId="{E2A19FFE-9A18-4445-A6B7-1746161E2971}" srcOrd="6" destOrd="0" presId="urn:microsoft.com/office/officeart/2018/2/layout/IconVerticalSolidList"/>
    <dgm:cxn modelId="{C2D783BB-E344-47E4-A9E3-594540A202EF}" type="presParOf" srcId="{E2A19FFE-9A18-4445-A6B7-1746161E2971}" destId="{E3FA501F-6B56-4EB7-9FE6-19B862E2BF1A}" srcOrd="0" destOrd="0" presId="urn:microsoft.com/office/officeart/2018/2/layout/IconVerticalSolidList"/>
    <dgm:cxn modelId="{7A99A467-3D20-4D26-920A-40E462D4A56F}" type="presParOf" srcId="{E2A19FFE-9A18-4445-A6B7-1746161E2971}" destId="{26C517D2-3D9D-478A-B9D2-8578B82FCE40}" srcOrd="1" destOrd="0" presId="urn:microsoft.com/office/officeart/2018/2/layout/IconVerticalSolidList"/>
    <dgm:cxn modelId="{8D115FDC-9EF7-4A40-B5A8-0E6D0038F30A}" type="presParOf" srcId="{E2A19FFE-9A18-4445-A6B7-1746161E2971}" destId="{58EA4BA0-B1B4-4B10-AF12-C6310118304A}" srcOrd="2" destOrd="0" presId="urn:microsoft.com/office/officeart/2018/2/layout/IconVerticalSolidList"/>
    <dgm:cxn modelId="{4BE41985-6D02-491F-BD63-77AB37829749}" type="presParOf" srcId="{E2A19FFE-9A18-4445-A6B7-1746161E2971}" destId="{46FAEB4A-5F4A-46E3-947A-A068A7E0D704}" srcOrd="3" destOrd="0" presId="urn:microsoft.com/office/officeart/2018/2/layout/IconVerticalSolidList"/>
    <dgm:cxn modelId="{EF47F8EE-125A-41DA-BD85-041B5E4DC3ED}" type="presParOf" srcId="{33D9D8D5-D028-40A5-ADC5-B51CB561C9F7}" destId="{8B3A0B99-B605-4B5D-B0A2-B5592A3527E9}" srcOrd="7" destOrd="0" presId="urn:microsoft.com/office/officeart/2018/2/layout/IconVerticalSolidList"/>
    <dgm:cxn modelId="{4EDF6AD9-8B85-47ED-904C-8D5E70C423FC}" type="presParOf" srcId="{33D9D8D5-D028-40A5-ADC5-B51CB561C9F7}" destId="{64E9B2F9-7271-4EB3-A543-B3FB84285A88}" srcOrd="8" destOrd="0" presId="urn:microsoft.com/office/officeart/2018/2/layout/IconVerticalSolidList"/>
    <dgm:cxn modelId="{B303FD10-B641-4618-B4A4-7ED5228F7CEC}" type="presParOf" srcId="{64E9B2F9-7271-4EB3-A543-B3FB84285A88}" destId="{86CEC0B2-1C52-459E-886B-3F0FBB9F6108}" srcOrd="0" destOrd="0" presId="urn:microsoft.com/office/officeart/2018/2/layout/IconVerticalSolidList"/>
    <dgm:cxn modelId="{081C9D5A-75C2-43E0-BD63-DA90EC2D2DEC}" type="presParOf" srcId="{64E9B2F9-7271-4EB3-A543-B3FB84285A88}" destId="{76B39E41-675E-437A-BB6C-CB5CFFEE9569}" srcOrd="1" destOrd="0" presId="urn:microsoft.com/office/officeart/2018/2/layout/IconVerticalSolidList"/>
    <dgm:cxn modelId="{27CCDCB4-1B1D-49E6-871B-DE4D6AED9CA3}" type="presParOf" srcId="{64E9B2F9-7271-4EB3-A543-B3FB84285A88}" destId="{BCBA70E1-CCA6-4D93-89F1-0FC819A3296C}" srcOrd="2" destOrd="0" presId="urn:microsoft.com/office/officeart/2018/2/layout/IconVerticalSolidList"/>
    <dgm:cxn modelId="{B171DF11-2CA8-4A72-801D-8B847E255BF5}" type="presParOf" srcId="{64E9B2F9-7271-4EB3-A543-B3FB84285A88}" destId="{76FCA2AB-26CA-458D-A6FD-F7A3F5C90E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8E9BB-4617-4027-A281-14C2E264F20E}">
      <dsp:nvSpPr>
        <dsp:cNvPr id="0" name=""/>
        <dsp:cNvSpPr/>
      </dsp:nvSpPr>
      <dsp:spPr>
        <a:xfrm>
          <a:off x="947201" y="792324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7E6E-A988-4890-9B53-0ED288AD2886}">
      <dsp:nvSpPr>
        <dsp:cNvPr id="0" name=""/>
        <dsp:cNvSpPr/>
      </dsp:nvSpPr>
      <dsp:spPr>
        <a:xfrm>
          <a:off x="59990" y="2635480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shared file storage for EC2, Lambda, ECS, and on-premises servers.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9990" y="2635480"/>
        <a:ext cx="3226223" cy="765000"/>
      </dsp:txXfrm>
    </dsp:sp>
    <dsp:sp modelId="{45F9564D-5218-41B9-BC12-B25EA8571E62}">
      <dsp:nvSpPr>
        <dsp:cNvPr id="0" name=""/>
        <dsp:cNvSpPr/>
      </dsp:nvSpPr>
      <dsp:spPr>
        <a:xfrm>
          <a:off x="4738014" y="792324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74CF4-8C15-4E33-BE3E-332D12A9FA36}">
      <dsp:nvSpPr>
        <dsp:cNvPr id="0" name=""/>
        <dsp:cNvSpPr/>
      </dsp:nvSpPr>
      <dsp:spPr>
        <a:xfrm>
          <a:off x="3850802" y="2635480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Automatically scales up or down as files are added or removed.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850802" y="2635480"/>
        <a:ext cx="3226223" cy="765000"/>
      </dsp:txXfrm>
    </dsp:sp>
    <dsp:sp modelId="{327BCEB1-EB48-4640-8167-CC21392D7693}">
      <dsp:nvSpPr>
        <dsp:cNvPr id="0" name=""/>
        <dsp:cNvSpPr/>
      </dsp:nvSpPr>
      <dsp:spPr>
        <a:xfrm>
          <a:off x="8528826" y="792324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624CD-B483-4B8E-8AC8-07C3FAE961B4}">
      <dsp:nvSpPr>
        <dsp:cNvPr id="0" name=""/>
        <dsp:cNvSpPr/>
      </dsp:nvSpPr>
      <dsp:spPr>
        <a:xfrm>
          <a:off x="7641615" y="2635480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Provides NFS (Network File System) access across multiple instances.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41615" y="2635480"/>
        <a:ext cx="3226223" cy="7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5A252-77DE-47D7-8BF8-63D46E7CFD03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A76C3-D2B6-47F5-BC9E-5471C7B26DB2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AAB91-7382-48E4-A161-F0CC3184FB2E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/>
            <a:t>Scalable – Automatically grows and shrinks with data usage.</a:t>
          </a:r>
          <a:endParaRPr lang="en-US" sz="1800" kern="1200" dirty="0"/>
        </a:p>
      </dsp:txBody>
      <dsp:txXfrm>
        <a:off x="889864" y="1808"/>
        <a:ext cx="5355400" cy="770445"/>
      </dsp:txXfrm>
    </dsp:sp>
    <dsp:sp modelId="{1759783A-3048-45A9-A598-9AD1F6DBA733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0353F-B131-4581-B1FA-1E8654162718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77CF9-DE40-404C-8266-4C23E10F11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/>
            <a:t>Highly Available &amp; Durable – Data stored redundantly across multiple AZs.</a:t>
          </a:r>
          <a:endParaRPr lang="en-US" sz="1800" kern="1200" dirty="0"/>
        </a:p>
      </dsp:txBody>
      <dsp:txXfrm>
        <a:off x="889864" y="964865"/>
        <a:ext cx="5355400" cy="770445"/>
      </dsp:txXfrm>
    </dsp:sp>
    <dsp:sp modelId="{4CD17430-F2FE-44AB-93CA-FDA8BCEED64B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D0DC8-9744-4EF1-A2F5-A783B566182D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3C7A3-89ED-48E1-932E-D397F17BBD11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Fully Managed – No need to provision or manage file servers.</a:t>
          </a:r>
          <a:endParaRPr lang="en-US" sz="1800" kern="1200"/>
        </a:p>
      </dsp:txBody>
      <dsp:txXfrm>
        <a:off x="889864" y="1927922"/>
        <a:ext cx="5355400" cy="770445"/>
      </dsp:txXfrm>
    </dsp:sp>
    <dsp:sp modelId="{95F3C624-F9C0-4F8C-BBAE-BDAA54B446F7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2CDD5-DCAF-4BE1-8DD3-6C03E8FB11A4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91AE4-E662-4404-A2E8-389EA1BA6F2A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Shared Access – Multiple EC2 instances can access the same file system concurrently.</a:t>
          </a:r>
          <a:endParaRPr lang="en-US" sz="1800" kern="1200"/>
        </a:p>
      </dsp:txBody>
      <dsp:txXfrm>
        <a:off x="889864" y="2890979"/>
        <a:ext cx="5355400" cy="770445"/>
      </dsp:txXfrm>
    </dsp:sp>
    <dsp:sp modelId="{8E5AFB87-05B1-4195-84BC-D6B262003158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B3688-644C-43E2-B258-274C919FFD7C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BAC49-83DF-469F-8489-B37EAE3C364D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Secure – Supports encryption at rest and in transit, IAM &amp; security group integration.</a:t>
          </a:r>
          <a:endParaRPr lang="en-US" sz="1800" kern="1200"/>
        </a:p>
      </dsp:txBody>
      <dsp:txXfrm>
        <a:off x="889864" y="3854036"/>
        <a:ext cx="5355400" cy="770445"/>
      </dsp:txXfrm>
    </dsp:sp>
    <dsp:sp modelId="{A0E23519-A50D-49FF-80BC-48CE8D45502A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B4E77-1F61-4921-9BCE-499AB3B3E5B6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5EDC1-3603-46CB-83B1-D283D7A1C575}">
      <dsp:nvSpPr>
        <dsp:cNvPr id="0" name=""/>
        <dsp:cNvSpPr/>
      </dsp:nvSpPr>
      <dsp:spPr>
        <a:xfrm>
          <a:off x="889864" y="4817093"/>
          <a:ext cx="2810369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 dirty="0"/>
            <a:t>Elastic Performance Modes –</a:t>
          </a:r>
          <a:endParaRPr lang="en-US" sz="1800" kern="1200" dirty="0"/>
        </a:p>
      </dsp:txBody>
      <dsp:txXfrm>
        <a:off x="889864" y="4817093"/>
        <a:ext cx="2810369" cy="770445"/>
      </dsp:txXfrm>
    </dsp:sp>
    <dsp:sp modelId="{F2A721F2-4DEF-4D85-841D-AC7FDD27F9AF}">
      <dsp:nvSpPr>
        <dsp:cNvPr id="0" name=""/>
        <dsp:cNvSpPr/>
      </dsp:nvSpPr>
      <dsp:spPr>
        <a:xfrm>
          <a:off x="3700233" y="4817093"/>
          <a:ext cx="2545031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i="0" kern="1200" baseline="0" dirty="0"/>
            <a:t>General Purpose: For latency-sensitive workloads.</a:t>
          </a:r>
          <a:endParaRPr lang="en-US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i="0" kern="1200" baseline="0" dirty="0"/>
            <a:t>Max I/O: For high throughput workloads.</a:t>
          </a:r>
          <a:endParaRPr lang="en-US" sz="1000" kern="1200" dirty="0"/>
        </a:p>
      </dsp:txBody>
      <dsp:txXfrm>
        <a:off x="3700233" y="4817093"/>
        <a:ext cx="2545031" cy="770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B4485-AE24-4CCB-BF1C-389C137C3B8A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E54C7-1C7A-4555-9EBB-B4573B58EC34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392D0-12ED-48E0-9194-85C5598011F8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Web serving and content management.</a:t>
          </a:r>
          <a:endParaRPr lang="en-US" sz="1700" kern="1200" dirty="0"/>
        </a:p>
      </dsp:txBody>
      <dsp:txXfrm>
        <a:off x="1074268" y="4366"/>
        <a:ext cx="5170996" cy="930102"/>
      </dsp:txXfrm>
    </dsp:sp>
    <dsp:sp modelId="{D2244BD4-C5EB-4D5B-96B3-FC5B5FBA5E1C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8F93C-BDAE-4F15-8C98-DCC9171DF910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95FF0-9C40-4EC4-8E02-4125B0D15A7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Shared home directories for users or apps.</a:t>
          </a:r>
          <a:endParaRPr lang="en-US" sz="1700" kern="1200" dirty="0"/>
        </a:p>
      </dsp:txBody>
      <dsp:txXfrm>
        <a:off x="1074268" y="1166994"/>
        <a:ext cx="5170996" cy="930102"/>
      </dsp:txXfrm>
    </dsp:sp>
    <dsp:sp modelId="{2839830B-A491-4343-8701-05430BBB94E2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EEF85-4D6C-4661-A856-BC8764BD287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354B8-FE02-401A-9598-0B0DE11CF229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Container storage with ECS/EKS.</a:t>
          </a:r>
          <a:endParaRPr lang="en-US" sz="1700" kern="1200"/>
        </a:p>
      </dsp:txBody>
      <dsp:txXfrm>
        <a:off x="1074268" y="2329622"/>
        <a:ext cx="5170996" cy="930102"/>
      </dsp:txXfrm>
    </dsp:sp>
    <dsp:sp modelId="{E3FA501F-6B56-4EB7-9FE6-19B862E2BF1A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517D2-3D9D-478A-B9D2-8578B82FCE4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AEB4A-5F4A-46E3-947A-A068A7E0D704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Big data analytics and machine learning training data.</a:t>
          </a:r>
          <a:endParaRPr lang="en-US" sz="1700" kern="1200"/>
        </a:p>
      </dsp:txBody>
      <dsp:txXfrm>
        <a:off x="1074268" y="3492250"/>
        <a:ext cx="5170996" cy="930102"/>
      </dsp:txXfrm>
    </dsp:sp>
    <dsp:sp modelId="{86CEC0B2-1C52-459E-886B-3F0FBB9F6108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39E41-675E-437A-BB6C-CB5CFFEE9569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CA2AB-26CA-458D-A6FD-F7A3F5C90EE4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Backup and recovery storage.</a:t>
          </a:r>
          <a:endParaRPr lang="en-US" sz="1700" kern="1200" dirty="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74F1F-F5BF-4390-B6BB-BCB3DECA0B5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FFC07-F159-47D6-93BC-C0E841B2C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15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36BF-4860-A0C6-068C-46863AB87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C110A-6B70-BD68-33F7-E0CD1FC86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4EB1-8EF7-C4B8-811B-3C6A187A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469A5-0CB0-7E8E-311F-9E77E433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2B4E-8F67-90A9-306D-8448DB49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57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2415-75CC-E756-56B4-C1157E1F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3EF3-5642-F0D7-9706-50F5932B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82247-D2F9-80BE-20F5-4D93CAFC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3638-6D10-030D-E7D4-E058377B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20301-5C63-C478-5BF0-F0BD23CB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8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FB5C-E6AA-4246-C105-6BF022B8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266D-29B0-5FAB-6583-6290FEC97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11445-C647-C9DF-7B31-4810CC3C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F5795-225F-6A3E-5C3D-39536BAC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69268-28A6-C7D7-6298-DB703235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51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59A4-6A1B-48EC-9ECD-FA8B422B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55CB-AC15-2994-7665-4379AE259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EF759-FD24-A370-C972-65F49A2C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A3240-461E-301B-C345-5CB0C3E3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CFAEB-13B7-A737-794F-AD111D66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5BF31-94F3-1454-0A10-6F75578A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3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B667-C6A2-E4FA-4350-B843725D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60B83-0E8C-B580-242C-563F40DB6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2FDF1-7C59-079B-C8CA-55A625CD5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79A0B-D0A4-A88E-518C-B4649F7B3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D43B9-CD70-6536-E198-290189640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386886-C122-E4B6-8D40-0DE3CCBA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59DF5-F713-6E74-0D02-07A4FB62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81908-80BD-6A74-BBFE-12442CD1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2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9159-3D02-47B9-A9C9-B22E2F3E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3949C-F13D-118E-F5E0-D499456A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B1FFD-C8D5-6010-7866-DADB85A2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F62BB-BD12-FE66-C799-0454B00D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83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04AB8-5904-3050-0C7B-92B9A5AF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36407-4CC1-244B-A709-3AA67308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10806-3110-D11D-8BB7-6A34DF85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5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4E0-6AF1-7F1E-5096-F5D0EFD8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1BCF-9918-A410-31BE-B585143D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BFB99-33A4-0577-621E-3CFC22B98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E1FF6-DA15-8729-071F-67BA4439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0FF66-431B-5D69-CF0E-7DAE4DF9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DD7F2-B0FA-742B-9F8C-A38D3EAB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08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6AC4-B2A1-E9CC-800D-CF48F9BB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D51EE-2EAF-71F9-4D33-903E50E26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17EA6-C00A-3F1F-42EF-3AE5623B7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B5EF7-0990-FFB8-8D40-558587D4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76B2A-BA53-82F2-BFCA-FDDB92E9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88BEB-454A-78F8-99B5-6DF6456B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36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3388-F472-2C56-8EEB-D478EDA9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4C7D5-B0B0-61F3-4295-138BD92BA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79EA1-8CC5-5B08-73F3-002EEC41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2876-8BFF-0B54-24A6-DACAB75B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61A70-EBB4-80C3-D9A2-43F7D92A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687719-E64B-E652-2A22-A612CE508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99DE2-B6D0-C43E-5B21-53CB1234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1EE47-93FE-2161-8D8C-561E89E0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09B6-D66D-BEC5-7BD1-FE51ECC7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51C4A-26E3-4E64-F785-D6C6950E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1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499CB-21FA-1AFD-108E-0FD8B487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21548-7893-6694-9E7A-49E77EF40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3296A-815E-47F0-8F6C-79D4EEFD4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4E9FC-1969-46AE-9B51-5074138D679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0BF6-951F-2744-8BF9-5BA3E2898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F5A55-C51D-6EA8-F167-CE465897E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241A5-53A6-40F0-9B78-B01617654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C7C52-771D-4F43-D437-CA4423956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EFS</a:t>
            </a:r>
          </a:p>
        </p:txBody>
      </p:sp>
    </p:spTree>
    <p:extLst>
      <p:ext uri="{BB962C8B-B14F-4D97-AF65-F5344CB8AC3E}">
        <p14:creationId xmlns:p14="http://schemas.microsoft.com/office/powerpoint/2010/main" val="339622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09CE9-9B70-A1AE-11FE-5C5BE04B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sv-SE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Elastic File System (EFS)</a:t>
            </a:r>
            <a:endParaRPr lang="en-IN" sz="4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67B0314-9CF7-DE7F-CD11-FB1CB5F2A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5304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69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24C1A-807B-8DC8-5A30-9C07B4C0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88517D5-2C03-8E65-B871-493BAA891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28796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79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F4C29-4B9F-07EC-754C-C2A6BA13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EFS Storage Classes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99434D-5798-3A4C-2DF7-191F1118A3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925234"/>
              </p:ext>
            </p:extLst>
          </p:nvPr>
        </p:nvGraphicFramePr>
        <p:xfrm>
          <a:off x="5108535" y="2443116"/>
          <a:ext cx="6245266" cy="2844717"/>
        </p:xfrm>
        <a:graphic>
          <a:graphicData uri="http://schemas.openxmlformats.org/drawingml/2006/table">
            <a:tbl>
              <a:tblPr/>
              <a:tblGrid>
                <a:gridCol w="2153864">
                  <a:extLst>
                    <a:ext uri="{9D8B030D-6E8A-4147-A177-3AD203B41FA5}">
                      <a16:colId xmlns:a16="http://schemas.microsoft.com/office/drawing/2014/main" val="1384241364"/>
                    </a:ext>
                  </a:extLst>
                </a:gridCol>
                <a:gridCol w="2323250">
                  <a:extLst>
                    <a:ext uri="{9D8B030D-6E8A-4147-A177-3AD203B41FA5}">
                      <a16:colId xmlns:a16="http://schemas.microsoft.com/office/drawing/2014/main" val="3858197303"/>
                    </a:ext>
                  </a:extLst>
                </a:gridCol>
                <a:gridCol w="1768152">
                  <a:extLst>
                    <a:ext uri="{9D8B030D-6E8A-4147-A177-3AD203B41FA5}">
                      <a16:colId xmlns:a16="http://schemas.microsoft.com/office/drawing/2014/main" val="3768142184"/>
                    </a:ext>
                  </a:extLst>
                </a:gridCol>
              </a:tblGrid>
              <a:tr h="55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Storage Class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 Case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0315"/>
                  </a:ext>
                </a:extLst>
              </a:tr>
              <a:tr h="948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Standard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Multi-AZ, low-latency access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 workloads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223077"/>
                  </a:ext>
                </a:extLst>
              </a:tr>
              <a:tr h="1340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Infrequent Access (IA)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Lower-cost for infrequently accessed data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Backup, archives</a:t>
                      </a:r>
                    </a:p>
                  </a:txBody>
                  <a:tcPr marL="117550" marR="117550" marT="58775" marB="587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467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74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3E06E-5DAE-FEAC-6492-126A8173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EFS Use Cases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5ACB238-D3AC-1ADB-2191-8001AF2F6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01757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600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216</Words>
  <Application>Microsoft Office PowerPoint</Application>
  <PresentationFormat>Widescreen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Introduction to Amazon EFS</vt:lpstr>
      <vt:lpstr>Amazon Elastic File System (EFS)</vt:lpstr>
      <vt:lpstr>Key Features</vt:lpstr>
      <vt:lpstr>EFS Storage Classes</vt:lpstr>
      <vt:lpstr>EFS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17</cp:revision>
  <dcterms:created xsi:type="dcterms:W3CDTF">2025-10-19T16:05:41Z</dcterms:created>
  <dcterms:modified xsi:type="dcterms:W3CDTF">2025-10-19T16:11:32Z</dcterms:modified>
</cp:coreProperties>
</file>