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722745-0CC0-48A3-A25D-9E705691C95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5A9D1D82-ECF6-44B7-830B-564FC8DD1F26}">
      <dgm:prSet/>
      <dgm:spPr/>
      <dgm:t>
        <a:bodyPr/>
        <a:lstStyle/>
        <a:p>
          <a:r>
            <a:rPr lang="en-US" b="1" i="0" baseline="0" dirty="0"/>
            <a:t>Run code without thinking about servers</a:t>
          </a:r>
          <a:r>
            <a:rPr lang="en-US" b="0" i="0" baseline="0" dirty="0"/>
            <a:t>.</a:t>
          </a:r>
          <a:endParaRPr lang="en-US" dirty="0"/>
        </a:p>
      </dgm:t>
    </dgm:pt>
    <dgm:pt modelId="{95162290-9924-4419-B981-DF2373FF20F8}" type="parTrans" cxnId="{744CCD39-D70A-4F33-B3F0-70A721B478AC}">
      <dgm:prSet/>
      <dgm:spPr/>
      <dgm:t>
        <a:bodyPr/>
        <a:lstStyle/>
        <a:p>
          <a:endParaRPr lang="en-US"/>
        </a:p>
      </dgm:t>
    </dgm:pt>
    <dgm:pt modelId="{89FF4CCA-EF94-4804-A3BE-24BBD366E555}" type="sibTrans" cxnId="{744CCD39-D70A-4F33-B3F0-70A721B478AC}">
      <dgm:prSet/>
      <dgm:spPr/>
      <dgm:t>
        <a:bodyPr/>
        <a:lstStyle/>
        <a:p>
          <a:endParaRPr lang="en-US"/>
        </a:p>
      </dgm:t>
    </dgm:pt>
    <dgm:pt modelId="{D6389DAD-FC12-4F69-8DD4-C5D628801A93}">
      <dgm:prSet/>
      <dgm:spPr/>
      <dgm:t>
        <a:bodyPr/>
        <a:lstStyle/>
        <a:p>
          <a:r>
            <a:rPr lang="en-US" b="0" i="0" baseline="0" dirty="0"/>
            <a:t>Lambda </a:t>
          </a:r>
          <a:r>
            <a:rPr lang="en-US" b="1" i="0" baseline="0" dirty="0"/>
            <a:t>automatically runs it</a:t>
          </a:r>
          <a:r>
            <a:rPr lang="en-US" b="0" i="0" baseline="0" dirty="0"/>
            <a:t> in response to </a:t>
          </a:r>
          <a:r>
            <a:rPr lang="en-US" b="1" i="0" baseline="0" dirty="0"/>
            <a:t>events or triggers</a:t>
          </a:r>
          <a:r>
            <a:rPr lang="en-US" b="0" i="0" baseline="0" dirty="0"/>
            <a:t>.</a:t>
          </a:r>
          <a:endParaRPr lang="en-US" dirty="0"/>
        </a:p>
      </dgm:t>
    </dgm:pt>
    <dgm:pt modelId="{60C0BA22-3B02-419C-836C-281073F8E687}" type="parTrans" cxnId="{B7C6B756-3F0A-4496-A9B2-4C4923622D3C}">
      <dgm:prSet/>
      <dgm:spPr/>
      <dgm:t>
        <a:bodyPr/>
        <a:lstStyle/>
        <a:p>
          <a:endParaRPr lang="en-US"/>
        </a:p>
      </dgm:t>
    </dgm:pt>
    <dgm:pt modelId="{3553F9D1-68DD-4BC0-99D6-845C5E6B769A}" type="sibTrans" cxnId="{B7C6B756-3F0A-4496-A9B2-4C4923622D3C}">
      <dgm:prSet/>
      <dgm:spPr/>
      <dgm:t>
        <a:bodyPr/>
        <a:lstStyle/>
        <a:p>
          <a:endParaRPr lang="en-US"/>
        </a:p>
      </dgm:t>
    </dgm:pt>
    <dgm:pt modelId="{1F1C5070-C73A-4900-9BE9-38F930B2586A}">
      <dgm:prSet/>
      <dgm:spPr/>
      <dgm:t>
        <a:bodyPr/>
        <a:lstStyle/>
        <a:p>
          <a:r>
            <a:rPr lang="en-US" b="0" i="0" baseline="0" dirty="0"/>
            <a:t>Scale automatically </a:t>
          </a:r>
          <a:endParaRPr lang="en-US" dirty="0"/>
        </a:p>
      </dgm:t>
    </dgm:pt>
    <dgm:pt modelId="{3F21E0C3-B85C-4D6A-A4A8-220456035E32}" type="parTrans" cxnId="{801A9674-1453-4E29-B4BC-AF45AB5B2117}">
      <dgm:prSet/>
      <dgm:spPr/>
      <dgm:t>
        <a:bodyPr/>
        <a:lstStyle/>
        <a:p>
          <a:endParaRPr lang="en-US"/>
        </a:p>
      </dgm:t>
    </dgm:pt>
    <dgm:pt modelId="{7ED5C05B-9C3F-473E-A535-C43A02E36F09}" type="sibTrans" cxnId="{801A9674-1453-4E29-B4BC-AF45AB5B2117}">
      <dgm:prSet/>
      <dgm:spPr/>
      <dgm:t>
        <a:bodyPr/>
        <a:lstStyle/>
        <a:p>
          <a:endParaRPr lang="en-US"/>
        </a:p>
      </dgm:t>
    </dgm:pt>
    <dgm:pt modelId="{0817E83C-37F0-4358-A1E4-3CE9C4E36A22}" type="pres">
      <dgm:prSet presAssocID="{9C722745-0CC0-48A3-A25D-9E705691C959}" presName="root" presStyleCnt="0">
        <dgm:presLayoutVars>
          <dgm:dir/>
          <dgm:resizeHandles val="exact"/>
        </dgm:presLayoutVars>
      </dgm:prSet>
      <dgm:spPr/>
    </dgm:pt>
    <dgm:pt modelId="{199438CA-AAF6-4C49-B24E-41E91F591E42}" type="pres">
      <dgm:prSet presAssocID="{5A9D1D82-ECF6-44B7-830B-564FC8DD1F26}" presName="compNode" presStyleCnt="0"/>
      <dgm:spPr/>
    </dgm:pt>
    <dgm:pt modelId="{439DC383-3B61-48B1-8C5C-04D8FD0057E9}" type="pres">
      <dgm:prSet presAssocID="{5A9D1D82-ECF6-44B7-830B-564FC8DD1F26}" presName="bgRect" presStyleLbl="bgShp" presStyleIdx="0" presStyleCnt="3"/>
      <dgm:spPr/>
    </dgm:pt>
    <dgm:pt modelId="{71463717-CAB5-48F2-A8C2-83997B860DA2}" type="pres">
      <dgm:prSet presAssocID="{5A9D1D82-ECF6-44B7-830B-564FC8DD1F2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C1C2E4E1-2AA6-4C0F-B756-26D77351BD7C}" type="pres">
      <dgm:prSet presAssocID="{5A9D1D82-ECF6-44B7-830B-564FC8DD1F26}" presName="spaceRect" presStyleCnt="0"/>
      <dgm:spPr/>
    </dgm:pt>
    <dgm:pt modelId="{DA3C6D32-75BA-4647-9F8B-5AF26E7D7E78}" type="pres">
      <dgm:prSet presAssocID="{5A9D1D82-ECF6-44B7-830B-564FC8DD1F26}" presName="parTx" presStyleLbl="revTx" presStyleIdx="0" presStyleCnt="3">
        <dgm:presLayoutVars>
          <dgm:chMax val="0"/>
          <dgm:chPref val="0"/>
        </dgm:presLayoutVars>
      </dgm:prSet>
      <dgm:spPr/>
    </dgm:pt>
    <dgm:pt modelId="{203F8A1F-9FB2-40BC-9A0B-517442C7E38C}" type="pres">
      <dgm:prSet presAssocID="{89FF4CCA-EF94-4804-A3BE-24BBD366E555}" presName="sibTrans" presStyleCnt="0"/>
      <dgm:spPr/>
    </dgm:pt>
    <dgm:pt modelId="{B2521D9D-0EF0-4C84-BC72-0580C9E2B99C}" type="pres">
      <dgm:prSet presAssocID="{D6389DAD-FC12-4F69-8DD4-C5D628801A93}" presName="compNode" presStyleCnt="0"/>
      <dgm:spPr/>
    </dgm:pt>
    <dgm:pt modelId="{9AB49924-C755-41FF-A48E-35144A3515AF}" type="pres">
      <dgm:prSet presAssocID="{D6389DAD-FC12-4F69-8DD4-C5D628801A93}" presName="bgRect" presStyleLbl="bgShp" presStyleIdx="1" presStyleCnt="3"/>
      <dgm:spPr/>
    </dgm:pt>
    <dgm:pt modelId="{1032499E-24E5-4C5F-8058-3C41F97AC3DB}" type="pres">
      <dgm:prSet presAssocID="{D6389DAD-FC12-4F69-8DD4-C5D628801A9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146C2492-E893-41C4-B10D-C109F41962B0}" type="pres">
      <dgm:prSet presAssocID="{D6389DAD-FC12-4F69-8DD4-C5D628801A93}" presName="spaceRect" presStyleCnt="0"/>
      <dgm:spPr/>
    </dgm:pt>
    <dgm:pt modelId="{56CBADE8-A7C5-4446-A0CB-8A070CCB0B4A}" type="pres">
      <dgm:prSet presAssocID="{D6389DAD-FC12-4F69-8DD4-C5D628801A93}" presName="parTx" presStyleLbl="revTx" presStyleIdx="1" presStyleCnt="3">
        <dgm:presLayoutVars>
          <dgm:chMax val="0"/>
          <dgm:chPref val="0"/>
        </dgm:presLayoutVars>
      </dgm:prSet>
      <dgm:spPr/>
    </dgm:pt>
    <dgm:pt modelId="{C6DBE713-B395-4748-8D84-8BBEC1C079E7}" type="pres">
      <dgm:prSet presAssocID="{3553F9D1-68DD-4BC0-99D6-845C5E6B769A}" presName="sibTrans" presStyleCnt="0"/>
      <dgm:spPr/>
    </dgm:pt>
    <dgm:pt modelId="{9891E4E1-B289-4284-9CCB-96E62AB78F2A}" type="pres">
      <dgm:prSet presAssocID="{1F1C5070-C73A-4900-9BE9-38F930B2586A}" presName="compNode" presStyleCnt="0"/>
      <dgm:spPr/>
    </dgm:pt>
    <dgm:pt modelId="{532AEE8C-9532-4A6B-8CFE-82B6F5759EAD}" type="pres">
      <dgm:prSet presAssocID="{1F1C5070-C73A-4900-9BE9-38F930B2586A}" presName="bgRect" presStyleLbl="bgShp" presStyleIdx="2" presStyleCnt="3"/>
      <dgm:spPr/>
    </dgm:pt>
    <dgm:pt modelId="{8857490B-90C0-47D0-A32E-D6FFA0F0AB48}" type="pres">
      <dgm:prSet presAssocID="{1F1C5070-C73A-4900-9BE9-38F930B2586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7A4C623-D3CF-4E58-B24E-20C4F7FFCEDF}" type="pres">
      <dgm:prSet presAssocID="{1F1C5070-C73A-4900-9BE9-38F930B2586A}" presName="spaceRect" presStyleCnt="0"/>
      <dgm:spPr/>
    </dgm:pt>
    <dgm:pt modelId="{36996D48-CE57-460C-A46C-26BF940AA590}" type="pres">
      <dgm:prSet presAssocID="{1F1C5070-C73A-4900-9BE9-38F930B2586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0150B02-DD15-4DBB-A69C-17912921905E}" type="presOf" srcId="{5A9D1D82-ECF6-44B7-830B-564FC8DD1F26}" destId="{DA3C6D32-75BA-4647-9F8B-5AF26E7D7E78}" srcOrd="0" destOrd="0" presId="urn:microsoft.com/office/officeart/2018/2/layout/IconVerticalSolidList"/>
    <dgm:cxn modelId="{744CCD39-D70A-4F33-B3F0-70A721B478AC}" srcId="{9C722745-0CC0-48A3-A25D-9E705691C959}" destId="{5A9D1D82-ECF6-44B7-830B-564FC8DD1F26}" srcOrd="0" destOrd="0" parTransId="{95162290-9924-4419-B981-DF2373FF20F8}" sibTransId="{89FF4CCA-EF94-4804-A3BE-24BBD366E555}"/>
    <dgm:cxn modelId="{753A0B67-D921-4021-B3BD-A76D3D98C1EC}" type="presOf" srcId="{1F1C5070-C73A-4900-9BE9-38F930B2586A}" destId="{36996D48-CE57-460C-A46C-26BF940AA590}" srcOrd="0" destOrd="0" presId="urn:microsoft.com/office/officeart/2018/2/layout/IconVerticalSolidList"/>
    <dgm:cxn modelId="{801A9674-1453-4E29-B4BC-AF45AB5B2117}" srcId="{9C722745-0CC0-48A3-A25D-9E705691C959}" destId="{1F1C5070-C73A-4900-9BE9-38F930B2586A}" srcOrd="2" destOrd="0" parTransId="{3F21E0C3-B85C-4D6A-A4A8-220456035E32}" sibTransId="{7ED5C05B-9C3F-473E-A535-C43A02E36F09}"/>
    <dgm:cxn modelId="{B7C6B756-3F0A-4496-A9B2-4C4923622D3C}" srcId="{9C722745-0CC0-48A3-A25D-9E705691C959}" destId="{D6389DAD-FC12-4F69-8DD4-C5D628801A93}" srcOrd="1" destOrd="0" parTransId="{60C0BA22-3B02-419C-836C-281073F8E687}" sibTransId="{3553F9D1-68DD-4BC0-99D6-845C5E6B769A}"/>
    <dgm:cxn modelId="{D4FB39DC-4E01-4378-91BB-42A098CCDEA3}" type="presOf" srcId="{D6389DAD-FC12-4F69-8DD4-C5D628801A93}" destId="{56CBADE8-A7C5-4446-A0CB-8A070CCB0B4A}" srcOrd="0" destOrd="0" presId="urn:microsoft.com/office/officeart/2018/2/layout/IconVerticalSolidList"/>
    <dgm:cxn modelId="{52EE07F4-56C3-410C-9027-1BDB99A51512}" type="presOf" srcId="{9C722745-0CC0-48A3-A25D-9E705691C959}" destId="{0817E83C-37F0-4358-A1E4-3CE9C4E36A22}" srcOrd="0" destOrd="0" presId="urn:microsoft.com/office/officeart/2018/2/layout/IconVerticalSolidList"/>
    <dgm:cxn modelId="{661678BC-49F7-4EC1-AB72-630D2A1CA030}" type="presParOf" srcId="{0817E83C-37F0-4358-A1E4-3CE9C4E36A22}" destId="{199438CA-AAF6-4C49-B24E-41E91F591E42}" srcOrd="0" destOrd="0" presId="urn:microsoft.com/office/officeart/2018/2/layout/IconVerticalSolidList"/>
    <dgm:cxn modelId="{9C8B0978-4596-4A30-BE2B-062C2F67159A}" type="presParOf" srcId="{199438CA-AAF6-4C49-B24E-41E91F591E42}" destId="{439DC383-3B61-48B1-8C5C-04D8FD0057E9}" srcOrd="0" destOrd="0" presId="urn:microsoft.com/office/officeart/2018/2/layout/IconVerticalSolidList"/>
    <dgm:cxn modelId="{05AEBBBE-3B0E-47AB-8829-AD82686C3FC6}" type="presParOf" srcId="{199438CA-AAF6-4C49-B24E-41E91F591E42}" destId="{71463717-CAB5-48F2-A8C2-83997B860DA2}" srcOrd="1" destOrd="0" presId="urn:microsoft.com/office/officeart/2018/2/layout/IconVerticalSolidList"/>
    <dgm:cxn modelId="{30EB178F-493B-46AF-99CE-E054F46BA9C7}" type="presParOf" srcId="{199438CA-AAF6-4C49-B24E-41E91F591E42}" destId="{C1C2E4E1-2AA6-4C0F-B756-26D77351BD7C}" srcOrd="2" destOrd="0" presId="urn:microsoft.com/office/officeart/2018/2/layout/IconVerticalSolidList"/>
    <dgm:cxn modelId="{05601178-26FF-4B54-AFA9-A1BEC0D8FDA0}" type="presParOf" srcId="{199438CA-AAF6-4C49-B24E-41E91F591E42}" destId="{DA3C6D32-75BA-4647-9F8B-5AF26E7D7E78}" srcOrd="3" destOrd="0" presId="urn:microsoft.com/office/officeart/2018/2/layout/IconVerticalSolidList"/>
    <dgm:cxn modelId="{4F1B1682-647A-40BC-952C-E510863BDE64}" type="presParOf" srcId="{0817E83C-37F0-4358-A1E4-3CE9C4E36A22}" destId="{203F8A1F-9FB2-40BC-9A0B-517442C7E38C}" srcOrd="1" destOrd="0" presId="urn:microsoft.com/office/officeart/2018/2/layout/IconVerticalSolidList"/>
    <dgm:cxn modelId="{D38EABF6-8CC9-4B3C-BF6C-A7281A6E2F35}" type="presParOf" srcId="{0817E83C-37F0-4358-A1E4-3CE9C4E36A22}" destId="{B2521D9D-0EF0-4C84-BC72-0580C9E2B99C}" srcOrd="2" destOrd="0" presId="urn:microsoft.com/office/officeart/2018/2/layout/IconVerticalSolidList"/>
    <dgm:cxn modelId="{501D5008-7D45-4E63-9892-1490D4457DDC}" type="presParOf" srcId="{B2521D9D-0EF0-4C84-BC72-0580C9E2B99C}" destId="{9AB49924-C755-41FF-A48E-35144A3515AF}" srcOrd="0" destOrd="0" presId="urn:microsoft.com/office/officeart/2018/2/layout/IconVerticalSolidList"/>
    <dgm:cxn modelId="{20DF28AD-B36F-4DCB-B5C6-0A33BAFE289F}" type="presParOf" srcId="{B2521D9D-0EF0-4C84-BC72-0580C9E2B99C}" destId="{1032499E-24E5-4C5F-8058-3C41F97AC3DB}" srcOrd="1" destOrd="0" presId="urn:microsoft.com/office/officeart/2018/2/layout/IconVerticalSolidList"/>
    <dgm:cxn modelId="{D89889B4-BD59-4873-A047-7800C9354117}" type="presParOf" srcId="{B2521D9D-0EF0-4C84-BC72-0580C9E2B99C}" destId="{146C2492-E893-41C4-B10D-C109F41962B0}" srcOrd="2" destOrd="0" presId="urn:microsoft.com/office/officeart/2018/2/layout/IconVerticalSolidList"/>
    <dgm:cxn modelId="{920FD4CA-C38B-4DF8-9AEB-9FD756B651AD}" type="presParOf" srcId="{B2521D9D-0EF0-4C84-BC72-0580C9E2B99C}" destId="{56CBADE8-A7C5-4446-A0CB-8A070CCB0B4A}" srcOrd="3" destOrd="0" presId="urn:microsoft.com/office/officeart/2018/2/layout/IconVerticalSolidList"/>
    <dgm:cxn modelId="{916A8E8E-66C6-45F6-B7D6-8807C4999344}" type="presParOf" srcId="{0817E83C-37F0-4358-A1E4-3CE9C4E36A22}" destId="{C6DBE713-B395-4748-8D84-8BBEC1C079E7}" srcOrd="3" destOrd="0" presId="urn:microsoft.com/office/officeart/2018/2/layout/IconVerticalSolidList"/>
    <dgm:cxn modelId="{FCC00BB9-5AC7-44E4-A732-9501A4BB96DB}" type="presParOf" srcId="{0817E83C-37F0-4358-A1E4-3CE9C4E36A22}" destId="{9891E4E1-B289-4284-9CCB-96E62AB78F2A}" srcOrd="4" destOrd="0" presId="urn:microsoft.com/office/officeart/2018/2/layout/IconVerticalSolidList"/>
    <dgm:cxn modelId="{6E0DF79E-BF24-49BC-877E-B868883F445F}" type="presParOf" srcId="{9891E4E1-B289-4284-9CCB-96E62AB78F2A}" destId="{532AEE8C-9532-4A6B-8CFE-82B6F5759EAD}" srcOrd="0" destOrd="0" presId="urn:microsoft.com/office/officeart/2018/2/layout/IconVerticalSolidList"/>
    <dgm:cxn modelId="{EA773875-5DC2-430E-A29A-9DA3B6B707C4}" type="presParOf" srcId="{9891E4E1-B289-4284-9CCB-96E62AB78F2A}" destId="{8857490B-90C0-47D0-A32E-D6FFA0F0AB48}" srcOrd="1" destOrd="0" presId="urn:microsoft.com/office/officeart/2018/2/layout/IconVerticalSolidList"/>
    <dgm:cxn modelId="{86D8AF70-BC5A-4920-93A8-95AA66B98694}" type="presParOf" srcId="{9891E4E1-B289-4284-9CCB-96E62AB78F2A}" destId="{87A4C623-D3CF-4E58-B24E-20C4F7FFCEDF}" srcOrd="2" destOrd="0" presId="urn:microsoft.com/office/officeart/2018/2/layout/IconVerticalSolidList"/>
    <dgm:cxn modelId="{D1D6AF7C-F67B-4A74-871F-3AA69C7BFB01}" type="presParOf" srcId="{9891E4E1-B289-4284-9CCB-96E62AB78F2A}" destId="{36996D48-CE57-460C-A46C-26BF940AA59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37EC4E-7D98-41EE-B153-CBE31FB634C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1F6FC673-4A17-4EE1-9B96-278D494EAFBD}">
      <dgm:prSet/>
      <dgm:spPr/>
      <dgm:t>
        <a:bodyPr/>
        <a:lstStyle/>
        <a:p>
          <a:r>
            <a:rPr lang="en-US"/>
            <a:t>You write a function (Python, Node.js, Java, Go, etc.)</a:t>
          </a:r>
        </a:p>
      </dgm:t>
    </dgm:pt>
    <dgm:pt modelId="{EE3F29A7-C9A2-4065-A81D-927002267234}" type="parTrans" cxnId="{7DB17A22-61B5-4583-BD0F-5735D7B1EE81}">
      <dgm:prSet/>
      <dgm:spPr/>
      <dgm:t>
        <a:bodyPr/>
        <a:lstStyle/>
        <a:p>
          <a:endParaRPr lang="en-US"/>
        </a:p>
      </dgm:t>
    </dgm:pt>
    <dgm:pt modelId="{92C33A7B-8F0E-4DBF-8847-79071D6AF50A}" type="sibTrans" cxnId="{7DB17A22-61B5-4583-BD0F-5735D7B1EE81}">
      <dgm:prSet/>
      <dgm:spPr/>
      <dgm:t>
        <a:bodyPr/>
        <a:lstStyle/>
        <a:p>
          <a:endParaRPr lang="en-US"/>
        </a:p>
      </dgm:t>
    </dgm:pt>
    <dgm:pt modelId="{127E6AF2-FB8B-4000-A22D-26D1096AC808}">
      <dgm:prSet/>
      <dgm:spPr/>
      <dgm:t>
        <a:bodyPr/>
        <a:lstStyle/>
        <a:p>
          <a:r>
            <a:rPr lang="en-US"/>
            <a:t>Define a trigger/event (like S3 upload, API call, DynamoDB update).</a:t>
          </a:r>
        </a:p>
      </dgm:t>
    </dgm:pt>
    <dgm:pt modelId="{1085896C-D068-4A95-9EB2-1103FB840413}" type="parTrans" cxnId="{6F3A9A9A-C657-4594-B672-663074FFD3C3}">
      <dgm:prSet/>
      <dgm:spPr/>
      <dgm:t>
        <a:bodyPr/>
        <a:lstStyle/>
        <a:p>
          <a:endParaRPr lang="en-US"/>
        </a:p>
      </dgm:t>
    </dgm:pt>
    <dgm:pt modelId="{998CBEC5-FB71-4E3C-9C74-C9DD084A2F3A}" type="sibTrans" cxnId="{6F3A9A9A-C657-4594-B672-663074FFD3C3}">
      <dgm:prSet/>
      <dgm:spPr/>
      <dgm:t>
        <a:bodyPr/>
        <a:lstStyle/>
        <a:p>
          <a:endParaRPr lang="en-US"/>
        </a:p>
      </dgm:t>
    </dgm:pt>
    <dgm:pt modelId="{9263113B-A9BF-4D34-94D6-74D892C6690D}">
      <dgm:prSet/>
      <dgm:spPr/>
      <dgm:t>
        <a:bodyPr/>
        <a:lstStyle/>
        <a:p>
          <a:r>
            <a:rPr lang="en-US"/>
            <a:t>Lambda executes your function automatically when the event occurs.</a:t>
          </a:r>
        </a:p>
      </dgm:t>
    </dgm:pt>
    <dgm:pt modelId="{3101CE66-63E4-4E91-977B-D1FCAB849249}" type="parTrans" cxnId="{AFF96F02-EEBB-4956-8739-20E322172706}">
      <dgm:prSet/>
      <dgm:spPr/>
      <dgm:t>
        <a:bodyPr/>
        <a:lstStyle/>
        <a:p>
          <a:endParaRPr lang="en-US"/>
        </a:p>
      </dgm:t>
    </dgm:pt>
    <dgm:pt modelId="{055529CD-1B93-4F36-9461-1A6494B7268B}" type="sibTrans" cxnId="{AFF96F02-EEBB-4956-8739-20E322172706}">
      <dgm:prSet/>
      <dgm:spPr/>
      <dgm:t>
        <a:bodyPr/>
        <a:lstStyle/>
        <a:p>
          <a:endParaRPr lang="en-US"/>
        </a:p>
      </dgm:t>
    </dgm:pt>
    <dgm:pt modelId="{F9631B66-E010-4CC8-A5FD-98C21F2A557B}">
      <dgm:prSet/>
      <dgm:spPr/>
      <dgm:t>
        <a:bodyPr/>
        <a:lstStyle/>
        <a:p>
          <a:r>
            <a:rPr lang="en-US"/>
            <a:t>You pay only for the time the code runs (measured in milliseconds).</a:t>
          </a:r>
        </a:p>
      </dgm:t>
    </dgm:pt>
    <dgm:pt modelId="{C33D30BD-F1C6-42FD-A0C4-D4F4451DF4DD}" type="parTrans" cxnId="{F115E5F4-242E-411A-8D73-9E8B01826BB8}">
      <dgm:prSet/>
      <dgm:spPr/>
      <dgm:t>
        <a:bodyPr/>
        <a:lstStyle/>
        <a:p>
          <a:endParaRPr lang="en-US"/>
        </a:p>
      </dgm:t>
    </dgm:pt>
    <dgm:pt modelId="{0D94CE6D-3BDB-46A3-AC7C-F5B7B2661632}" type="sibTrans" cxnId="{F115E5F4-242E-411A-8D73-9E8B01826BB8}">
      <dgm:prSet/>
      <dgm:spPr/>
      <dgm:t>
        <a:bodyPr/>
        <a:lstStyle/>
        <a:p>
          <a:endParaRPr lang="en-US"/>
        </a:p>
      </dgm:t>
    </dgm:pt>
    <dgm:pt modelId="{9EB17A0A-14A6-414C-BA5D-E569D8F0D7E1}" type="pres">
      <dgm:prSet presAssocID="{E437EC4E-7D98-41EE-B153-CBE31FB634C2}" presName="root" presStyleCnt="0">
        <dgm:presLayoutVars>
          <dgm:dir/>
          <dgm:resizeHandles val="exact"/>
        </dgm:presLayoutVars>
      </dgm:prSet>
      <dgm:spPr/>
    </dgm:pt>
    <dgm:pt modelId="{16CCB67F-19C6-447D-918D-4C8E797DBF87}" type="pres">
      <dgm:prSet presAssocID="{1F6FC673-4A17-4EE1-9B96-278D494EAFBD}" presName="compNode" presStyleCnt="0"/>
      <dgm:spPr/>
    </dgm:pt>
    <dgm:pt modelId="{05186DFC-2BA8-46DD-ACD7-09A96ED0AFC8}" type="pres">
      <dgm:prSet presAssocID="{1F6FC673-4A17-4EE1-9B96-278D494EAFBD}" presName="bgRect" presStyleLbl="bgShp" presStyleIdx="0" presStyleCnt="4"/>
      <dgm:spPr/>
    </dgm:pt>
    <dgm:pt modelId="{DDD98F00-30B7-4A06-BF7F-2EC6ED1089B5}" type="pres">
      <dgm:prSet presAssocID="{1F6FC673-4A17-4EE1-9B96-278D494EAFB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A136CC0F-2AA0-4503-82A5-E24E3E6FA292}" type="pres">
      <dgm:prSet presAssocID="{1F6FC673-4A17-4EE1-9B96-278D494EAFBD}" presName="spaceRect" presStyleCnt="0"/>
      <dgm:spPr/>
    </dgm:pt>
    <dgm:pt modelId="{DAB56D11-719E-4128-9E94-C00EE8911863}" type="pres">
      <dgm:prSet presAssocID="{1F6FC673-4A17-4EE1-9B96-278D494EAFBD}" presName="parTx" presStyleLbl="revTx" presStyleIdx="0" presStyleCnt="4">
        <dgm:presLayoutVars>
          <dgm:chMax val="0"/>
          <dgm:chPref val="0"/>
        </dgm:presLayoutVars>
      </dgm:prSet>
      <dgm:spPr/>
    </dgm:pt>
    <dgm:pt modelId="{A076ACDB-0841-4026-9EE8-C162CD7A5B98}" type="pres">
      <dgm:prSet presAssocID="{92C33A7B-8F0E-4DBF-8847-79071D6AF50A}" presName="sibTrans" presStyleCnt="0"/>
      <dgm:spPr/>
    </dgm:pt>
    <dgm:pt modelId="{CA397B3D-74BF-4C85-8200-0343DD5C9887}" type="pres">
      <dgm:prSet presAssocID="{127E6AF2-FB8B-4000-A22D-26D1096AC808}" presName="compNode" presStyleCnt="0"/>
      <dgm:spPr/>
    </dgm:pt>
    <dgm:pt modelId="{EB113667-A426-4336-AED2-1844E6AF7E07}" type="pres">
      <dgm:prSet presAssocID="{127E6AF2-FB8B-4000-A22D-26D1096AC808}" presName="bgRect" presStyleLbl="bgShp" presStyleIdx="1" presStyleCnt="4"/>
      <dgm:spPr/>
    </dgm:pt>
    <dgm:pt modelId="{E7DC379F-1F51-4301-B4AF-24DC176341B7}" type="pres">
      <dgm:prSet presAssocID="{127E6AF2-FB8B-4000-A22D-26D1096AC80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5E07DE75-F071-4463-846A-ACED765B8781}" type="pres">
      <dgm:prSet presAssocID="{127E6AF2-FB8B-4000-A22D-26D1096AC808}" presName="spaceRect" presStyleCnt="0"/>
      <dgm:spPr/>
    </dgm:pt>
    <dgm:pt modelId="{1AA3BAD0-0340-47A5-832F-A3A502E11A26}" type="pres">
      <dgm:prSet presAssocID="{127E6AF2-FB8B-4000-A22D-26D1096AC808}" presName="parTx" presStyleLbl="revTx" presStyleIdx="1" presStyleCnt="4">
        <dgm:presLayoutVars>
          <dgm:chMax val="0"/>
          <dgm:chPref val="0"/>
        </dgm:presLayoutVars>
      </dgm:prSet>
      <dgm:spPr/>
    </dgm:pt>
    <dgm:pt modelId="{A7BC4DDC-2E14-4452-94EF-042D0B69BD71}" type="pres">
      <dgm:prSet presAssocID="{998CBEC5-FB71-4E3C-9C74-C9DD084A2F3A}" presName="sibTrans" presStyleCnt="0"/>
      <dgm:spPr/>
    </dgm:pt>
    <dgm:pt modelId="{E01F9049-5F4B-4C4E-AB8B-7955E41ABA98}" type="pres">
      <dgm:prSet presAssocID="{9263113B-A9BF-4D34-94D6-74D892C6690D}" presName="compNode" presStyleCnt="0"/>
      <dgm:spPr/>
    </dgm:pt>
    <dgm:pt modelId="{B0C35B45-F929-4DDB-A944-A3CAA9C51FD5}" type="pres">
      <dgm:prSet presAssocID="{9263113B-A9BF-4D34-94D6-74D892C6690D}" presName="bgRect" presStyleLbl="bgShp" presStyleIdx="2" presStyleCnt="4"/>
      <dgm:spPr/>
    </dgm:pt>
    <dgm:pt modelId="{08D8DE7F-1610-4634-B169-F3159B52813C}" type="pres">
      <dgm:prSet presAssocID="{9263113B-A9BF-4D34-94D6-74D892C6690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CF06123D-39EB-48C5-94EB-FCD49C35A4F2}" type="pres">
      <dgm:prSet presAssocID="{9263113B-A9BF-4D34-94D6-74D892C6690D}" presName="spaceRect" presStyleCnt="0"/>
      <dgm:spPr/>
    </dgm:pt>
    <dgm:pt modelId="{AA137005-973E-47F5-89AD-A59E8FA5EB8E}" type="pres">
      <dgm:prSet presAssocID="{9263113B-A9BF-4D34-94D6-74D892C6690D}" presName="parTx" presStyleLbl="revTx" presStyleIdx="2" presStyleCnt="4">
        <dgm:presLayoutVars>
          <dgm:chMax val="0"/>
          <dgm:chPref val="0"/>
        </dgm:presLayoutVars>
      </dgm:prSet>
      <dgm:spPr/>
    </dgm:pt>
    <dgm:pt modelId="{4F373F94-62F0-4CB7-8C71-332841313952}" type="pres">
      <dgm:prSet presAssocID="{055529CD-1B93-4F36-9461-1A6494B7268B}" presName="sibTrans" presStyleCnt="0"/>
      <dgm:spPr/>
    </dgm:pt>
    <dgm:pt modelId="{7DD21509-F9A0-4C81-9B0F-14128C61A34F}" type="pres">
      <dgm:prSet presAssocID="{F9631B66-E010-4CC8-A5FD-98C21F2A557B}" presName="compNode" presStyleCnt="0"/>
      <dgm:spPr/>
    </dgm:pt>
    <dgm:pt modelId="{07B4DEDA-6E4E-4CD0-B9BF-504775985D47}" type="pres">
      <dgm:prSet presAssocID="{F9631B66-E010-4CC8-A5FD-98C21F2A557B}" presName="bgRect" presStyleLbl="bgShp" presStyleIdx="3" presStyleCnt="4"/>
      <dgm:spPr/>
    </dgm:pt>
    <dgm:pt modelId="{2B95C9DC-6A9E-4E37-9525-7A2B4F6ECFA7}" type="pres">
      <dgm:prSet presAssocID="{F9631B66-E010-4CC8-A5FD-98C21F2A557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DEA3FC29-9DC0-4443-BEBD-50115E89484F}" type="pres">
      <dgm:prSet presAssocID="{F9631B66-E010-4CC8-A5FD-98C21F2A557B}" presName="spaceRect" presStyleCnt="0"/>
      <dgm:spPr/>
    </dgm:pt>
    <dgm:pt modelId="{1B54C217-2BBF-4730-8F81-76B53BFBA99B}" type="pres">
      <dgm:prSet presAssocID="{F9631B66-E010-4CC8-A5FD-98C21F2A557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FF96F02-EEBB-4956-8739-20E322172706}" srcId="{E437EC4E-7D98-41EE-B153-CBE31FB634C2}" destId="{9263113B-A9BF-4D34-94D6-74D892C6690D}" srcOrd="2" destOrd="0" parTransId="{3101CE66-63E4-4E91-977B-D1FCAB849249}" sibTransId="{055529CD-1B93-4F36-9461-1A6494B7268B}"/>
    <dgm:cxn modelId="{7DB17A22-61B5-4583-BD0F-5735D7B1EE81}" srcId="{E437EC4E-7D98-41EE-B153-CBE31FB634C2}" destId="{1F6FC673-4A17-4EE1-9B96-278D494EAFBD}" srcOrd="0" destOrd="0" parTransId="{EE3F29A7-C9A2-4065-A81D-927002267234}" sibTransId="{92C33A7B-8F0E-4DBF-8847-79071D6AF50A}"/>
    <dgm:cxn modelId="{1D197A72-E038-4FD7-899C-08CC9D11B1C5}" type="presOf" srcId="{1F6FC673-4A17-4EE1-9B96-278D494EAFBD}" destId="{DAB56D11-719E-4128-9E94-C00EE8911863}" srcOrd="0" destOrd="0" presId="urn:microsoft.com/office/officeart/2018/2/layout/IconVerticalSolidList"/>
    <dgm:cxn modelId="{0FF26F81-2267-4EE8-A93E-B375FA624ACB}" type="presOf" srcId="{E437EC4E-7D98-41EE-B153-CBE31FB634C2}" destId="{9EB17A0A-14A6-414C-BA5D-E569D8F0D7E1}" srcOrd="0" destOrd="0" presId="urn:microsoft.com/office/officeart/2018/2/layout/IconVerticalSolidList"/>
    <dgm:cxn modelId="{6F3A9A9A-C657-4594-B672-663074FFD3C3}" srcId="{E437EC4E-7D98-41EE-B153-CBE31FB634C2}" destId="{127E6AF2-FB8B-4000-A22D-26D1096AC808}" srcOrd="1" destOrd="0" parTransId="{1085896C-D068-4A95-9EB2-1103FB840413}" sibTransId="{998CBEC5-FB71-4E3C-9C74-C9DD084A2F3A}"/>
    <dgm:cxn modelId="{19BF22EA-9A2F-4166-9242-4C3FDD99E4BD}" type="presOf" srcId="{9263113B-A9BF-4D34-94D6-74D892C6690D}" destId="{AA137005-973E-47F5-89AD-A59E8FA5EB8E}" srcOrd="0" destOrd="0" presId="urn:microsoft.com/office/officeart/2018/2/layout/IconVerticalSolidList"/>
    <dgm:cxn modelId="{6EBBC0EE-EEDE-4B0B-BDC7-AF996B5D0473}" type="presOf" srcId="{127E6AF2-FB8B-4000-A22D-26D1096AC808}" destId="{1AA3BAD0-0340-47A5-832F-A3A502E11A26}" srcOrd="0" destOrd="0" presId="urn:microsoft.com/office/officeart/2018/2/layout/IconVerticalSolidList"/>
    <dgm:cxn modelId="{F115E5F4-242E-411A-8D73-9E8B01826BB8}" srcId="{E437EC4E-7D98-41EE-B153-CBE31FB634C2}" destId="{F9631B66-E010-4CC8-A5FD-98C21F2A557B}" srcOrd="3" destOrd="0" parTransId="{C33D30BD-F1C6-42FD-A0C4-D4F4451DF4DD}" sibTransId="{0D94CE6D-3BDB-46A3-AC7C-F5B7B2661632}"/>
    <dgm:cxn modelId="{485543FE-129A-43D4-80C1-AC8292571821}" type="presOf" srcId="{F9631B66-E010-4CC8-A5FD-98C21F2A557B}" destId="{1B54C217-2BBF-4730-8F81-76B53BFBA99B}" srcOrd="0" destOrd="0" presId="urn:microsoft.com/office/officeart/2018/2/layout/IconVerticalSolidList"/>
    <dgm:cxn modelId="{2CA23DD4-7BA4-4333-8CD5-48598139884F}" type="presParOf" srcId="{9EB17A0A-14A6-414C-BA5D-E569D8F0D7E1}" destId="{16CCB67F-19C6-447D-918D-4C8E797DBF87}" srcOrd="0" destOrd="0" presId="urn:microsoft.com/office/officeart/2018/2/layout/IconVerticalSolidList"/>
    <dgm:cxn modelId="{4E44029B-A386-46CB-A834-2222CCC3853B}" type="presParOf" srcId="{16CCB67F-19C6-447D-918D-4C8E797DBF87}" destId="{05186DFC-2BA8-46DD-ACD7-09A96ED0AFC8}" srcOrd="0" destOrd="0" presId="urn:microsoft.com/office/officeart/2018/2/layout/IconVerticalSolidList"/>
    <dgm:cxn modelId="{5DB491F9-6093-4C6D-8190-32A2E4900544}" type="presParOf" srcId="{16CCB67F-19C6-447D-918D-4C8E797DBF87}" destId="{DDD98F00-30B7-4A06-BF7F-2EC6ED1089B5}" srcOrd="1" destOrd="0" presId="urn:microsoft.com/office/officeart/2018/2/layout/IconVerticalSolidList"/>
    <dgm:cxn modelId="{F84886CC-4F2B-46E2-8F92-2CB663AB20B3}" type="presParOf" srcId="{16CCB67F-19C6-447D-918D-4C8E797DBF87}" destId="{A136CC0F-2AA0-4503-82A5-E24E3E6FA292}" srcOrd="2" destOrd="0" presId="urn:microsoft.com/office/officeart/2018/2/layout/IconVerticalSolidList"/>
    <dgm:cxn modelId="{98D9B48A-5357-49D0-9A2C-5088110AF6AC}" type="presParOf" srcId="{16CCB67F-19C6-447D-918D-4C8E797DBF87}" destId="{DAB56D11-719E-4128-9E94-C00EE8911863}" srcOrd="3" destOrd="0" presId="urn:microsoft.com/office/officeart/2018/2/layout/IconVerticalSolidList"/>
    <dgm:cxn modelId="{A302AB3C-15EC-4701-BE85-6EF4D6239BF3}" type="presParOf" srcId="{9EB17A0A-14A6-414C-BA5D-E569D8F0D7E1}" destId="{A076ACDB-0841-4026-9EE8-C162CD7A5B98}" srcOrd="1" destOrd="0" presId="urn:microsoft.com/office/officeart/2018/2/layout/IconVerticalSolidList"/>
    <dgm:cxn modelId="{B1DEA4B0-8097-4477-939C-019D9EAF64C1}" type="presParOf" srcId="{9EB17A0A-14A6-414C-BA5D-E569D8F0D7E1}" destId="{CA397B3D-74BF-4C85-8200-0343DD5C9887}" srcOrd="2" destOrd="0" presId="urn:microsoft.com/office/officeart/2018/2/layout/IconVerticalSolidList"/>
    <dgm:cxn modelId="{3C151AD5-E4F5-4807-A06C-357B13D62E1E}" type="presParOf" srcId="{CA397B3D-74BF-4C85-8200-0343DD5C9887}" destId="{EB113667-A426-4336-AED2-1844E6AF7E07}" srcOrd="0" destOrd="0" presId="urn:microsoft.com/office/officeart/2018/2/layout/IconVerticalSolidList"/>
    <dgm:cxn modelId="{BE9F62BF-F66F-4285-B444-F58B0DD1A6D2}" type="presParOf" srcId="{CA397B3D-74BF-4C85-8200-0343DD5C9887}" destId="{E7DC379F-1F51-4301-B4AF-24DC176341B7}" srcOrd="1" destOrd="0" presId="urn:microsoft.com/office/officeart/2018/2/layout/IconVerticalSolidList"/>
    <dgm:cxn modelId="{3F1A5747-C606-402B-B969-9DFE5C0E87E7}" type="presParOf" srcId="{CA397B3D-74BF-4C85-8200-0343DD5C9887}" destId="{5E07DE75-F071-4463-846A-ACED765B8781}" srcOrd="2" destOrd="0" presId="urn:microsoft.com/office/officeart/2018/2/layout/IconVerticalSolidList"/>
    <dgm:cxn modelId="{7D92B79D-3694-436B-9C6B-D83C72AF0A13}" type="presParOf" srcId="{CA397B3D-74BF-4C85-8200-0343DD5C9887}" destId="{1AA3BAD0-0340-47A5-832F-A3A502E11A26}" srcOrd="3" destOrd="0" presId="urn:microsoft.com/office/officeart/2018/2/layout/IconVerticalSolidList"/>
    <dgm:cxn modelId="{AF78CCC3-63EF-4DBF-BD5F-6D847DB49F7B}" type="presParOf" srcId="{9EB17A0A-14A6-414C-BA5D-E569D8F0D7E1}" destId="{A7BC4DDC-2E14-4452-94EF-042D0B69BD71}" srcOrd="3" destOrd="0" presId="urn:microsoft.com/office/officeart/2018/2/layout/IconVerticalSolidList"/>
    <dgm:cxn modelId="{59740E1C-C110-4D94-9AD7-330DB1113BAA}" type="presParOf" srcId="{9EB17A0A-14A6-414C-BA5D-E569D8F0D7E1}" destId="{E01F9049-5F4B-4C4E-AB8B-7955E41ABA98}" srcOrd="4" destOrd="0" presId="urn:microsoft.com/office/officeart/2018/2/layout/IconVerticalSolidList"/>
    <dgm:cxn modelId="{DF45073A-B53A-487B-A462-EEACADCF4ECF}" type="presParOf" srcId="{E01F9049-5F4B-4C4E-AB8B-7955E41ABA98}" destId="{B0C35B45-F929-4DDB-A944-A3CAA9C51FD5}" srcOrd="0" destOrd="0" presId="urn:microsoft.com/office/officeart/2018/2/layout/IconVerticalSolidList"/>
    <dgm:cxn modelId="{EC9EC987-6B4C-470F-96F4-D73701C36F8E}" type="presParOf" srcId="{E01F9049-5F4B-4C4E-AB8B-7955E41ABA98}" destId="{08D8DE7F-1610-4634-B169-F3159B52813C}" srcOrd="1" destOrd="0" presId="urn:microsoft.com/office/officeart/2018/2/layout/IconVerticalSolidList"/>
    <dgm:cxn modelId="{CCD71B11-2233-4639-9DAE-4A75DF0FC4FC}" type="presParOf" srcId="{E01F9049-5F4B-4C4E-AB8B-7955E41ABA98}" destId="{CF06123D-39EB-48C5-94EB-FCD49C35A4F2}" srcOrd="2" destOrd="0" presId="urn:microsoft.com/office/officeart/2018/2/layout/IconVerticalSolidList"/>
    <dgm:cxn modelId="{3AD90732-5DED-4C90-A7B4-7CBE6E9D99FE}" type="presParOf" srcId="{E01F9049-5F4B-4C4E-AB8B-7955E41ABA98}" destId="{AA137005-973E-47F5-89AD-A59E8FA5EB8E}" srcOrd="3" destOrd="0" presId="urn:microsoft.com/office/officeart/2018/2/layout/IconVerticalSolidList"/>
    <dgm:cxn modelId="{591FF3B5-61DA-4D13-8DCC-58EA76AC1103}" type="presParOf" srcId="{9EB17A0A-14A6-414C-BA5D-E569D8F0D7E1}" destId="{4F373F94-62F0-4CB7-8C71-332841313952}" srcOrd="5" destOrd="0" presId="urn:microsoft.com/office/officeart/2018/2/layout/IconVerticalSolidList"/>
    <dgm:cxn modelId="{F0B0CD2A-351B-4B2D-A077-113D68DA1988}" type="presParOf" srcId="{9EB17A0A-14A6-414C-BA5D-E569D8F0D7E1}" destId="{7DD21509-F9A0-4C81-9B0F-14128C61A34F}" srcOrd="6" destOrd="0" presId="urn:microsoft.com/office/officeart/2018/2/layout/IconVerticalSolidList"/>
    <dgm:cxn modelId="{6DA8895E-E4E8-47E3-ADDA-09912BFB1592}" type="presParOf" srcId="{7DD21509-F9A0-4C81-9B0F-14128C61A34F}" destId="{07B4DEDA-6E4E-4CD0-B9BF-504775985D47}" srcOrd="0" destOrd="0" presId="urn:microsoft.com/office/officeart/2018/2/layout/IconVerticalSolidList"/>
    <dgm:cxn modelId="{0E93B39C-3891-4C67-8913-54459E857531}" type="presParOf" srcId="{7DD21509-F9A0-4C81-9B0F-14128C61A34F}" destId="{2B95C9DC-6A9E-4E37-9525-7A2B4F6ECFA7}" srcOrd="1" destOrd="0" presId="urn:microsoft.com/office/officeart/2018/2/layout/IconVerticalSolidList"/>
    <dgm:cxn modelId="{432FC048-2C96-4E5B-B587-28A4F1FBFFD1}" type="presParOf" srcId="{7DD21509-F9A0-4C81-9B0F-14128C61A34F}" destId="{DEA3FC29-9DC0-4443-BEBD-50115E89484F}" srcOrd="2" destOrd="0" presId="urn:microsoft.com/office/officeart/2018/2/layout/IconVerticalSolidList"/>
    <dgm:cxn modelId="{21C8A11B-BA47-48D3-9441-9C78F285BCB5}" type="presParOf" srcId="{7DD21509-F9A0-4C81-9B0F-14128C61A34F}" destId="{1B54C217-2BBF-4730-8F81-76B53BFBA99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E4F4551-A4F1-4EB0-87E9-3D70DCE0270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2E2E8AC-2DDD-4E27-9717-E0F083A127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Image/video processing on upload (S3 trigger)</a:t>
          </a:r>
          <a:endParaRPr lang="en-US"/>
        </a:p>
      </dgm:t>
    </dgm:pt>
    <dgm:pt modelId="{0AB88DD5-79EA-4D7D-BFBF-1022798562E6}" type="parTrans" cxnId="{2DED2D93-915E-444A-B16F-8617DB5603BF}">
      <dgm:prSet/>
      <dgm:spPr/>
      <dgm:t>
        <a:bodyPr/>
        <a:lstStyle/>
        <a:p>
          <a:endParaRPr lang="en-US"/>
        </a:p>
      </dgm:t>
    </dgm:pt>
    <dgm:pt modelId="{75954079-88B8-45B5-82E8-FDA7B1188B39}" type="sibTrans" cxnId="{2DED2D93-915E-444A-B16F-8617DB5603BF}">
      <dgm:prSet/>
      <dgm:spPr/>
      <dgm:t>
        <a:bodyPr/>
        <a:lstStyle/>
        <a:p>
          <a:endParaRPr lang="en-US"/>
        </a:p>
      </dgm:t>
    </dgm:pt>
    <dgm:pt modelId="{3C10EF59-E08A-425F-834A-01D40DC622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RESTful APIs using API Gateway + Lambda</a:t>
          </a:r>
          <a:endParaRPr lang="en-US"/>
        </a:p>
      </dgm:t>
    </dgm:pt>
    <dgm:pt modelId="{AD1A0AEF-683E-42E5-B1F3-53CCDB76968E}" type="parTrans" cxnId="{108144E9-838B-4BB3-AD9D-41DB81FF7687}">
      <dgm:prSet/>
      <dgm:spPr/>
      <dgm:t>
        <a:bodyPr/>
        <a:lstStyle/>
        <a:p>
          <a:endParaRPr lang="en-US"/>
        </a:p>
      </dgm:t>
    </dgm:pt>
    <dgm:pt modelId="{AC1A33C6-03E8-4C98-A98B-AF98809AD2E5}" type="sibTrans" cxnId="{108144E9-838B-4BB3-AD9D-41DB81FF7687}">
      <dgm:prSet/>
      <dgm:spPr/>
      <dgm:t>
        <a:bodyPr/>
        <a:lstStyle/>
        <a:p>
          <a:endParaRPr lang="en-US"/>
        </a:p>
      </dgm:t>
    </dgm:pt>
    <dgm:pt modelId="{D7F2BC02-ECCD-4B75-8F46-DC2F637B3A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Automated backups or scheduled tasks (EventBridge)</a:t>
          </a:r>
          <a:endParaRPr lang="en-US"/>
        </a:p>
      </dgm:t>
    </dgm:pt>
    <dgm:pt modelId="{B1EA54F8-9A8A-4F47-8C2E-22A771B48175}" type="parTrans" cxnId="{17B9C998-E96A-495A-80E8-39085EE00A2D}">
      <dgm:prSet/>
      <dgm:spPr/>
      <dgm:t>
        <a:bodyPr/>
        <a:lstStyle/>
        <a:p>
          <a:endParaRPr lang="en-US"/>
        </a:p>
      </dgm:t>
    </dgm:pt>
    <dgm:pt modelId="{86381F79-66E0-4191-B1E4-2508F6580ACA}" type="sibTrans" cxnId="{17B9C998-E96A-495A-80E8-39085EE00A2D}">
      <dgm:prSet/>
      <dgm:spPr/>
      <dgm:t>
        <a:bodyPr/>
        <a:lstStyle/>
        <a:p>
          <a:endParaRPr lang="en-US"/>
        </a:p>
      </dgm:t>
    </dgm:pt>
    <dgm:pt modelId="{5CCB3565-ACB0-49DD-AE9C-44106B5091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Stream data processing (Kinesis, DynamoDB Streams)</a:t>
          </a:r>
          <a:endParaRPr lang="en-US"/>
        </a:p>
      </dgm:t>
    </dgm:pt>
    <dgm:pt modelId="{DDAD4EFE-2B68-4D0D-8E85-3A722AE230C1}" type="parTrans" cxnId="{03DB2349-9792-44CE-88AD-C3FB7AE634E7}">
      <dgm:prSet/>
      <dgm:spPr/>
      <dgm:t>
        <a:bodyPr/>
        <a:lstStyle/>
        <a:p>
          <a:endParaRPr lang="en-US"/>
        </a:p>
      </dgm:t>
    </dgm:pt>
    <dgm:pt modelId="{A29E25E7-DFEC-49D7-A0D7-7DF1C1BD5E7E}" type="sibTrans" cxnId="{03DB2349-9792-44CE-88AD-C3FB7AE634E7}">
      <dgm:prSet/>
      <dgm:spPr/>
      <dgm:t>
        <a:bodyPr/>
        <a:lstStyle/>
        <a:p>
          <a:endParaRPr lang="en-US"/>
        </a:p>
      </dgm:t>
    </dgm:pt>
    <dgm:pt modelId="{7A9D9857-8CDB-443A-8A8A-14A52DFF29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Chatbots, notifications, and lightweight integrations</a:t>
          </a:r>
          <a:endParaRPr lang="en-US"/>
        </a:p>
      </dgm:t>
    </dgm:pt>
    <dgm:pt modelId="{0FDDE011-9D4E-4BAF-BC6A-5D06FAA96BA5}" type="parTrans" cxnId="{8E883E65-0CF3-4D74-9C0B-F397CC84600E}">
      <dgm:prSet/>
      <dgm:spPr/>
      <dgm:t>
        <a:bodyPr/>
        <a:lstStyle/>
        <a:p>
          <a:endParaRPr lang="en-US"/>
        </a:p>
      </dgm:t>
    </dgm:pt>
    <dgm:pt modelId="{F64F7621-7540-415C-9640-713712603176}" type="sibTrans" cxnId="{8E883E65-0CF3-4D74-9C0B-F397CC84600E}">
      <dgm:prSet/>
      <dgm:spPr/>
      <dgm:t>
        <a:bodyPr/>
        <a:lstStyle/>
        <a:p>
          <a:endParaRPr lang="en-US"/>
        </a:p>
      </dgm:t>
    </dgm:pt>
    <dgm:pt modelId="{661494A0-389F-4AF7-A88D-56071DA78D37}" type="pres">
      <dgm:prSet presAssocID="{9E4F4551-A4F1-4EB0-87E9-3D70DCE02704}" presName="root" presStyleCnt="0">
        <dgm:presLayoutVars>
          <dgm:dir/>
          <dgm:resizeHandles val="exact"/>
        </dgm:presLayoutVars>
      </dgm:prSet>
      <dgm:spPr/>
    </dgm:pt>
    <dgm:pt modelId="{A79F16D1-9C2B-4E65-820E-5AAF822E73F2}" type="pres">
      <dgm:prSet presAssocID="{92E2E8AC-2DDD-4E27-9717-E0F083A12742}" presName="compNode" presStyleCnt="0"/>
      <dgm:spPr/>
    </dgm:pt>
    <dgm:pt modelId="{92F3A6E0-12CD-4496-8417-DC52C72B6FFC}" type="pres">
      <dgm:prSet presAssocID="{92E2E8AC-2DDD-4E27-9717-E0F083A12742}" presName="bgRect" presStyleLbl="bgShp" presStyleIdx="0" presStyleCnt="5"/>
      <dgm:spPr/>
    </dgm:pt>
    <dgm:pt modelId="{139E5F38-39DE-4228-9B6D-5C1357F9D742}" type="pres">
      <dgm:prSet presAssocID="{92E2E8AC-2DDD-4E27-9717-E0F083A1274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mages"/>
        </a:ext>
      </dgm:extLst>
    </dgm:pt>
    <dgm:pt modelId="{D04BA794-BDD3-4C3F-8755-FF2A769D72BA}" type="pres">
      <dgm:prSet presAssocID="{92E2E8AC-2DDD-4E27-9717-E0F083A12742}" presName="spaceRect" presStyleCnt="0"/>
      <dgm:spPr/>
    </dgm:pt>
    <dgm:pt modelId="{99B11279-0572-4AE9-A815-D49967528D6D}" type="pres">
      <dgm:prSet presAssocID="{92E2E8AC-2DDD-4E27-9717-E0F083A12742}" presName="parTx" presStyleLbl="revTx" presStyleIdx="0" presStyleCnt="5">
        <dgm:presLayoutVars>
          <dgm:chMax val="0"/>
          <dgm:chPref val="0"/>
        </dgm:presLayoutVars>
      </dgm:prSet>
      <dgm:spPr/>
    </dgm:pt>
    <dgm:pt modelId="{FCE7BB7A-16D4-4E46-BCAF-A2C74157E825}" type="pres">
      <dgm:prSet presAssocID="{75954079-88B8-45B5-82E8-FDA7B1188B39}" presName="sibTrans" presStyleCnt="0"/>
      <dgm:spPr/>
    </dgm:pt>
    <dgm:pt modelId="{A666AC1E-2099-4F47-A5E0-EDDA32D073E5}" type="pres">
      <dgm:prSet presAssocID="{3C10EF59-E08A-425F-834A-01D40DC62246}" presName="compNode" presStyleCnt="0"/>
      <dgm:spPr/>
    </dgm:pt>
    <dgm:pt modelId="{18E94E08-06A8-4197-9445-E2904F3E59D6}" type="pres">
      <dgm:prSet presAssocID="{3C10EF59-E08A-425F-834A-01D40DC62246}" presName="bgRect" presStyleLbl="bgShp" presStyleIdx="1" presStyleCnt="5"/>
      <dgm:spPr/>
    </dgm:pt>
    <dgm:pt modelId="{5E46A354-037B-4034-916B-7EED9A8AF4C7}" type="pres">
      <dgm:prSet presAssocID="{3C10EF59-E08A-425F-834A-01D40DC6224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md Terminal with solid fill"/>
        </a:ext>
      </dgm:extLst>
    </dgm:pt>
    <dgm:pt modelId="{409882AC-5092-46B5-8463-147DD7828414}" type="pres">
      <dgm:prSet presAssocID="{3C10EF59-E08A-425F-834A-01D40DC62246}" presName="spaceRect" presStyleCnt="0"/>
      <dgm:spPr/>
    </dgm:pt>
    <dgm:pt modelId="{067A0DA0-979D-41A9-B78D-0825064827D1}" type="pres">
      <dgm:prSet presAssocID="{3C10EF59-E08A-425F-834A-01D40DC62246}" presName="parTx" presStyleLbl="revTx" presStyleIdx="1" presStyleCnt="5">
        <dgm:presLayoutVars>
          <dgm:chMax val="0"/>
          <dgm:chPref val="0"/>
        </dgm:presLayoutVars>
      </dgm:prSet>
      <dgm:spPr/>
    </dgm:pt>
    <dgm:pt modelId="{34FDAD3A-81FA-461F-86FF-CADD6258974B}" type="pres">
      <dgm:prSet presAssocID="{AC1A33C6-03E8-4C98-A98B-AF98809AD2E5}" presName="sibTrans" presStyleCnt="0"/>
      <dgm:spPr/>
    </dgm:pt>
    <dgm:pt modelId="{8D3ABA1D-04E8-4468-A659-C5968A332F9B}" type="pres">
      <dgm:prSet presAssocID="{D7F2BC02-ECCD-4B75-8F46-DC2F637B3A83}" presName="compNode" presStyleCnt="0"/>
      <dgm:spPr/>
    </dgm:pt>
    <dgm:pt modelId="{FCEB37F1-9945-405A-AA79-60EB83DB821C}" type="pres">
      <dgm:prSet presAssocID="{D7F2BC02-ECCD-4B75-8F46-DC2F637B3A83}" presName="bgRect" presStyleLbl="bgShp" presStyleIdx="2" presStyleCnt="5"/>
      <dgm:spPr/>
    </dgm:pt>
    <dgm:pt modelId="{02C2199A-5368-4D6C-8D96-B8E0766BE2E0}" type="pres">
      <dgm:prSet presAssocID="{D7F2BC02-ECCD-4B75-8F46-DC2F637B3A8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0C6F9A18-1B56-43E9-B533-A31697B891DD}" type="pres">
      <dgm:prSet presAssocID="{D7F2BC02-ECCD-4B75-8F46-DC2F637B3A83}" presName="spaceRect" presStyleCnt="0"/>
      <dgm:spPr/>
    </dgm:pt>
    <dgm:pt modelId="{33CDD6D3-D020-4EBD-A2F8-FE605711EE2B}" type="pres">
      <dgm:prSet presAssocID="{D7F2BC02-ECCD-4B75-8F46-DC2F637B3A83}" presName="parTx" presStyleLbl="revTx" presStyleIdx="2" presStyleCnt="5">
        <dgm:presLayoutVars>
          <dgm:chMax val="0"/>
          <dgm:chPref val="0"/>
        </dgm:presLayoutVars>
      </dgm:prSet>
      <dgm:spPr/>
    </dgm:pt>
    <dgm:pt modelId="{FD8D84C4-EB65-41B0-A19F-3E241C21D782}" type="pres">
      <dgm:prSet presAssocID="{86381F79-66E0-4191-B1E4-2508F6580ACA}" presName="sibTrans" presStyleCnt="0"/>
      <dgm:spPr/>
    </dgm:pt>
    <dgm:pt modelId="{208EF361-A42A-4494-80BA-09E1E1B2C506}" type="pres">
      <dgm:prSet presAssocID="{5CCB3565-ACB0-49DD-AE9C-44106B50916B}" presName="compNode" presStyleCnt="0"/>
      <dgm:spPr/>
    </dgm:pt>
    <dgm:pt modelId="{C54ACA7D-0CCB-4DD6-A897-C61A28CE4F4D}" type="pres">
      <dgm:prSet presAssocID="{5CCB3565-ACB0-49DD-AE9C-44106B50916B}" presName="bgRect" presStyleLbl="bgShp" presStyleIdx="3" presStyleCnt="5"/>
      <dgm:spPr/>
    </dgm:pt>
    <dgm:pt modelId="{4775E529-DC85-41F5-A669-91B4C30BC3D9}" type="pres">
      <dgm:prSet presAssocID="{5CCB3565-ACB0-49DD-AE9C-44106B50916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69A94950-00FB-4DB8-A647-0E863BA58A03}" type="pres">
      <dgm:prSet presAssocID="{5CCB3565-ACB0-49DD-AE9C-44106B50916B}" presName="spaceRect" presStyleCnt="0"/>
      <dgm:spPr/>
    </dgm:pt>
    <dgm:pt modelId="{DC263BB8-8797-4610-A890-B1DC40FCFFB6}" type="pres">
      <dgm:prSet presAssocID="{5CCB3565-ACB0-49DD-AE9C-44106B50916B}" presName="parTx" presStyleLbl="revTx" presStyleIdx="3" presStyleCnt="5">
        <dgm:presLayoutVars>
          <dgm:chMax val="0"/>
          <dgm:chPref val="0"/>
        </dgm:presLayoutVars>
      </dgm:prSet>
      <dgm:spPr/>
    </dgm:pt>
    <dgm:pt modelId="{D64E8155-34D2-4C92-B4EE-B7C68CF9D8CA}" type="pres">
      <dgm:prSet presAssocID="{A29E25E7-DFEC-49D7-A0D7-7DF1C1BD5E7E}" presName="sibTrans" presStyleCnt="0"/>
      <dgm:spPr/>
    </dgm:pt>
    <dgm:pt modelId="{297319D2-6FF9-46D9-ABF1-577F9764F0C6}" type="pres">
      <dgm:prSet presAssocID="{7A9D9857-8CDB-443A-8A8A-14A52DFF29C7}" presName="compNode" presStyleCnt="0"/>
      <dgm:spPr/>
    </dgm:pt>
    <dgm:pt modelId="{5AF913CE-E336-402B-BB03-EF1BB3BA48A7}" type="pres">
      <dgm:prSet presAssocID="{7A9D9857-8CDB-443A-8A8A-14A52DFF29C7}" presName="bgRect" presStyleLbl="bgShp" presStyleIdx="4" presStyleCnt="5"/>
      <dgm:spPr/>
    </dgm:pt>
    <dgm:pt modelId="{A66F7517-0F7B-4B0B-9A5C-871DCA27584F}" type="pres">
      <dgm:prSet presAssocID="{7A9D9857-8CDB-443A-8A8A-14A52DFF29C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1CCD5DD-EC63-4D99-86CB-BA1A69A690CD}" type="pres">
      <dgm:prSet presAssocID="{7A9D9857-8CDB-443A-8A8A-14A52DFF29C7}" presName="spaceRect" presStyleCnt="0"/>
      <dgm:spPr/>
    </dgm:pt>
    <dgm:pt modelId="{3120161A-175B-44DE-B7CB-5F832F1072D8}" type="pres">
      <dgm:prSet presAssocID="{7A9D9857-8CDB-443A-8A8A-14A52DFF29C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FE0CF14-5818-4B31-8623-95D4CCC28C73}" type="presOf" srcId="{7A9D9857-8CDB-443A-8A8A-14A52DFF29C7}" destId="{3120161A-175B-44DE-B7CB-5F832F1072D8}" srcOrd="0" destOrd="0" presId="urn:microsoft.com/office/officeart/2018/2/layout/IconVerticalSolidList"/>
    <dgm:cxn modelId="{5A62EF22-0D9C-462F-B5C3-B0BB406DA665}" type="presOf" srcId="{5CCB3565-ACB0-49DD-AE9C-44106B50916B}" destId="{DC263BB8-8797-4610-A890-B1DC40FCFFB6}" srcOrd="0" destOrd="0" presId="urn:microsoft.com/office/officeart/2018/2/layout/IconVerticalSolidList"/>
    <dgm:cxn modelId="{8E883E65-0CF3-4D74-9C0B-F397CC84600E}" srcId="{9E4F4551-A4F1-4EB0-87E9-3D70DCE02704}" destId="{7A9D9857-8CDB-443A-8A8A-14A52DFF29C7}" srcOrd="4" destOrd="0" parTransId="{0FDDE011-9D4E-4BAF-BC6A-5D06FAA96BA5}" sibTransId="{F64F7621-7540-415C-9640-713712603176}"/>
    <dgm:cxn modelId="{03DB2349-9792-44CE-88AD-C3FB7AE634E7}" srcId="{9E4F4551-A4F1-4EB0-87E9-3D70DCE02704}" destId="{5CCB3565-ACB0-49DD-AE9C-44106B50916B}" srcOrd="3" destOrd="0" parTransId="{DDAD4EFE-2B68-4D0D-8E85-3A722AE230C1}" sibTransId="{A29E25E7-DFEC-49D7-A0D7-7DF1C1BD5E7E}"/>
    <dgm:cxn modelId="{4012EA72-D596-482C-A6F0-E66A5404E091}" type="presOf" srcId="{9E4F4551-A4F1-4EB0-87E9-3D70DCE02704}" destId="{661494A0-389F-4AF7-A88D-56071DA78D37}" srcOrd="0" destOrd="0" presId="urn:microsoft.com/office/officeart/2018/2/layout/IconVerticalSolidList"/>
    <dgm:cxn modelId="{0AD1DD8C-36C3-4674-BE6A-E0534F620705}" type="presOf" srcId="{92E2E8AC-2DDD-4E27-9717-E0F083A12742}" destId="{99B11279-0572-4AE9-A815-D49967528D6D}" srcOrd="0" destOrd="0" presId="urn:microsoft.com/office/officeart/2018/2/layout/IconVerticalSolidList"/>
    <dgm:cxn modelId="{2DED2D93-915E-444A-B16F-8617DB5603BF}" srcId="{9E4F4551-A4F1-4EB0-87E9-3D70DCE02704}" destId="{92E2E8AC-2DDD-4E27-9717-E0F083A12742}" srcOrd="0" destOrd="0" parTransId="{0AB88DD5-79EA-4D7D-BFBF-1022798562E6}" sibTransId="{75954079-88B8-45B5-82E8-FDA7B1188B39}"/>
    <dgm:cxn modelId="{0E36EB97-3C07-41FB-8F51-EA0447B3860C}" type="presOf" srcId="{D7F2BC02-ECCD-4B75-8F46-DC2F637B3A83}" destId="{33CDD6D3-D020-4EBD-A2F8-FE605711EE2B}" srcOrd="0" destOrd="0" presId="urn:microsoft.com/office/officeart/2018/2/layout/IconVerticalSolidList"/>
    <dgm:cxn modelId="{7DFBEC97-A377-49EA-844A-7C14AA412EFB}" type="presOf" srcId="{3C10EF59-E08A-425F-834A-01D40DC62246}" destId="{067A0DA0-979D-41A9-B78D-0825064827D1}" srcOrd="0" destOrd="0" presId="urn:microsoft.com/office/officeart/2018/2/layout/IconVerticalSolidList"/>
    <dgm:cxn modelId="{17B9C998-E96A-495A-80E8-39085EE00A2D}" srcId="{9E4F4551-A4F1-4EB0-87E9-3D70DCE02704}" destId="{D7F2BC02-ECCD-4B75-8F46-DC2F637B3A83}" srcOrd="2" destOrd="0" parTransId="{B1EA54F8-9A8A-4F47-8C2E-22A771B48175}" sibTransId="{86381F79-66E0-4191-B1E4-2508F6580ACA}"/>
    <dgm:cxn modelId="{108144E9-838B-4BB3-AD9D-41DB81FF7687}" srcId="{9E4F4551-A4F1-4EB0-87E9-3D70DCE02704}" destId="{3C10EF59-E08A-425F-834A-01D40DC62246}" srcOrd="1" destOrd="0" parTransId="{AD1A0AEF-683E-42E5-B1F3-53CCDB76968E}" sibTransId="{AC1A33C6-03E8-4C98-A98B-AF98809AD2E5}"/>
    <dgm:cxn modelId="{65BE868E-E0BC-4B02-9819-F0440AD90A6D}" type="presParOf" srcId="{661494A0-389F-4AF7-A88D-56071DA78D37}" destId="{A79F16D1-9C2B-4E65-820E-5AAF822E73F2}" srcOrd="0" destOrd="0" presId="urn:microsoft.com/office/officeart/2018/2/layout/IconVerticalSolidList"/>
    <dgm:cxn modelId="{D0DF3418-CB2E-4229-98C5-C1A2ADDB824A}" type="presParOf" srcId="{A79F16D1-9C2B-4E65-820E-5AAF822E73F2}" destId="{92F3A6E0-12CD-4496-8417-DC52C72B6FFC}" srcOrd="0" destOrd="0" presId="urn:microsoft.com/office/officeart/2018/2/layout/IconVerticalSolidList"/>
    <dgm:cxn modelId="{A75B3ACA-0AC0-4B6C-A769-9260ACF2D8AA}" type="presParOf" srcId="{A79F16D1-9C2B-4E65-820E-5AAF822E73F2}" destId="{139E5F38-39DE-4228-9B6D-5C1357F9D742}" srcOrd="1" destOrd="0" presId="urn:microsoft.com/office/officeart/2018/2/layout/IconVerticalSolidList"/>
    <dgm:cxn modelId="{EE749B9C-0C33-4A10-BEEA-BC5543DBD913}" type="presParOf" srcId="{A79F16D1-9C2B-4E65-820E-5AAF822E73F2}" destId="{D04BA794-BDD3-4C3F-8755-FF2A769D72BA}" srcOrd="2" destOrd="0" presId="urn:microsoft.com/office/officeart/2018/2/layout/IconVerticalSolidList"/>
    <dgm:cxn modelId="{41B0EBAE-C61F-4A39-8BC0-1D59E4E85FA7}" type="presParOf" srcId="{A79F16D1-9C2B-4E65-820E-5AAF822E73F2}" destId="{99B11279-0572-4AE9-A815-D49967528D6D}" srcOrd="3" destOrd="0" presId="urn:microsoft.com/office/officeart/2018/2/layout/IconVerticalSolidList"/>
    <dgm:cxn modelId="{902E7FB6-C9A5-447A-842C-C6B1D2068E6E}" type="presParOf" srcId="{661494A0-389F-4AF7-A88D-56071DA78D37}" destId="{FCE7BB7A-16D4-4E46-BCAF-A2C74157E825}" srcOrd="1" destOrd="0" presId="urn:microsoft.com/office/officeart/2018/2/layout/IconVerticalSolidList"/>
    <dgm:cxn modelId="{93157561-69BB-4D7A-80F4-0D18F25D74C1}" type="presParOf" srcId="{661494A0-389F-4AF7-A88D-56071DA78D37}" destId="{A666AC1E-2099-4F47-A5E0-EDDA32D073E5}" srcOrd="2" destOrd="0" presId="urn:microsoft.com/office/officeart/2018/2/layout/IconVerticalSolidList"/>
    <dgm:cxn modelId="{0E8C83F0-A373-4744-B25D-02AE556ECA8E}" type="presParOf" srcId="{A666AC1E-2099-4F47-A5E0-EDDA32D073E5}" destId="{18E94E08-06A8-4197-9445-E2904F3E59D6}" srcOrd="0" destOrd="0" presId="urn:microsoft.com/office/officeart/2018/2/layout/IconVerticalSolidList"/>
    <dgm:cxn modelId="{AC09E29F-4FA2-40DB-A11C-C6E56742A0E1}" type="presParOf" srcId="{A666AC1E-2099-4F47-A5E0-EDDA32D073E5}" destId="{5E46A354-037B-4034-916B-7EED9A8AF4C7}" srcOrd="1" destOrd="0" presId="urn:microsoft.com/office/officeart/2018/2/layout/IconVerticalSolidList"/>
    <dgm:cxn modelId="{C8E8B58D-2A1C-4F90-8305-633A7B7C896B}" type="presParOf" srcId="{A666AC1E-2099-4F47-A5E0-EDDA32D073E5}" destId="{409882AC-5092-46B5-8463-147DD7828414}" srcOrd="2" destOrd="0" presId="urn:microsoft.com/office/officeart/2018/2/layout/IconVerticalSolidList"/>
    <dgm:cxn modelId="{254E6C39-DF69-4891-890D-CE116A955579}" type="presParOf" srcId="{A666AC1E-2099-4F47-A5E0-EDDA32D073E5}" destId="{067A0DA0-979D-41A9-B78D-0825064827D1}" srcOrd="3" destOrd="0" presId="urn:microsoft.com/office/officeart/2018/2/layout/IconVerticalSolidList"/>
    <dgm:cxn modelId="{D8D13ED3-D503-4788-9172-AF128AB8D892}" type="presParOf" srcId="{661494A0-389F-4AF7-A88D-56071DA78D37}" destId="{34FDAD3A-81FA-461F-86FF-CADD6258974B}" srcOrd="3" destOrd="0" presId="urn:microsoft.com/office/officeart/2018/2/layout/IconVerticalSolidList"/>
    <dgm:cxn modelId="{67ABF06F-ED16-4F73-B9AC-CCA71FED5B20}" type="presParOf" srcId="{661494A0-389F-4AF7-A88D-56071DA78D37}" destId="{8D3ABA1D-04E8-4468-A659-C5968A332F9B}" srcOrd="4" destOrd="0" presId="urn:microsoft.com/office/officeart/2018/2/layout/IconVerticalSolidList"/>
    <dgm:cxn modelId="{471D0595-F91A-44F0-B413-45185EDF79F9}" type="presParOf" srcId="{8D3ABA1D-04E8-4468-A659-C5968A332F9B}" destId="{FCEB37F1-9945-405A-AA79-60EB83DB821C}" srcOrd="0" destOrd="0" presId="urn:microsoft.com/office/officeart/2018/2/layout/IconVerticalSolidList"/>
    <dgm:cxn modelId="{6EDF0E28-148C-406D-88EF-E0CD4EDB7343}" type="presParOf" srcId="{8D3ABA1D-04E8-4468-A659-C5968A332F9B}" destId="{02C2199A-5368-4D6C-8D96-B8E0766BE2E0}" srcOrd="1" destOrd="0" presId="urn:microsoft.com/office/officeart/2018/2/layout/IconVerticalSolidList"/>
    <dgm:cxn modelId="{16B7DDD6-191F-4121-8F25-4A12CF7A5BB4}" type="presParOf" srcId="{8D3ABA1D-04E8-4468-A659-C5968A332F9B}" destId="{0C6F9A18-1B56-43E9-B533-A31697B891DD}" srcOrd="2" destOrd="0" presId="urn:microsoft.com/office/officeart/2018/2/layout/IconVerticalSolidList"/>
    <dgm:cxn modelId="{CBA4A68B-2F88-4530-B022-97932EDFB29D}" type="presParOf" srcId="{8D3ABA1D-04E8-4468-A659-C5968A332F9B}" destId="{33CDD6D3-D020-4EBD-A2F8-FE605711EE2B}" srcOrd="3" destOrd="0" presId="urn:microsoft.com/office/officeart/2018/2/layout/IconVerticalSolidList"/>
    <dgm:cxn modelId="{F57B70D2-B773-423E-AFB6-BB197267836B}" type="presParOf" srcId="{661494A0-389F-4AF7-A88D-56071DA78D37}" destId="{FD8D84C4-EB65-41B0-A19F-3E241C21D782}" srcOrd="5" destOrd="0" presId="urn:microsoft.com/office/officeart/2018/2/layout/IconVerticalSolidList"/>
    <dgm:cxn modelId="{3B04D2DA-D53C-482F-AA83-ABA11CA765A4}" type="presParOf" srcId="{661494A0-389F-4AF7-A88D-56071DA78D37}" destId="{208EF361-A42A-4494-80BA-09E1E1B2C506}" srcOrd="6" destOrd="0" presId="urn:microsoft.com/office/officeart/2018/2/layout/IconVerticalSolidList"/>
    <dgm:cxn modelId="{EFD9D763-8281-4855-BCB3-B080DEAF4B46}" type="presParOf" srcId="{208EF361-A42A-4494-80BA-09E1E1B2C506}" destId="{C54ACA7D-0CCB-4DD6-A897-C61A28CE4F4D}" srcOrd="0" destOrd="0" presId="urn:microsoft.com/office/officeart/2018/2/layout/IconVerticalSolidList"/>
    <dgm:cxn modelId="{4A8E5B97-2093-4F8C-8F2A-A0A4D4EFEE87}" type="presParOf" srcId="{208EF361-A42A-4494-80BA-09E1E1B2C506}" destId="{4775E529-DC85-41F5-A669-91B4C30BC3D9}" srcOrd="1" destOrd="0" presId="urn:microsoft.com/office/officeart/2018/2/layout/IconVerticalSolidList"/>
    <dgm:cxn modelId="{DD21643C-20C7-43D9-A381-79600D26DC22}" type="presParOf" srcId="{208EF361-A42A-4494-80BA-09E1E1B2C506}" destId="{69A94950-00FB-4DB8-A647-0E863BA58A03}" srcOrd="2" destOrd="0" presId="urn:microsoft.com/office/officeart/2018/2/layout/IconVerticalSolidList"/>
    <dgm:cxn modelId="{17DA48AD-E73B-40F9-9A41-A0EC24B5C1DD}" type="presParOf" srcId="{208EF361-A42A-4494-80BA-09E1E1B2C506}" destId="{DC263BB8-8797-4610-A890-B1DC40FCFFB6}" srcOrd="3" destOrd="0" presId="urn:microsoft.com/office/officeart/2018/2/layout/IconVerticalSolidList"/>
    <dgm:cxn modelId="{EAE15736-7AFE-41D0-8D00-B50F89E592C2}" type="presParOf" srcId="{661494A0-389F-4AF7-A88D-56071DA78D37}" destId="{D64E8155-34D2-4C92-B4EE-B7C68CF9D8CA}" srcOrd="7" destOrd="0" presId="urn:microsoft.com/office/officeart/2018/2/layout/IconVerticalSolidList"/>
    <dgm:cxn modelId="{F8F41D11-15C5-40C1-BF72-CA0434834C0B}" type="presParOf" srcId="{661494A0-389F-4AF7-A88D-56071DA78D37}" destId="{297319D2-6FF9-46D9-ABF1-577F9764F0C6}" srcOrd="8" destOrd="0" presId="urn:microsoft.com/office/officeart/2018/2/layout/IconVerticalSolidList"/>
    <dgm:cxn modelId="{4CC6D6BF-231A-4921-9976-F0DBDA3CD5F1}" type="presParOf" srcId="{297319D2-6FF9-46D9-ABF1-577F9764F0C6}" destId="{5AF913CE-E336-402B-BB03-EF1BB3BA48A7}" srcOrd="0" destOrd="0" presId="urn:microsoft.com/office/officeart/2018/2/layout/IconVerticalSolidList"/>
    <dgm:cxn modelId="{B5727344-21FA-4D87-B438-A3CE029E840B}" type="presParOf" srcId="{297319D2-6FF9-46D9-ABF1-577F9764F0C6}" destId="{A66F7517-0F7B-4B0B-9A5C-871DCA27584F}" srcOrd="1" destOrd="0" presId="urn:microsoft.com/office/officeart/2018/2/layout/IconVerticalSolidList"/>
    <dgm:cxn modelId="{4FEACC3A-37D3-49DF-8443-3C28FD4D9C11}" type="presParOf" srcId="{297319D2-6FF9-46D9-ABF1-577F9764F0C6}" destId="{61CCD5DD-EC63-4D99-86CB-BA1A69A690CD}" srcOrd="2" destOrd="0" presId="urn:microsoft.com/office/officeart/2018/2/layout/IconVerticalSolidList"/>
    <dgm:cxn modelId="{B76A69A1-4128-4A78-AFD2-69B5E8D4E714}" type="presParOf" srcId="{297319D2-6FF9-46D9-ABF1-577F9764F0C6}" destId="{3120161A-175B-44DE-B7CB-5F832F1072D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9DC383-3B61-48B1-8C5C-04D8FD0057E9}">
      <dsp:nvSpPr>
        <dsp:cNvPr id="0" name=""/>
        <dsp:cNvSpPr/>
      </dsp:nvSpPr>
      <dsp:spPr>
        <a:xfrm>
          <a:off x="0" y="671"/>
          <a:ext cx="6263640" cy="1572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463717-CAB5-48F2-A8C2-83997B860DA2}">
      <dsp:nvSpPr>
        <dsp:cNvPr id="0" name=""/>
        <dsp:cNvSpPr/>
      </dsp:nvSpPr>
      <dsp:spPr>
        <a:xfrm>
          <a:off x="475646" y="354458"/>
          <a:ext cx="864811" cy="8648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3C6D32-75BA-4647-9F8B-5AF26E7D7E78}">
      <dsp:nvSpPr>
        <dsp:cNvPr id="0" name=""/>
        <dsp:cNvSpPr/>
      </dsp:nvSpPr>
      <dsp:spPr>
        <a:xfrm>
          <a:off x="1816103" y="671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 dirty="0"/>
            <a:t>Run code without thinking about servers</a:t>
          </a:r>
          <a:r>
            <a:rPr lang="en-US" sz="2500" b="0" i="0" kern="1200" baseline="0" dirty="0"/>
            <a:t>.</a:t>
          </a:r>
          <a:endParaRPr lang="en-US" sz="2500" kern="1200" dirty="0"/>
        </a:p>
      </dsp:txBody>
      <dsp:txXfrm>
        <a:off x="1816103" y="671"/>
        <a:ext cx="4447536" cy="1572384"/>
      </dsp:txXfrm>
    </dsp:sp>
    <dsp:sp modelId="{9AB49924-C755-41FF-A48E-35144A3515AF}">
      <dsp:nvSpPr>
        <dsp:cNvPr id="0" name=""/>
        <dsp:cNvSpPr/>
      </dsp:nvSpPr>
      <dsp:spPr>
        <a:xfrm>
          <a:off x="0" y="1966151"/>
          <a:ext cx="6263640" cy="1572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32499E-24E5-4C5F-8058-3C41F97AC3DB}">
      <dsp:nvSpPr>
        <dsp:cNvPr id="0" name=""/>
        <dsp:cNvSpPr/>
      </dsp:nvSpPr>
      <dsp:spPr>
        <a:xfrm>
          <a:off x="475646" y="2319938"/>
          <a:ext cx="864811" cy="8648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CBADE8-A7C5-4446-A0CB-8A070CCB0B4A}">
      <dsp:nvSpPr>
        <dsp:cNvPr id="0" name=""/>
        <dsp:cNvSpPr/>
      </dsp:nvSpPr>
      <dsp:spPr>
        <a:xfrm>
          <a:off x="1816103" y="1966151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/>
            <a:t>Lambda </a:t>
          </a:r>
          <a:r>
            <a:rPr lang="en-US" sz="2500" b="1" i="0" kern="1200" baseline="0" dirty="0"/>
            <a:t>automatically runs it</a:t>
          </a:r>
          <a:r>
            <a:rPr lang="en-US" sz="2500" b="0" i="0" kern="1200" baseline="0" dirty="0"/>
            <a:t> in response to </a:t>
          </a:r>
          <a:r>
            <a:rPr lang="en-US" sz="2500" b="1" i="0" kern="1200" baseline="0" dirty="0"/>
            <a:t>events or triggers</a:t>
          </a:r>
          <a:r>
            <a:rPr lang="en-US" sz="2500" b="0" i="0" kern="1200" baseline="0" dirty="0"/>
            <a:t>.</a:t>
          </a:r>
          <a:endParaRPr lang="en-US" sz="2500" kern="1200" dirty="0"/>
        </a:p>
      </dsp:txBody>
      <dsp:txXfrm>
        <a:off x="1816103" y="1966151"/>
        <a:ext cx="4447536" cy="1572384"/>
      </dsp:txXfrm>
    </dsp:sp>
    <dsp:sp modelId="{532AEE8C-9532-4A6B-8CFE-82B6F5759EAD}">
      <dsp:nvSpPr>
        <dsp:cNvPr id="0" name=""/>
        <dsp:cNvSpPr/>
      </dsp:nvSpPr>
      <dsp:spPr>
        <a:xfrm>
          <a:off x="0" y="3931632"/>
          <a:ext cx="6263640" cy="15723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57490B-90C0-47D0-A32E-D6FFA0F0AB48}">
      <dsp:nvSpPr>
        <dsp:cNvPr id="0" name=""/>
        <dsp:cNvSpPr/>
      </dsp:nvSpPr>
      <dsp:spPr>
        <a:xfrm>
          <a:off x="475646" y="4285418"/>
          <a:ext cx="864811" cy="8648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996D48-CE57-460C-A46C-26BF940AA590}">
      <dsp:nvSpPr>
        <dsp:cNvPr id="0" name=""/>
        <dsp:cNvSpPr/>
      </dsp:nvSpPr>
      <dsp:spPr>
        <a:xfrm>
          <a:off x="1816103" y="3931632"/>
          <a:ext cx="4447536" cy="15723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411" tIns="166411" rIns="166411" bIns="16641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/>
            <a:t>Scale automatically </a:t>
          </a:r>
          <a:endParaRPr lang="en-US" sz="2500" kern="1200" dirty="0"/>
        </a:p>
      </dsp:txBody>
      <dsp:txXfrm>
        <a:off x="1816103" y="3931632"/>
        <a:ext cx="4447536" cy="15723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186DFC-2BA8-46DD-ACD7-09A96ED0AFC8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D98F00-30B7-4A06-BF7F-2EC6ED1089B5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B56D11-719E-4128-9E94-C00EE8911863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You write a function (Python, Node.js, Java, Go, etc.)</a:t>
          </a:r>
        </a:p>
      </dsp:txBody>
      <dsp:txXfrm>
        <a:off x="1357965" y="2319"/>
        <a:ext cx="4887299" cy="1175727"/>
      </dsp:txXfrm>
    </dsp:sp>
    <dsp:sp modelId="{EB113667-A426-4336-AED2-1844E6AF7E07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DC379F-1F51-4301-B4AF-24DC176341B7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A3BAD0-0340-47A5-832F-A3A502E11A26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Define a trigger/event (like S3 upload, API call, DynamoDB update).</a:t>
          </a:r>
        </a:p>
      </dsp:txBody>
      <dsp:txXfrm>
        <a:off x="1357965" y="1471979"/>
        <a:ext cx="4887299" cy="1175727"/>
      </dsp:txXfrm>
    </dsp:sp>
    <dsp:sp modelId="{B0C35B45-F929-4DDB-A944-A3CAA9C51FD5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D8DE7F-1610-4634-B169-F3159B52813C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137005-973E-47F5-89AD-A59E8FA5EB8E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Lambda executes your function automatically when the event occurs.</a:t>
          </a:r>
        </a:p>
      </dsp:txBody>
      <dsp:txXfrm>
        <a:off x="1357965" y="2941639"/>
        <a:ext cx="4887299" cy="1175727"/>
      </dsp:txXfrm>
    </dsp:sp>
    <dsp:sp modelId="{07B4DEDA-6E4E-4CD0-B9BF-504775985D47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95C9DC-6A9E-4E37-9525-7A2B4F6ECFA7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54C217-2BBF-4730-8F81-76B53BFBA99B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You pay only for the time the code runs (measured in milliseconds).</a:t>
          </a:r>
        </a:p>
      </dsp:txBody>
      <dsp:txXfrm>
        <a:off x="1357965" y="4411299"/>
        <a:ext cx="4887299" cy="11757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F3A6E0-12CD-4496-8417-DC52C72B6FFC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9E5F38-39DE-4228-9B6D-5C1357F9D742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B11279-0572-4AE9-A815-D49967528D6D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Image/video processing on upload (S3 trigger)</a:t>
          </a:r>
          <a:endParaRPr lang="en-US" sz="1900" kern="1200"/>
        </a:p>
      </dsp:txBody>
      <dsp:txXfrm>
        <a:off x="836323" y="3399"/>
        <a:ext cx="9679276" cy="724089"/>
      </dsp:txXfrm>
    </dsp:sp>
    <dsp:sp modelId="{18E94E08-06A8-4197-9445-E2904F3E59D6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46A354-037B-4034-916B-7EED9A8AF4C7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7A0DA0-979D-41A9-B78D-0825064827D1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RESTful APIs using API Gateway + Lambda</a:t>
          </a:r>
          <a:endParaRPr lang="en-US" sz="1900" kern="1200"/>
        </a:p>
      </dsp:txBody>
      <dsp:txXfrm>
        <a:off x="836323" y="908511"/>
        <a:ext cx="9679276" cy="724089"/>
      </dsp:txXfrm>
    </dsp:sp>
    <dsp:sp modelId="{FCEB37F1-9945-405A-AA79-60EB83DB821C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C2199A-5368-4D6C-8D96-B8E0766BE2E0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CDD6D3-D020-4EBD-A2F8-FE605711EE2B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Automated backups or scheduled tasks (EventBridge)</a:t>
          </a:r>
          <a:endParaRPr lang="en-US" sz="1900" kern="1200"/>
        </a:p>
      </dsp:txBody>
      <dsp:txXfrm>
        <a:off x="836323" y="1813624"/>
        <a:ext cx="9679276" cy="724089"/>
      </dsp:txXfrm>
    </dsp:sp>
    <dsp:sp modelId="{C54ACA7D-0CCB-4DD6-A897-C61A28CE4F4D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75E529-DC85-41F5-A669-91B4C30BC3D9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63BB8-8797-4610-A890-B1DC40FCFFB6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Stream data processing (Kinesis, DynamoDB Streams)</a:t>
          </a:r>
          <a:endParaRPr lang="en-US" sz="1900" kern="1200"/>
        </a:p>
      </dsp:txBody>
      <dsp:txXfrm>
        <a:off x="836323" y="2718736"/>
        <a:ext cx="9679276" cy="724089"/>
      </dsp:txXfrm>
    </dsp:sp>
    <dsp:sp modelId="{5AF913CE-E336-402B-BB03-EF1BB3BA48A7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6F7517-0F7B-4B0B-9A5C-871DCA27584F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20161A-175B-44DE-B7CB-5F832F1072D8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Chatbots, notifications, and lightweight integrations</a:t>
          </a:r>
          <a:endParaRPr lang="en-US" sz="1900" kern="1200"/>
        </a:p>
      </dsp:txBody>
      <dsp:txXfrm>
        <a:off x="836323" y="3623848"/>
        <a:ext cx="9679276" cy="724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ECAB8-21D3-4DEB-A363-B30197AF5CAE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7D0CC-B53E-438A-84FE-1C2AB25BD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865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94F75-3C04-4D6F-8FC7-46B127EF7C2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749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E1446-9A88-E184-CD58-1EFCF1E07D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6230E8-4B9E-08F6-8B46-31AF58892E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BB54B-8E64-10C4-C7DC-55AFEA573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B578-71B6-4EDE-8E67-8BF9036EA635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5FF65-1C8D-B88C-52F0-746734789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D4DFF-1682-DB47-88D8-DB221B065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38AEE-A3B4-44C2-B339-CBE805B83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133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EC845-322C-008A-C139-59BE13CB1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FCCF0-6B82-058D-111F-C3F058CCF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87156-0306-416A-4806-035986CC3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B578-71B6-4EDE-8E67-8BF9036EA635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234AB-D8BD-CF45-2D6B-8C5267ED6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381D3-E781-2110-C811-21C6A1128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38AEE-A3B4-44C2-B339-CBE805B83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275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57FD7-B978-FC8F-F446-CEABAF1CE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2E125-B026-BBD7-C25F-9BF5EFF87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D6507-1AAA-90D6-D301-076982078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B578-71B6-4EDE-8E67-8BF9036EA635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29CCF-C191-5B95-A8AE-8397F8181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FED85-AC1D-28B6-5457-B9D5C5E3C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38AEE-A3B4-44C2-B339-CBE805B83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058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84AA2-F8D2-F8F9-0D47-F02F93FC4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7B21F-A187-6750-4DEA-7417A9BF7E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182236-31BE-8C97-B6C9-D4764C5BF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66E8BA-1409-5875-DE89-141FB7B3B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B578-71B6-4EDE-8E67-8BF9036EA635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62B5B-E770-D602-BACA-D1C260099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E9CB-8BA4-E86C-C74B-955361D42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38AEE-A3B4-44C2-B339-CBE805B83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705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E75F7-708A-C716-5183-10E3D6421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D1A48-D51D-6842-AA28-70163D4A7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DDBA0F-4AFB-5863-BF98-76BEEC11D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8B7953-FACF-9E09-F714-550EA61D7B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0D2D07-E484-B0B1-FAC2-4C07CB311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EA69C0-5950-7C57-0A70-DB00705D0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B578-71B6-4EDE-8E67-8BF9036EA635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931F66-EC5D-3F0D-CFB6-6586E9BB2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C67CB6-7721-5F72-A434-D505E367A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38AEE-A3B4-44C2-B339-CBE805B83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034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EE17B-FA82-3D7D-BCF2-9C5E034A2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7C9DE6-4223-033E-BEB2-E6FEE45C5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B578-71B6-4EDE-8E67-8BF9036EA635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7084A2-6D81-FA0F-3C57-C5E8BB197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032615-8ECA-309A-7366-A90A2E3A8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38AEE-A3B4-44C2-B339-CBE805B83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786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DED56A-DCBD-7373-B4BD-2D5151149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B578-71B6-4EDE-8E67-8BF9036EA635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CBB5F9-FCF2-B2BB-BF86-E78B36378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B443B-3808-AFE3-C8B0-5E21C7289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38AEE-A3B4-44C2-B339-CBE805B83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659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849CF-10E9-025F-E066-3BBF2D22B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E7DD1-E6F8-18BA-13E1-34ABC1043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7276C-BA95-9A10-5C3D-17B629FD72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FE2E8-641A-0E59-D432-E5330A0BF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B578-71B6-4EDE-8E67-8BF9036EA635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D796D-910F-3D53-B952-7885BAAE9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0D5A1C-0D14-A3E3-5DA6-9FBCE705B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38AEE-A3B4-44C2-B339-CBE805B83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005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89B17-2667-4920-07F4-8C9EFA961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9F848D-277D-0C4D-7396-77801E6400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6C03BD-2C18-7404-EDDE-3320CF206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CA55E9-226E-AD2D-A9D0-0F382CE6B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B578-71B6-4EDE-8E67-8BF9036EA635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58659-E7B9-2335-4E51-E4BC647A2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E2EE0B-ED7E-40CD-19AB-29CF273F2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38AEE-A3B4-44C2-B339-CBE805B83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528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DA91D-2D04-7EBF-0097-EFB00E08A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87C01B-69CB-0DCC-630F-465ED66AD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F9D40-67BB-EAF5-2447-74DF66C25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B578-71B6-4EDE-8E67-8BF9036EA635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9EF3A-5549-38F1-A785-903E65881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0A0C0-E6F1-5110-28AB-94B1E272C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38AEE-A3B4-44C2-B339-CBE805B83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304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E4E08A-8907-DD26-8448-FAD0A52ACF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67C2FE-195A-9BED-7BC2-56100A32A3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2B1CA-9D45-0D27-0D57-8E399B93F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9B578-71B6-4EDE-8E67-8BF9036EA635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72707-6A2F-2266-6A91-B6B8DEF26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57509-16D9-10E3-1996-30954DB4D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38AEE-A3B4-44C2-B339-CBE805B83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113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DAEEE5-2934-C7BF-AF36-7DD3A29AC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F0A35-9ACB-2572-D493-D1EB850C4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E0A6B-A556-107A-9E69-23C46170DB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E9B578-71B6-4EDE-8E67-8BF9036EA635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C1076-3CA1-DDC7-4899-B1FEA0B47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EBDA1-0BED-1E48-84FD-28DF04880C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038AEE-A3B4-44C2-B339-CBE805B837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403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74D4D0-9DBC-CD5F-5FBB-61FB0FAE2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r>
              <a:rPr lang="en-IN" sz="4800" dirty="0">
                <a:solidFill>
                  <a:srgbClr val="FFFFFF"/>
                </a:solidFill>
              </a:rPr>
              <a:t>What is AWS Lambda?</a:t>
            </a:r>
          </a:p>
        </p:txBody>
      </p:sp>
      <p:sp>
        <p:nvSpPr>
          <p:cNvPr id="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491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22E69D-1185-2D33-4ACE-66CAAD027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pPr algn="ctr"/>
            <a:r>
              <a:rPr lang="en-IN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AWS Lambda?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8DEC753-0F21-7FDB-03AA-94B458D9DB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6619338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4385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152C49-89C6-1F05-52AE-1A58AC43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How Lambda Works</a:t>
            </a:r>
            <a:br>
              <a:rPr lang="en-US" sz="4800" b="1" dirty="0"/>
            </a:br>
            <a:endParaRPr lang="en-IN" sz="4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B55C6C-7C9E-371B-7D1F-B9127CA12B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3769342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3387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543451" y="1248213"/>
            <a:ext cx="5413238" cy="432633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B70E3A-AAA5-7C99-15A5-4507EF3C5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67" y="675564"/>
            <a:ext cx="3609833" cy="520408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Event Sources for AWS Lambda</a:t>
            </a:r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5F30D34-3DF2-1182-F3EA-09182876F8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2697719"/>
              </p:ext>
            </p:extLst>
          </p:nvPr>
        </p:nvGraphicFramePr>
        <p:xfrm>
          <a:off x="4776730" y="908749"/>
          <a:ext cx="6589261" cy="5065235"/>
        </p:xfrm>
        <a:graphic>
          <a:graphicData uri="http://schemas.openxmlformats.org/drawingml/2006/table">
            <a:tbl>
              <a:tblPr/>
              <a:tblGrid>
                <a:gridCol w="3120496">
                  <a:extLst>
                    <a:ext uri="{9D8B030D-6E8A-4147-A177-3AD203B41FA5}">
                      <a16:colId xmlns:a16="http://schemas.microsoft.com/office/drawing/2014/main" val="1978226310"/>
                    </a:ext>
                  </a:extLst>
                </a:gridCol>
                <a:gridCol w="3468765">
                  <a:extLst>
                    <a:ext uri="{9D8B030D-6E8A-4147-A177-3AD203B41FA5}">
                      <a16:colId xmlns:a16="http://schemas.microsoft.com/office/drawing/2014/main" val="1059715463"/>
                    </a:ext>
                  </a:extLst>
                </a:gridCol>
              </a:tblGrid>
              <a:tr h="367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Event Source</a:t>
                      </a:r>
                    </a:p>
                  </a:txBody>
                  <a:tcPr marL="83585" marR="83585" marT="41792" marB="41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Description / Example</a:t>
                      </a:r>
                    </a:p>
                  </a:txBody>
                  <a:tcPr marL="83585" marR="83585" marT="41792" marB="41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742513"/>
                  </a:ext>
                </a:extLst>
              </a:tr>
              <a:tr h="618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S3</a:t>
                      </a:r>
                      <a:endParaRPr lang="en-IN" sz="1600"/>
                    </a:p>
                  </a:txBody>
                  <a:tcPr marL="83585" marR="83585" marT="41792" marB="41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Run code when a file is uploaded (e.g., image resize).</a:t>
                      </a:r>
                    </a:p>
                  </a:txBody>
                  <a:tcPr marL="83585" marR="83585" marT="41792" marB="41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8741367"/>
                  </a:ext>
                </a:extLst>
              </a:tr>
              <a:tr h="618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API Gateway</a:t>
                      </a:r>
                      <a:endParaRPr lang="en-IN" sz="1600"/>
                    </a:p>
                  </a:txBody>
                  <a:tcPr marL="83585" marR="83585" marT="41792" marB="41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Run Lambda when an HTTP request hits your API.</a:t>
                      </a:r>
                    </a:p>
                  </a:txBody>
                  <a:tcPr marL="83585" marR="83585" marT="41792" marB="41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354615"/>
                  </a:ext>
                </a:extLst>
              </a:tr>
              <a:tr h="618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DynamoDB Streams</a:t>
                      </a:r>
                      <a:endParaRPr lang="en-IN" sz="1600"/>
                    </a:p>
                  </a:txBody>
                  <a:tcPr marL="83585" marR="83585" marT="41792" marB="41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Trigger on item insert/update/delete.</a:t>
                      </a:r>
                    </a:p>
                  </a:txBody>
                  <a:tcPr marL="83585" marR="83585" marT="41792" marB="41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717381"/>
                  </a:ext>
                </a:extLst>
              </a:tr>
              <a:tr h="618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SNS (Simple Notification Service)</a:t>
                      </a:r>
                      <a:endParaRPr lang="en-IN" sz="1600"/>
                    </a:p>
                  </a:txBody>
                  <a:tcPr marL="83585" marR="83585" marT="41792" marB="41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Execute function when a message is published.</a:t>
                      </a:r>
                    </a:p>
                  </a:txBody>
                  <a:tcPr marL="83585" marR="83585" marT="41792" marB="41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157659"/>
                  </a:ext>
                </a:extLst>
              </a:tr>
              <a:tr h="618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SQS (Simple Queue Service)</a:t>
                      </a:r>
                      <a:endParaRPr lang="en-IN" sz="1600"/>
                    </a:p>
                  </a:txBody>
                  <a:tcPr marL="83585" marR="83585" marT="41792" marB="41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Process queued messages automatically.</a:t>
                      </a:r>
                    </a:p>
                  </a:txBody>
                  <a:tcPr marL="83585" marR="83585" marT="41792" marB="41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95891"/>
                  </a:ext>
                </a:extLst>
              </a:tr>
              <a:tr h="618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CloudWatch Events / EventBridge</a:t>
                      </a:r>
                      <a:endParaRPr lang="en-IN" sz="1600"/>
                    </a:p>
                  </a:txBody>
                  <a:tcPr marL="83585" marR="83585" marT="41792" marB="41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Run functions on schedules or system events.</a:t>
                      </a:r>
                    </a:p>
                  </a:txBody>
                  <a:tcPr marL="83585" marR="83585" marT="41792" marB="41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4452"/>
                  </a:ext>
                </a:extLst>
              </a:tr>
              <a:tr h="618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Cognito</a:t>
                      </a:r>
                      <a:endParaRPr lang="en-IN" sz="1600"/>
                    </a:p>
                  </a:txBody>
                  <a:tcPr marL="83585" marR="83585" marT="41792" marB="41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Trigger Lambda during user sign-up/sign-in flows.</a:t>
                      </a:r>
                    </a:p>
                  </a:txBody>
                  <a:tcPr marL="83585" marR="83585" marT="41792" marB="41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150056"/>
                  </a:ext>
                </a:extLst>
              </a:tr>
              <a:tr h="367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Kinesis / MSK</a:t>
                      </a:r>
                      <a:endParaRPr lang="en-IN" sz="1600"/>
                    </a:p>
                  </a:txBody>
                  <a:tcPr marL="83585" marR="83585" marT="41792" marB="41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Process real-time streaming data.</a:t>
                      </a:r>
                    </a:p>
                  </a:txBody>
                  <a:tcPr marL="83585" marR="83585" marT="41792" marB="41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4019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3917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4783E-B1D7-1BC4-7428-BA1A76D6A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Features of AWS Lambda</a:t>
            </a:r>
            <a:endParaRPr lang="en-IN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70135-F4F0-4DD0-D41B-FD7D6668A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Serverless Architecture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Event-Driven Execution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 Scaling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Flexible Language Support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Pay-as-You-Go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Monitoring &amp; Logging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Security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Environment Variables &amp; Layers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464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CDCE0-3430-EF03-0F55-5C0F81F56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Example Use Cases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5C78124-B6BC-72F0-6820-041799F2A6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502232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1649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E837-43AE-27E4-8A13-1567E9A2D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r>
              <a:rPr lang="en-US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9D02F-E4EF-457E-F87A-D88C90B43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106" y="2320744"/>
            <a:ext cx="6382966" cy="22165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Explore my other </a:t>
            </a:r>
            <a:r>
              <a:rPr lang="en-US" b="1" dirty="0"/>
              <a:t>Cloud Computing Playlists</a:t>
            </a:r>
            <a:r>
              <a:rPr lang="en-US" dirty="0"/>
              <a:t> for more learning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701CDA-07AF-C32D-549F-4818E1C95BBB}"/>
              </a:ext>
            </a:extLst>
          </p:cNvPr>
          <p:cNvSpPr/>
          <p:nvPr/>
        </p:nvSpPr>
        <p:spPr>
          <a:xfrm>
            <a:off x="6" y="6347637"/>
            <a:ext cx="12191994" cy="49821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2BE5594-B791-6E6D-5081-DB7AA0AA1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21" y="6413900"/>
            <a:ext cx="2298764" cy="3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01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275</Words>
  <Application>Microsoft Office PowerPoint</Application>
  <PresentationFormat>Widescreen</PresentationFormat>
  <Paragraphs>48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What is AWS Lambda?</vt:lpstr>
      <vt:lpstr>What is AWS Lambda?</vt:lpstr>
      <vt:lpstr>How Lambda Works </vt:lpstr>
      <vt:lpstr>Event Sources for AWS Lambda</vt:lpstr>
      <vt:lpstr>Key Features of AWS Lambda</vt:lpstr>
      <vt:lpstr>Example Use Cases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Behal</dc:creator>
  <cp:lastModifiedBy>Ritesh Behal</cp:lastModifiedBy>
  <cp:revision>28</cp:revision>
  <dcterms:created xsi:type="dcterms:W3CDTF">2025-10-19T06:33:13Z</dcterms:created>
  <dcterms:modified xsi:type="dcterms:W3CDTF">2025-10-19T06:41:31Z</dcterms:modified>
</cp:coreProperties>
</file>