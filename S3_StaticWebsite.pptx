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A613F9-E3E2-415D-BCB2-E29190A26293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831E60B-2471-4414-8CD5-38C71BA47DFB}">
      <dgm:prSet/>
      <dgm:spPr/>
      <dgm:t>
        <a:bodyPr/>
        <a:lstStyle/>
        <a:p>
          <a:r>
            <a:rPr lang="en-US"/>
            <a:t>No backend required</a:t>
          </a:r>
        </a:p>
      </dgm:t>
    </dgm:pt>
    <dgm:pt modelId="{7FD14BB6-309D-4276-8FEA-A6630F7FE392}" type="parTrans" cxnId="{4991EEA3-BD62-493E-9D63-299EEAB57C46}">
      <dgm:prSet/>
      <dgm:spPr/>
      <dgm:t>
        <a:bodyPr/>
        <a:lstStyle/>
        <a:p>
          <a:endParaRPr lang="en-US"/>
        </a:p>
      </dgm:t>
    </dgm:pt>
    <dgm:pt modelId="{450F9203-CDE9-4DE8-BA38-A7B4E76EAD07}" type="sibTrans" cxnId="{4991EEA3-BD62-493E-9D63-299EEAB57C46}">
      <dgm:prSet/>
      <dgm:spPr/>
      <dgm:t>
        <a:bodyPr/>
        <a:lstStyle/>
        <a:p>
          <a:endParaRPr lang="en-US"/>
        </a:p>
      </dgm:t>
    </dgm:pt>
    <dgm:pt modelId="{2C659661-0A12-4A89-BAA1-B61AEC47F52D}">
      <dgm:prSet/>
      <dgm:spPr/>
      <dgm:t>
        <a:bodyPr/>
        <a:lstStyle/>
        <a:p>
          <a:r>
            <a:rPr lang="en-US"/>
            <a:t>Scalable</a:t>
          </a:r>
        </a:p>
      </dgm:t>
    </dgm:pt>
    <dgm:pt modelId="{F9E77CE9-D63D-4EC8-9F0F-2FBEBCB786A7}" type="parTrans" cxnId="{1A9FE4A9-778A-402C-8C03-ACD623EB2605}">
      <dgm:prSet/>
      <dgm:spPr/>
      <dgm:t>
        <a:bodyPr/>
        <a:lstStyle/>
        <a:p>
          <a:endParaRPr lang="en-US"/>
        </a:p>
      </dgm:t>
    </dgm:pt>
    <dgm:pt modelId="{DFF65E57-9772-4171-AA97-E14547F501B6}" type="sibTrans" cxnId="{1A9FE4A9-778A-402C-8C03-ACD623EB2605}">
      <dgm:prSet/>
      <dgm:spPr/>
      <dgm:t>
        <a:bodyPr/>
        <a:lstStyle/>
        <a:p>
          <a:endParaRPr lang="en-US"/>
        </a:p>
      </dgm:t>
    </dgm:pt>
    <dgm:pt modelId="{2A0B3413-97E2-49D2-BAF8-793932E56B87}">
      <dgm:prSet/>
      <dgm:spPr/>
      <dgm:t>
        <a:bodyPr/>
        <a:lstStyle/>
        <a:p>
          <a:r>
            <a:rPr lang="en-US"/>
            <a:t>Highly available</a:t>
          </a:r>
        </a:p>
      </dgm:t>
    </dgm:pt>
    <dgm:pt modelId="{04CA89CD-F6AD-4288-A49C-39B67E5AAD3E}" type="parTrans" cxnId="{AA1086BB-424B-4796-9BEC-D643CFF936A3}">
      <dgm:prSet/>
      <dgm:spPr/>
      <dgm:t>
        <a:bodyPr/>
        <a:lstStyle/>
        <a:p>
          <a:endParaRPr lang="en-US"/>
        </a:p>
      </dgm:t>
    </dgm:pt>
    <dgm:pt modelId="{C7EDC177-28B1-4CBA-85E1-AEBDC17B456C}" type="sibTrans" cxnId="{AA1086BB-424B-4796-9BEC-D643CFF936A3}">
      <dgm:prSet/>
      <dgm:spPr/>
      <dgm:t>
        <a:bodyPr/>
        <a:lstStyle/>
        <a:p>
          <a:endParaRPr lang="en-US"/>
        </a:p>
      </dgm:t>
    </dgm:pt>
    <dgm:pt modelId="{0F4737BF-89CD-41CD-8F9D-FAFEDC3AA644}">
      <dgm:prSet/>
      <dgm:spPr/>
      <dgm:t>
        <a:bodyPr/>
        <a:lstStyle/>
        <a:p>
          <a:r>
            <a:rPr lang="en-US"/>
            <a:t>Cost-effective</a:t>
          </a:r>
        </a:p>
      </dgm:t>
    </dgm:pt>
    <dgm:pt modelId="{85C72A6F-AE83-4604-B2DA-B7C0CCA0A800}" type="parTrans" cxnId="{972C4B0A-D96E-496D-B7BD-D76DF76C6FE2}">
      <dgm:prSet/>
      <dgm:spPr/>
      <dgm:t>
        <a:bodyPr/>
        <a:lstStyle/>
        <a:p>
          <a:endParaRPr lang="en-US"/>
        </a:p>
      </dgm:t>
    </dgm:pt>
    <dgm:pt modelId="{20AA78CB-9F22-4FCB-89C7-66E2282A3160}" type="sibTrans" cxnId="{972C4B0A-D96E-496D-B7BD-D76DF76C6FE2}">
      <dgm:prSet/>
      <dgm:spPr/>
      <dgm:t>
        <a:bodyPr/>
        <a:lstStyle/>
        <a:p>
          <a:endParaRPr lang="en-US"/>
        </a:p>
      </dgm:t>
    </dgm:pt>
    <dgm:pt modelId="{E56EE21A-4189-440F-8694-D2ABD469EA78}" type="pres">
      <dgm:prSet presAssocID="{56A613F9-E3E2-415D-BCB2-E29190A26293}" presName="matrix" presStyleCnt="0">
        <dgm:presLayoutVars>
          <dgm:chMax val="1"/>
          <dgm:dir/>
          <dgm:resizeHandles val="exact"/>
        </dgm:presLayoutVars>
      </dgm:prSet>
      <dgm:spPr/>
    </dgm:pt>
    <dgm:pt modelId="{A6B169D6-9C07-4556-87E5-D64A7590FBEE}" type="pres">
      <dgm:prSet presAssocID="{56A613F9-E3E2-415D-BCB2-E29190A26293}" presName="diamond" presStyleLbl="bgShp" presStyleIdx="0" presStyleCnt="1"/>
      <dgm:spPr/>
    </dgm:pt>
    <dgm:pt modelId="{238562F1-668F-499B-A29F-064BEDDEFAD1}" type="pres">
      <dgm:prSet presAssocID="{56A613F9-E3E2-415D-BCB2-E29190A2629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B50E51D-B3D3-4EA1-BFBD-27BCB2BDC9A9}" type="pres">
      <dgm:prSet presAssocID="{56A613F9-E3E2-415D-BCB2-E29190A2629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2D1AD65-EF6A-48D2-AC5E-B0DB7329DBCF}" type="pres">
      <dgm:prSet presAssocID="{56A613F9-E3E2-415D-BCB2-E29190A2629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D0C993F-D295-472C-B4B4-7997E19B069A}" type="pres">
      <dgm:prSet presAssocID="{56A613F9-E3E2-415D-BCB2-E29190A2629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72C4B0A-D96E-496D-B7BD-D76DF76C6FE2}" srcId="{56A613F9-E3E2-415D-BCB2-E29190A26293}" destId="{0F4737BF-89CD-41CD-8F9D-FAFEDC3AA644}" srcOrd="3" destOrd="0" parTransId="{85C72A6F-AE83-4604-B2DA-B7C0CCA0A800}" sibTransId="{20AA78CB-9F22-4FCB-89C7-66E2282A3160}"/>
    <dgm:cxn modelId="{2CE82A39-CE18-4C6C-84EB-5CFB24B9CB38}" type="presOf" srcId="{56A613F9-E3E2-415D-BCB2-E29190A26293}" destId="{E56EE21A-4189-440F-8694-D2ABD469EA78}" srcOrd="0" destOrd="0" presId="urn:microsoft.com/office/officeart/2005/8/layout/matrix3"/>
    <dgm:cxn modelId="{E659B076-B7FF-4202-9320-C217AC4BBCC4}" type="presOf" srcId="{2C659661-0A12-4A89-BAA1-B61AEC47F52D}" destId="{AB50E51D-B3D3-4EA1-BFBD-27BCB2BDC9A9}" srcOrd="0" destOrd="0" presId="urn:microsoft.com/office/officeart/2005/8/layout/matrix3"/>
    <dgm:cxn modelId="{56598F8B-0B93-488B-9CEC-1213D81632A3}" type="presOf" srcId="{0F4737BF-89CD-41CD-8F9D-FAFEDC3AA644}" destId="{AD0C993F-D295-472C-B4B4-7997E19B069A}" srcOrd="0" destOrd="0" presId="urn:microsoft.com/office/officeart/2005/8/layout/matrix3"/>
    <dgm:cxn modelId="{4991EEA3-BD62-493E-9D63-299EEAB57C46}" srcId="{56A613F9-E3E2-415D-BCB2-E29190A26293}" destId="{9831E60B-2471-4414-8CD5-38C71BA47DFB}" srcOrd="0" destOrd="0" parTransId="{7FD14BB6-309D-4276-8FEA-A6630F7FE392}" sibTransId="{450F9203-CDE9-4DE8-BA38-A7B4E76EAD07}"/>
    <dgm:cxn modelId="{E59EA0A5-FAFB-42F2-AE8D-200A1D756B92}" type="presOf" srcId="{9831E60B-2471-4414-8CD5-38C71BA47DFB}" destId="{238562F1-668F-499B-A29F-064BEDDEFAD1}" srcOrd="0" destOrd="0" presId="urn:microsoft.com/office/officeart/2005/8/layout/matrix3"/>
    <dgm:cxn modelId="{1A9FE4A9-778A-402C-8C03-ACD623EB2605}" srcId="{56A613F9-E3E2-415D-BCB2-E29190A26293}" destId="{2C659661-0A12-4A89-BAA1-B61AEC47F52D}" srcOrd="1" destOrd="0" parTransId="{F9E77CE9-D63D-4EC8-9F0F-2FBEBCB786A7}" sibTransId="{DFF65E57-9772-4171-AA97-E14547F501B6}"/>
    <dgm:cxn modelId="{D03889B5-4443-4264-9A93-98F7194BF207}" type="presOf" srcId="{2A0B3413-97E2-49D2-BAF8-793932E56B87}" destId="{42D1AD65-EF6A-48D2-AC5E-B0DB7329DBCF}" srcOrd="0" destOrd="0" presId="urn:microsoft.com/office/officeart/2005/8/layout/matrix3"/>
    <dgm:cxn modelId="{AA1086BB-424B-4796-9BEC-D643CFF936A3}" srcId="{56A613F9-E3E2-415D-BCB2-E29190A26293}" destId="{2A0B3413-97E2-49D2-BAF8-793932E56B87}" srcOrd="2" destOrd="0" parTransId="{04CA89CD-F6AD-4288-A49C-39B67E5AAD3E}" sibTransId="{C7EDC177-28B1-4CBA-85E1-AEBDC17B456C}"/>
    <dgm:cxn modelId="{D88BE0F2-EAB8-4E41-B1C7-0BC9C01C3909}" type="presParOf" srcId="{E56EE21A-4189-440F-8694-D2ABD469EA78}" destId="{A6B169D6-9C07-4556-87E5-D64A7590FBEE}" srcOrd="0" destOrd="0" presId="urn:microsoft.com/office/officeart/2005/8/layout/matrix3"/>
    <dgm:cxn modelId="{1D7C1AED-CF3B-447C-8CB9-528E7F4B5152}" type="presParOf" srcId="{E56EE21A-4189-440F-8694-D2ABD469EA78}" destId="{238562F1-668F-499B-A29F-064BEDDEFAD1}" srcOrd="1" destOrd="0" presId="urn:microsoft.com/office/officeart/2005/8/layout/matrix3"/>
    <dgm:cxn modelId="{6077145B-CEB7-4594-9969-09A27BA8EBF4}" type="presParOf" srcId="{E56EE21A-4189-440F-8694-D2ABD469EA78}" destId="{AB50E51D-B3D3-4EA1-BFBD-27BCB2BDC9A9}" srcOrd="2" destOrd="0" presId="urn:microsoft.com/office/officeart/2005/8/layout/matrix3"/>
    <dgm:cxn modelId="{9B40FABF-995D-49C6-951C-18FCA4F74EDE}" type="presParOf" srcId="{E56EE21A-4189-440F-8694-D2ABD469EA78}" destId="{42D1AD65-EF6A-48D2-AC5E-B0DB7329DBCF}" srcOrd="3" destOrd="0" presId="urn:microsoft.com/office/officeart/2005/8/layout/matrix3"/>
    <dgm:cxn modelId="{75B63E7E-5DF1-427F-BDFA-7B903932F050}" type="presParOf" srcId="{E56EE21A-4189-440F-8694-D2ABD469EA78}" destId="{AD0C993F-D295-472C-B4B4-7997E19B069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D4C7ED-3CD5-4265-B5C8-3BB94FCD0BB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29ED418-A930-402A-B924-C27A2F3004D4}">
      <dgm:prSet custT="1"/>
      <dgm:spPr/>
      <dgm:t>
        <a:bodyPr/>
        <a:lstStyle/>
        <a:p>
          <a:r>
            <a:rPr lang="en-US" sz="3600" dirty="0"/>
            <a:t>Create bucket</a:t>
          </a:r>
        </a:p>
      </dgm:t>
    </dgm:pt>
    <dgm:pt modelId="{06280B1D-BC72-4519-A4EB-BE053E24C550}" type="parTrans" cxnId="{62067A7B-D25F-467D-AC62-9B0ABA370E1A}">
      <dgm:prSet/>
      <dgm:spPr/>
      <dgm:t>
        <a:bodyPr/>
        <a:lstStyle/>
        <a:p>
          <a:endParaRPr lang="en-US"/>
        </a:p>
      </dgm:t>
    </dgm:pt>
    <dgm:pt modelId="{CA26EF5B-BC09-4907-A19A-BD2F51F843F5}" type="sibTrans" cxnId="{62067A7B-D25F-467D-AC62-9B0ABA370E1A}">
      <dgm:prSet/>
      <dgm:spPr/>
      <dgm:t>
        <a:bodyPr/>
        <a:lstStyle/>
        <a:p>
          <a:endParaRPr lang="en-US"/>
        </a:p>
      </dgm:t>
    </dgm:pt>
    <dgm:pt modelId="{4FF373D5-3033-40E1-87A8-156B432EAC87}">
      <dgm:prSet custT="1"/>
      <dgm:spPr/>
      <dgm:t>
        <a:bodyPr/>
        <a:lstStyle/>
        <a:p>
          <a:r>
            <a:rPr lang="en-US" sz="3600" dirty="0"/>
            <a:t>Upload files</a:t>
          </a:r>
        </a:p>
      </dgm:t>
    </dgm:pt>
    <dgm:pt modelId="{1202EAD6-67DF-4E73-A89B-1795ECED4B99}" type="parTrans" cxnId="{F167BE11-9BF9-46E7-9224-AC1E2D93C7DB}">
      <dgm:prSet/>
      <dgm:spPr/>
      <dgm:t>
        <a:bodyPr/>
        <a:lstStyle/>
        <a:p>
          <a:endParaRPr lang="en-US"/>
        </a:p>
      </dgm:t>
    </dgm:pt>
    <dgm:pt modelId="{AD75F1DD-16C0-4204-95D6-EC8D46CC0F32}" type="sibTrans" cxnId="{F167BE11-9BF9-46E7-9224-AC1E2D93C7DB}">
      <dgm:prSet/>
      <dgm:spPr/>
      <dgm:t>
        <a:bodyPr/>
        <a:lstStyle/>
        <a:p>
          <a:endParaRPr lang="en-US"/>
        </a:p>
      </dgm:t>
    </dgm:pt>
    <dgm:pt modelId="{9FBA0E24-A760-4AFD-8720-6F9348CFEC5A}">
      <dgm:prSet custT="1"/>
      <dgm:spPr/>
      <dgm:t>
        <a:bodyPr/>
        <a:lstStyle/>
        <a:p>
          <a:r>
            <a:rPr lang="en-US" sz="3600" dirty="0"/>
            <a:t>Enable static hosting</a:t>
          </a:r>
        </a:p>
      </dgm:t>
    </dgm:pt>
    <dgm:pt modelId="{32EBD2CD-26AA-40B3-940C-2A7EB95ECA11}" type="parTrans" cxnId="{ADED1F21-2948-45BB-8899-4C57913FF937}">
      <dgm:prSet/>
      <dgm:spPr/>
      <dgm:t>
        <a:bodyPr/>
        <a:lstStyle/>
        <a:p>
          <a:endParaRPr lang="en-US"/>
        </a:p>
      </dgm:t>
    </dgm:pt>
    <dgm:pt modelId="{F92B3E2D-CBF5-4D8F-A18C-DFCB00F6526C}" type="sibTrans" cxnId="{ADED1F21-2948-45BB-8899-4C57913FF937}">
      <dgm:prSet/>
      <dgm:spPr/>
      <dgm:t>
        <a:bodyPr/>
        <a:lstStyle/>
        <a:p>
          <a:endParaRPr lang="en-US"/>
        </a:p>
      </dgm:t>
    </dgm:pt>
    <dgm:pt modelId="{AC9681B2-9904-4409-B068-0737B085666D}">
      <dgm:prSet custT="1"/>
      <dgm:spPr/>
      <dgm:t>
        <a:bodyPr/>
        <a:lstStyle/>
        <a:p>
          <a:r>
            <a:rPr lang="en-US" sz="3600" dirty="0"/>
            <a:t>Add bucket policy</a:t>
          </a:r>
        </a:p>
      </dgm:t>
    </dgm:pt>
    <dgm:pt modelId="{DAA59908-1FBB-4CE4-AA6A-D46EB3A49865}" type="parTrans" cxnId="{38C31BDE-FB78-4863-9877-6FDC18FC06C6}">
      <dgm:prSet/>
      <dgm:spPr/>
      <dgm:t>
        <a:bodyPr/>
        <a:lstStyle/>
        <a:p>
          <a:endParaRPr lang="en-US"/>
        </a:p>
      </dgm:t>
    </dgm:pt>
    <dgm:pt modelId="{21A3371C-5DF0-44CB-B231-9238DC184412}" type="sibTrans" cxnId="{38C31BDE-FB78-4863-9877-6FDC18FC06C6}">
      <dgm:prSet/>
      <dgm:spPr/>
      <dgm:t>
        <a:bodyPr/>
        <a:lstStyle/>
        <a:p>
          <a:endParaRPr lang="en-US"/>
        </a:p>
      </dgm:t>
    </dgm:pt>
    <dgm:pt modelId="{2AAF9929-9419-4F11-87FC-8AFBEB79F4FA}">
      <dgm:prSet custT="1"/>
      <dgm:spPr/>
      <dgm:t>
        <a:bodyPr/>
        <a:lstStyle/>
        <a:p>
          <a:r>
            <a:rPr lang="en-US" sz="3600" dirty="0"/>
            <a:t>Access website</a:t>
          </a:r>
        </a:p>
      </dgm:t>
    </dgm:pt>
    <dgm:pt modelId="{35E35036-1CCE-4678-9B13-D97AACE805AB}" type="parTrans" cxnId="{FAF378DF-B8D2-4617-9734-EEDC94CE5A80}">
      <dgm:prSet/>
      <dgm:spPr/>
      <dgm:t>
        <a:bodyPr/>
        <a:lstStyle/>
        <a:p>
          <a:endParaRPr lang="en-US"/>
        </a:p>
      </dgm:t>
    </dgm:pt>
    <dgm:pt modelId="{DFD634BA-D2FA-4B4F-B0CA-75E60FF1BF06}" type="sibTrans" cxnId="{FAF378DF-B8D2-4617-9734-EEDC94CE5A80}">
      <dgm:prSet/>
      <dgm:spPr/>
      <dgm:t>
        <a:bodyPr/>
        <a:lstStyle/>
        <a:p>
          <a:endParaRPr lang="en-US"/>
        </a:p>
      </dgm:t>
    </dgm:pt>
    <dgm:pt modelId="{3653D90F-E050-4805-8980-5B35FD80921A}" type="pres">
      <dgm:prSet presAssocID="{1DD4C7ED-3CD5-4265-B5C8-3BB94FCD0BB7}" presName="linear" presStyleCnt="0">
        <dgm:presLayoutVars>
          <dgm:animLvl val="lvl"/>
          <dgm:resizeHandles val="exact"/>
        </dgm:presLayoutVars>
      </dgm:prSet>
      <dgm:spPr/>
    </dgm:pt>
    <dgm:pt modelId="{5943D60F-4377-49AF-8957-557725EBC1E4}" type="pres">
      <dgm:prSet presAssocID="{829ED418-A930-402A-B924-C27A2F3004D4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A7443BB-5572-4724-BD84-5A7F26CBF9CF}" type="pres">
      <dgm:prSet presAssocID="{CA26EF5B-BC09-4907-A19A-BD2F51F843F5}" presName="spacer" presStyleCnt="0"/>
      <dgm:spPr/>
    </dgm:pt>
    <dgm:pt modelId="{8C64A90C-903F-41AE-887B-98932826E9AE}" type="pres">
      <dgm:prSet presAssocID="{4FF373D5-3033-40E1-87A8-156B432EAC8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A655675-15F6-4A5A-A0BC-0C1C21D49B3A}" type="pres">
      <dgm:prSet presAssocID="{AD75F1DD-16C0-4204-95D6-EC8D46CC0F32}" presName="spacer" presStyleCnt="0"/>
      <dgm:spPr/>
    </dgm:pt>
    <dgm:pt modelId="{224B9A4A-977E-456C-802B-4D15EEB2F8FF}" type="pres">
      <dgm:prSet presAssocID="{9FBA0E24-A760-4AFD-8720-6F9348CFEC5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D163F6C-7B3C-413C-B013-84EBBB8775FB}" type="pres">
      <dgm:prSet presAssocID="{F92B3E2D-CBF5-4D8F-A18C-DFCB00F6526C}" presName="spacer" presStyleCnt="0"/>
      <dgm:spPr/>
    </dgm:pt>
    <dgm:pt modelId="{CA778F3A-ED84-4607-96F2-6D47DBD51171}" type="pres">
      <dgm:prSet presAssocID="{AC9681B2-9904-4409-B068-0737B085666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6FFA3C7-3633-4639-A114-83CC74E73D78}" type="pres">
      <dgm:prSet presAssocID="{21A3371C-5DF0-44CB-B231-9238DC184412}" presName="spacer" presStyleCnt="0"/>
      <dgm:spPr/>
    </dgm:pt>
    <dgm:pt modelId="{79DC7A26-FB8A-4C54-B3B8-28AFAD31385F}" type="pres">
      <dgm:prSet presAssocID="{2AAF9929-9419-4F11-87FC-8AFBEB79F4F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7627A0E-4667-40CE-9791-91E90D84FB12}" type="presOf" srcId="{9FBA0E24-A760-4AFD-8720-6F9348CFEC5A}" destId="{224B9A4A-977E-456C-802B-4D15EEB2F8FF}" srcOrd="0" destOrd="0" presId="urn:microsoft.com/office/officeart/2005/8/layout/vList2"/>
    <dgm:cxn modelId="{F167BE11-9BF9-46E7-9224-AC1E2D93C7DB}" srcId="{1DD4C7ED-3CD5-4265-B5C8-3BB94FCD0BB7}" destId="{4FF373D5-3033-40E1-87A8-156B432EAC87}" srcOrd="1" destOrd="0" parTransId="{1202EAD6-67DF-4E73-A89B-1795ECED4B99}" sibTransId="{AD75F1DD-16C0-4204-95D6-EC8D46CC0F32}"/>
    <dgm:cxn modelId="{ADED1F21-2948-45BB-8899-4C57913FF937}" srcId="{1DD4C7ED-3CD5-4265-B5C8-3BB94FCD0BB7}" destId="{9FBA0E24-A760-4AFD-8720-6F9348CFEC5A}" srcOrd="2" destOrd="0" parTransId="{32EBD2CD-26AA-40B3-940C-2A7EB95ECA11}" sibTransId="{F92B3E2D-CBF5-4D8F-A18C-DFCB00F6526C}"/>
    <dgm:cxn modelId="{71BADA35-4259-48F4-A4AC-A14254E77E85}" type="presOf" srcId="{4FF373D5-3033-40E1-87A8-156B432EAC87}" destId="{8C64A90C-903F-41AE-887B-98932826E9AE}" srcOrd="0" destOrd="0" presId="urn:microsoft.com/office/officeart/2005/8/layout/vList2"/>
    <dgm:cxn modelId="{53B1F63D-19E5-4A74-BC17-8C3238263A41}" type="presOf" srcId="{2AAF9929-9419-4F11-87FC-8AFBEB79F4FA}" destId="{79DC7A26-FB8A-4C54-B3B8-28AFAD31385F}" srcOrd="0" destOrd="0" presId="urn:microsoft.com/office/officeart/2005/8/layout/vList2"/>
    <dgm:cxn modelId="{AF5DAB72-D72D-4A9E-9923-DAB495BA1E8A}" type="presOf" srcId="{829ED418-A930-402A-B924-C27A2F3004D4}" destId="{5943D60F-4377-49AF-8957-557725EBC1E4}" srcOrd="0" destOrd="0" presId="urn:microsoft.com/office/officeart/2005/8/layout/vList2"/>
    <dgm:cxn modelId="{62067A7B-D25F-467D-AC62-9B0ABA370E1A}" srcId="{1DD4C7ED-3CD5-4265-B5C8-3BB94FCD0BB7}" destId="{829ED418-A930-402A-B924-C27A2F3004D4}" srcOrd="0" destOrd="0" parTransId="{06280B1D-BC72-4519-A4EB-BE053E24C550}" sibTransId="{CA26EF5B-BC09-4907-A19A-BD2F51F843F5}"/>
    <dgm:cxn modelId="{AD67E78F-691F-46A9-8470-70A429087CC5}" type="presOf" srcId="{1DD4C7ED-3CD5-4265-B5C8-3BB94FCD0BB7}" destId="{3653D90F-E050-4805-8980-5B35FD80921A}" srcOrd="0" destOrd="0" presId="urn:microsoft.com/office/officeart/2005/8/layout/vList2"/>
    <dgm:cxn modelId="{6E070AD5-4F05-4E9C-BED5-4C0938212F16}" type="presOf" srcId="{AC9681B2-9904-4409-B068-0737B085666D}" destId="{CA778F3A-ED84-4607-96F2-6D47DBD51171}" srcOrd="0" destOrd="0" presId="urn:microsoft.com/office/officeart/2005/8/layout/vList2"/>
    <dgm:cxn modelId="{38C31BDE-FB78-4863-9877-6FDC18FC06C6}" srcId="{1DD4C7ED-3CD5-4265-B5C8-3BB94FCD0BB7}" destId="{AC9681B2-9904-4409-B068-0737B085666D}" srcOrd="3" destOrd="0" parTransId="{DAA59908-1FBB-4CE4-AA6A-D46EB3A49865}" sibTransId="{21A3371C-5DF0-44CB-B231-9238DC184412}"/>
    <dgm:cxn modelId="{FAF378DF-B8D2-4617-9734-EEDC94CE5A80}" srcId="{1DD4C7ED-3CD5-4265-B5C8-3BB94FCD0BB7}" destId="{2AAF9929-9419-4F11-87FC-8AFBEB79F4FA}" srcOrd="4" destOrd="0" parTransId="{35E35036-1CCE-4678-9B13-D97AACE805AB}" sibTransId="{DFD634BA-D2FA-4B4F-B0CA-75E60FF1BF06}"/>
    <dgm:cxn modelId="{4EFCB09B-B41B-433B-BE2A-94DA56B407BA}" type="presParOf" srcId="{3653D90F-E050-4805-8980-5B35FD80921A}" destId="{5943D60F-4377-49AF-8957-557725EBC1E4}" srcOrd="0" destOrd="0" presId="urn:microsoft.com/office/officeart/2005/8/layout/vList2"/>
    <dgm:cxn modelId="{EC3E9DC3-2189-4113-A5FF-10966677415A}" type="presParOf" srcId="{3653D90F-E050-4805-8980-5B35FD80921A}" destId="{DA7443BB-5572-4724-BD84-5A7F26CBF9CF}" srcOrd="1" destOrd="0" presId="urn:microsoft.com/office/officeart/2005/8/layout/vList2"/>
    <dgm:cxn modelId="{C454BA30-A85F-425D-8C1C-38DCF55B4D19}" type="presParOf" srcId="{3653D90F-E050-4805-8980-5B35FD80921A}" destId="{8C64A90C-903F-41AE-887B-98932826E9AE}" srcOrd="2" destOrd="0" presId="urn:microsoft.com/office/officeart/2005/8/layout/vList2"/>
    <dgm:cxn modelId="{65D985DB-3422-4BEE-96F7-4AEDE67AC286}" type="presParOf" srcId="{3653D90F-E050-4805-8980-5B35FD80921A}" destId="{8A655675-15F6-4A5A-A0BC-0C1C21D49B3A}" srcOrd="3" destOrd="0" presId="urn:microsoft.com/office/officeart/2005/8/layout/vList2"/>
    <dgm:cxn modelId="{528E8822-1E45-4967-8202-C5785431A044}" type="presParOf" srcId="{3653D90F-E050-4805-8980-5B35FD80921A}" destId="{224B9A4A-977E-456C-802B-4D15EEB2F8FF}" srcOrd="4" destOrd="0" presId="urn:microsoft.com/office/officeart/2005/8/layout/vList2"/>
    <dgm:cxn modelId="{375E5CB7-46DD-45F7-AB3F-F1D03304FF94}" type="presParOf" srcId="{3653D90F-E050-4805-8980-5B35FD80921A}" destId="{BD163F6C-7B3C-413C-B013-84EBBB8775FB}" srcOrd="5" destOrd="0" presId="urn:microsoft.com/office/officeart/2005/8/layout/vList2"/>
    <dgm:cxn modelId="{4C3D76C1-5C32-4A9C-B275-BAF2BA5CB552}" type="presParOf" srcId="{3653D90F-E050-4805-8980-5B35FD80921A}" destId="{CA778F3A-ED84-4607-96F2-6D47DBD51171}" srcOrd="6" destOrd="0" presId="urn:microsoft.com/office/officeart/2005/8/layout/vList2"/>
    <dgm:cxn modelId="{4FE81EC3-F12E-4DA7-9E2F-23E1F68A9689}" type="presParOf" srcId="{3653D90F-E050-4805-8980-5B35FD80921A}" destId="{F6FFA3C7-3633-4639-A114-83CC74E73D78}" srcOrd="7" destOrd="0" presId="urn:microsoft.com/office/officeart/2005/8/layout/vList2"/>
    <dgm:cxn modelId="{14841C40-F749-4DDB-A204-58954B72A802}" type="presParOf" srcId="{3653D90F-E050-4805-8980-5B35FD80921A}" destId="{79DC7A26-FB8A-4C54-B3B8-28AFAD31385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B169D6-9C07-4556-87E5-D64A7590FBEE}">
      <dsp:nvSpPr>
        <dsp:cNvPr id="0" name=""/>
        <dsp:cNvSpPr/>
      </dsp:nvSpPr>
      <dsp:spPr>
        <a:xfrm>
          <a:off x="1383694" y="0"/>
          <a:ext cx="4768814" cy="476881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8562F1-668F-499B-A29F-064BEDDEFAD1}">
      <dsp:nvSpPr>
        <dsp:cNvPr id="0" name=""/>
        <dsp:cNvSpPr/>
      </dsp:nvSpPr>
      <dsp:spPr>
        <a:xfrm>
          <a:off x="1836731" y="453037"/>
          <a:ext cx="1859837" cy="18598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 backend required</a:t>
          </a:r>
        </a:p>
      </dsp:txBody>
      <dsp:txXfrm>
        <a:off x="1927521" y="543827"/>
        <a:ext cx="1678257" cy="1678257"/>
      </dsp:txXfrm>
    </dsp:sp>
    <dsp:sp modelId="{AB50E51D-B3D3-4EA1-BFBD-27BCB2BDC9A9}">
      <dsp:nvSpPr>
        <dsp:cNvPr id="0" name=""/>
        <dsp:cNvSpPr/>
      </dsp:nvSpPr>
      <dsp:spPr>
        <a:xfrm>
          <a:off x="3839633" y="453037"/>
          <a:ext cx="1859837" cy="185983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Scalable</a:t>
          </a:r>
        </a:p>
      </dsp:txBody>
      <dsp:txXfrm>
        <a:off x="3930423" y="543827"/>
        <a:ext cx="1678257" cy="1678257"/>
      </dsp:txXfrm>
    </dsp:sp>
    <dsp:sp modelId="{42D1AD65-EF6A-48D2-AC5E-B0DB7329DBCF}">
      <dsp:nvSpPr>
        <dsp:cNvPr id="0" name=""/>
        <dsp:cNvSpPr/>
      </dsp:nvSpPr>
      <dsp:spPr>
        <a:xfrm>
          <a:off x="1836731" y="2455939"/>
          <a:ext cx="1859837" cy="185983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Highly available</a:t>
          </a:r>
        </a:p>
      </dsp:txBody>
      <dsp:txXfrm>
        <a:off x="1927521" y="2546729"/>
        <a:ext cx="1678257" cy="1678257"/>
      </dsp:txXfrm>
    </dsp:sp>
    <dsp:sp modelId="{AD0C993F-D295-472C-B4B4-7997E19B069A}">
      <dsp:nvSpPr>
        <dsp:cNvPr id="0" name=""/>
        <dsp:cNvSpPr/>
      </dsp:nvSpPr>
      <dsp:spPr>
        <a:xfrm>
          <a:off x="3839633" y="2455939"/>
          <a:ext cx="1859837" cy="185983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Cost-effective</a:t>
          </a:r>
        </a:p>
      </dsp:txBody>
      <dsp:txXfrm>
        <a:off x="3930423" y="2546729"/>
        <a:ext cx="1678257" cy="1678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43D60F-4377-49AF-8957-557725EBC1E4}">
      <dsp:nvSpPr>
        <dsp:cNvPr id="0" name=""/>
        <dsp:cNvSpPr/>
      </dsp:nvSpPr>
      <dsp:spPr>
        <a:xfrm>
          <a:off x="0" y="2518"/>
          <a:ext cx="6949440" cy="10296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Create bucket</a:t>
          </a:r>
        </a:p>
      </dsp:txBody>
      <dsp:txXfrm>
        <a:off x="50261" y="52779"/>
        <a:ext cx="6848918" cy="929078"/>
      </dsp:txXfrm>
    </dsp:sp>
    <dsp:sp modelId="{8C64A90C-903F-41AE-887B-98932826E9AE}">
      <dsp:nvSpPr>
        <dsp:cNvPr id="0" name=""/>
        <dsp:cNvSpPr/>
      </dsp:nvSpPr>
      <dsp:spPr>
        <a:xfrm>
          <a:off x="0" y="1190518"/>
          <a:ext cx="6949440" cy="102960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Upload files</a:t>
          </a:r>
        </a:p>
      </dsp:txBody>
      <dsp:txXfrm>
        <a:off x="50261" y="1240779"/>
        <a:ext cx="6848918" cy="929078"/>
      </dsp:txXfrm>
    </dsp:sp>
    <dsp:sp modelId="{224B9A4A-977E-456C-802B-4D15EEB2F8FF}">
      <dsp:nvSpPr>
        <dsp:cNvPr id="0" name=""/>
        <dsp:cNvSpPr/>
      </dsp:nvSpPr>
      <dsp:spPr>
        <a:xfrm>
          <a:off x="0" y="2378519"/>
          <a:ext cx="6949440" cy="102960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Enable static hosting</a:t>
          </a:r>
        </a:p>
      </dsp:txBody>
      <dsp:txXfrm>
        <a:off x="50261" y="2428780"/>
        <a:ext cx="6848918" cy="929078"/>
      </dsp:txXfrm>
    </dsp:sp>
    <dsp:sp modelId="{CA778F3A-ED84-4607-96F2-6D47DBD51171}">
      <dsp:nvSpPr>
        <dsp:cNvPr id="0" name=""/>
        <dsp:cNvSpPr/>
      </dsp:nvSpPr>
      <dsp:spPr>
        <a:xfrm>
          <a:off x="0" y="3566519"/>
          <a:ext cx="6949440" cy="102960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Add bucket policy</a:t>
          </a:r>
        </a:p>
      </dsp:txBody>
      <dsp:txXfrm>
        <a:off x="50261" y="3616780"/>
        <a:ext cx="6848918" cy="929078"/>
      </dsp:txXfrm>
    </dsp:sp>
    <dsp:sp modelId="{79DC7A26-FB8A-4C54-B3B8-28AFAD31385F}">
      <dsp:nvSpPr>
        <dsp:cNvPr id="0" name=""/>
        <dsp:cNvSpPr/>
      </dsp:nvSpPr>
      <dsp:spPr>
        <a:xfrm>
          <a:off x="0" y="4754519"/>
          <a:ext cx="6949440" cy="10296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Access website</a:t>
          </a:r>
        </a:p>
      </dsp:txBody>
      <dsp:txXfrm>
        <a:off x="50261" y="4804780"/>
        <a:ext cx="6848918" cy="9290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618AE-4EC8-82E0-D33B-F4CD01FE95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4C75B-3B5E-2F76-6309-0A7662E5B0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0B0D8-8B41-8FA4-DE53-AFDCDA10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3AF9F-C37B-2117-2D4D-0271D668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C1CB1-71A9-16AD-61E5-6CCFD33D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09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9484-7753-BD5E-40D8-12826810A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9E4D5-45EC-7330-7D0B-5D1FB0E02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609C1-BFFD-C1C8-166C-0EA02FB91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599E8-9234-7D30-BB3E-054966E0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F6582-0D8E-54A6-35EC-7F7391ED7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54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4BCC7-4B21-D4CB-42D2-E5BE5EF60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59AC8-3EBF-476E-A873-D07FA9E97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9582C-4C24-3AD0-E24A-86FE9020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E5A00-8FBE-CA58-9091-894B2290B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FCA5-B7E7-25EB-6DD0-41B0C67A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659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2317-E7A4-765E-5DB6-B6372F2CB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DADF4-D284-BB8C-2C5F-2AAF4CB013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E6572-79D8-F7FF-2F63-145E2545FF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B07C0-E945-7443-65B3-2D2CBD0E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E41B60-F681-C076-1CB7-77F8E086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B3C36D-93A1-A3C6-57C4-53408941B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78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8065-9500-F14A-E7AE-D3A8C6334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E164D-BDA7-156A-D2E1-D7BE7098C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4AADA-8BD8-5471-A5BE-7461ECE585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5AE26F-A05F-DC8B-1FD9-12B24E0028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25B78-9D46-6FFE-85B9-CD26BB6F14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F43DBC-28D6-D556-6731-88C18541F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DA6817-94A0-D135-C9FC-F733F580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AEF5BA-AA77-A5E3-EACA-3B529F67C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86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1DA47-79A5-5522-970E-A77C6D89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78469-A2E8-A76B-981E-C46D5334B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00FAD-57C5-6922-9DCB-6C8189B21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66C56-6498-74EF-E63A-7F2D28765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05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65FFE3-6AA6-7BAA-EF9E-7058061E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DD425-B2EF-196B-8BD0-E35D2C6A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F3195-A5DE-305B-A769-FD47ACC94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43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6B844-D088-63C7-FB50-CFCB7D242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E6ED9-BCD7-AC82-02EF-204236881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2AA58-B571-E17D-9F23-1CD8A3927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3241A8-1F4A-56F1-98C7-59B869E99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A059D-F492-FA91-DD36-5BDDD9C1E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08948-CAC3-F52C-D8B4-F0D2E5AAF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47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650F-0D11-B4B1-71E6-EC798066F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35D991-3850-1D78-BA8D-3C199ABB81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7A9A6-14E8-C495-D3A3-F563A4881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544C0-4F0E-6AE3-7E79-EEE23EF9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BF1EB-8E77-2F46-EE2A-E573A2CF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9053F8-0C7B-9EF8-397F-6CD867EE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405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02064-9F62-B155-F464-2E1E2A39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BAE73-BFCE-FC76-9A8A-4255655459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E1D1B-D67E-14F3-0BF4-D8F983FB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A4D9D-74CD-B081-C473-1B9BC728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776BC-C043-BA51-B588-8514B4BBF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88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3B779E-36F0-DFFD-55F1-10A21C0C3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714357-1953-F82C-21B5-6A962B564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0CC84-8D8E-10C6-3C48-D75063675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D84F7-480E-DAEC-5ED5-C7F1C003F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95D75E-FED2-6687-B7C2-51574BD0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6124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A2282-7D70-6078-08F6-E357279EB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3B459-6803-B458-4D04-2680E3017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D50E2-12F3-5523-F436-85E1D592E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3671F4-AE6E-4EB4-810D-2CEF3C2A4886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A0F0B-003F-EF17-C56F-AB56010F9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6278C-BAB3-25F0-8369-85F462E2A1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3B8A1C-D450-4AC2-90E1-D6013FFD26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15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38367-2B06-8BC2-2F3A-B7CB19FD2A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18984"/>
            <a:ext cx="9962866" cy="3178689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Hosting a Static Website on Amazon S3</a:t>
            </a:r>
            <a:endParaRPr lang="en-IN" sz="4800" dirty="0">
              <a:solidFill>
                <a:srgbClr val="FFFFFF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270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C009C-17A5-596B-9A2B-9A706EE0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What is a static website?</a:t>
            </a:r>
            <a:endParaRPr lang="en-IN" sz="4000" dirty="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E175-6FF5-8FCD-A758-DE310E57F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 static website is made up of fixed content — usually written in HTML, CSS, and JavaScript — that is delivered to the user exactly as stored. Unlike dynamic websites, they don’t require a backend server to process logic or fetch content from databases.</a:t>
            </a:r>
            <a:endParaRPr lang="en-IN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904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EF94F-3D6A-5A83-729D-29542D4A6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4731510" cy="4768815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Why host a static website on S3?</a:t>
            </a:r>
            <a:br>
              <a:rPr lang="en-US" sz="4000" dirty="0"/>
            </a:br>
            <a:endParaRPr lang="en-IN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67F8A5-F39A-AC35-29D6-5C3FF97839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4093538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8602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1A8122-1EB2-3B9E-B48A-57CE6B21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/>
              <a:t>Step-by-step</a:t>
            </a:r>
            <a:br>
              <a:rPr lang="en-US" sz="4000" dirty="0"/>
            </a:br>
            <a:endParaRPr lang="en-IN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DC40A4A-834F-2A2F-31D8-5ACA99691B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937777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7437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Camera lens close up">
            <a:extLst>
              <a:ext uri="{FF2B5EF4-FFF2-40B4-BE49-F238E27FC236}">
                <a16:creationId xmlns:a16="http://schemas.microsoft.com/office/drawing/2014/main" id="{44D806E0-7DB7-4EA2-EE12-B55386845B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3391" r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69FEE-A3DB-DA7F-9F6D-BACF6DBB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Demo in next video….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60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Words>97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Hosting a Static Website on Amazon S3</vt:lpstr>
      <vt:lpstr>What is a static website?</vt:lpstr>
      <vt:lpstr>Why host a static website on S3? </vt:lpstr>
      <vt:lpstr>Step-by-step </vt:lpstr>
      <vt:lpstr>Demo in next video….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23</cp:revision>
  <dcterms:created xsi:type="dcterms:W3CDTF">2025-06-18T02:31:44Z</dcterms:created>
  <dcterms:modified xsi:type="dcterms:W3CDTF">2025-10-19T12:27:42Z</dcterms:modified>
</cp:coreProperties>
</file>