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4F75F-AC76-407E-8580-03A3C24D309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FAB58-E2BA-44E5-8A99-8E98DDC72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79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94F75-3C04-4D6F-8FC7-46B127EF7C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749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F7A39-4905-0970-AB06-FF246AA20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F2ED5-2E71-EC36-01DA-7C1D703F9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C7557-9252-B6AB-903A-346A174D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0AB3-CFB7-E068-344A-333E3322B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50980-57C1-FF9F-741F-9E7D503C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74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0316-99CC-B78B-7A6D-9ED709568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9CB0-2C01-0840-EE92-B9B5D401D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AE22D-AD75-142C-3E09-A4106DCD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69C5C-BE7D-2125-C208-06A1A190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65DAB-782C-31B8-1AE4-FBE3D10B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22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41DE-5590-7B86-0D1B-8D70EDBC8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050A5-9BBD-E3E1-580D-089C407B7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DFD4-5184-06E4-D794-CF7363DE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4B996-E338-1C9C-826D-008E0DE5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48B13-CD90-A513-8BBB-16D16E38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075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D5B5-F972-4A0D-0D4A-0CB7C3F50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E2206-BC02-F7E5-528F-2273C02C5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9335A-7A40-19A9-D2CE-F8D4568E6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796A1-EDA3-B90D-C0CF-74F5EFDD9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E7291-707D-9AA7-6651-C1F04E5A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90DBE-D83E-7EF4-7D8F-EC1EB204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6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CF59-C081-8474-42FE-E3CF61DB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09AF6-7EB1-7BED-2966-865FD459F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A14D7-C337-66AD-D599-104749072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3F515-5F17-25CC-0B0B-781F867B7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FA05F6-B356-C45F-E3BE-B971D4CB3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70AFF-8492-5F00-A31F-ECA120FE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239B05-B0FD-35C9-83C5-31074211E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F3374F-B697-EDF0-77E0-DFB3B749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03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E855-4FA0-49A4-091D-A02BFAB3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28FA0-CDB4-D0FA-E3A2-EC4BD45A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1AF3A-0193-9CFC-FAE2-D0218EE4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1830D-5651-9982-51C4-D0CDBE14E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886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35375-4C08-1E1F-7FF6-8D04BB14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81C84-E254-7D7D-D211-C7FFE276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0E736-7EBC-F174-3FDB-ACC29CAE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62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6149B-0622-69F7-1D51-81CC8998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B95F6-583C-F1BC-08F0-CECD1C042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410A1-C63D-8382-87AB-5246184B4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E6420-F590-699C-48F3-3BF3F9A5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CE2C5-06CB-1EE0-4B0E-CF05223FD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2C4EF-F9FA-0513-2F5B-FC3F68E1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88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F9FA-4A50-F1EE-6B5D-D536E5442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A9E06-C2A0-7128-2726-B607657E5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3F054-54AD-E3B7-F416-734E5CFFD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73CC7-EB5D-0255-5183-83E4A35D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F4ACC-ECAF-896E-ECEA-8434FB585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E17B5-62DD-013D-6C31-AE7C2512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61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DE02-0E6A-3ADC-A8D2-B3D9151BC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A82F6-6161-5762-6CEC-8B20486BA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10AA9-3298-545A-B575-C4B4510A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3778E-6E08-2816-405B-9A39E508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D98E4-7C40-2CAD-DF28-BBD5B20B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55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E43772-B7E0-5AC7-935D-28FBB26BF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F3A8B5-D377-CE8C-7334-F9560E58E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9EBAF-1A0F-CA0F-C7C0-42CDD1917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30191-E7FC-700C-A155-44151BF25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56A1E-FA98-237A-44D3-D28CD221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14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4A94A-E9DD-ACD3-D215-64AAC243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35FB6-6782-7FB0-D353-FDE7D6DC5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8ABD6-E566-488A-3A24-10355D22C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D58FFA-7DA1-4A06-B207-1FE25C066C1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BF44F-306D-5866-FE62-375D26C86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21802-851C-39FD-5324-6A9E929D5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F3D7F-8927-4A1F-B95F-78442A12E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76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38893-FBEC-E4CA-F958-DBD45D9BF8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Elastic Beanstalk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61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84B63-B767-7A2E-E96F-CFDAB2CB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Amazon Elastic Beanstalk</a:t>
            </a:r>
            <a:endParaRPr lang="en-IN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2218B-8CCB-1807-52DC-E0371B786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Elastic Beanstalk is a Platform as a Service (PaaS) that lets you deploy, manage, and scale web applications easily — without managing the underlying infrastructure.</a:t>
            </a:r>
          </a:p>
          <a:p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just upload your code, and Elastic Beanstalk automatically handles:</a:t>
            </a:r>
            <a:b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EC2 provisioning</a:t>
            </a:r>
            <a:b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Load balancing</a:t>
            </a:r>
            <a:b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Auto scaling</a:t>
            </a:r>
            <a:b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Monitoring and updates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42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576B5-DFB4-74EC-A0FE-2693BBBA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2A1A12-AB01-F87E-73B9-3ACA752EC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Fully Managed Platform – AWS handles environment setup and maintenance.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Multi-language Support – Java, Python, Node.js, PHP, Ruby, .NET, Go, Docker, etc.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Scaling – Scales your application up/down based on demand.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&amp; Health Checks – Integrated with CloudWatch.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Customizable – Full control over EC2, VPC, and environment settings.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to use – You pay only for the underlying AWS resources.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000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738C1-5F66-F5BE-7DB3-DFC675EB7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Elastic Beanstalk Architecture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96FD9B-547A-D8AE-D2C8-C219544B3D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Developer uploads application code (ZIP or WAR).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Beanstalk automatically: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EC2 instances, Load Balancer, Auto Scaling group, and Security Groups.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Deploys the application.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becomes accessible via a public URL.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through Elastic Beanstalk Console and CloudWatch.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54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A578F3-09BB-015C-276F-D6D6B2650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IN" sz="5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Supported Platforms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A2C354-37D8-AF85-2F1B-11A6B2D56E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Languages: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Java, .NET, PHP, Python, Node.js, Ruby, Go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Containers: Docker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Servers: Apache, Nginx, Passenger, IIS</a:t>
            </a:r>
          </a:p>
        </p:txBody>
      </p:sp>
    </p:spTree>
    <p:extLst>
      <p:ext uri="{BB962C8B-B14F-4D97-AF65-F5344CB8AC3E}">
        <p14:creationId xmlns:p14="http://schemas.microsoft.com/office/powerpoint/2010/main" val="132589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E837-43AE-27E4-8A13-1567E9A2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98018"/>
            <a:ext cx="3981854" cy="2216513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9D02F-E4EF-457E-F87A-D88C90B43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106" y="2320744"/>
            <a:ext cx="6382966" cy="221651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Explore my other </a:t>
            </a:r>
            <a:r>
              <a:rPr lang="en-US" b="1" dirty="0"/>
              <a:t>Cloud Computing Playlists</a:t>
            </a:r>
            <a:r>
              <a:rPr lang="en-US" dirty="0"/>
              <a:t> for more learning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701CDA-07AF-C32D-549F-4818E1C95BBB}"/>
              </a:ext>
            </a:extLst>
          </p:cNvPr>
          <p:cNvSpPr/>
          <p:nvPr/>
        </p:nvSpPr>
        <p:spPr>
          <a:xfrm>
            <a:off x="6" y="6347637"/>
            <a:ext cx="12191994" cy="49821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2BE5594-B791-6E6D-5081-DB7AA0AA1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521" y="6413900"/>
            <a:ext cx="2298764" cy="35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0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253</Words>
  <Application>Microsoft Office PowerPoint</Application>
  <PresentationFormat>Widescreen</PresentationFormat>
  <Paragraphs>26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Introduction to Amazon Elastic Beanstalk</vt:lpstr>
      <vt:lpstr>Introduction to Amazon Elastic Beanstalk</vt:lpstr>
      <vt:lpstr>Key Features</vt:lpstr>
      <vt:lpstr>Elastic Beanstalk Architecture Overview</vt:lpstr>
      <vt:lpstr>Supported Platforms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10</cp:revision>
  <dcterms:created xsi:type="dcterms:W3CDTF">2025-10-19T16:41:24Z</dcterms:created>
  <dcterms:modified xsi:type="dcterms:W3CDTF">2025-10-19T16:44:45Z</dcterms:modified>
</cp:coreProperties>
</file>