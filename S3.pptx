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62" r:id="rId4"/>
    <p:sldId id="264" r:id="rId5"/>
    <p:sldId id="263" r:id="rId6"/>
    <p:sldId id="260" r:id="rId7"/>
    <p:sldId id="26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4891" autoAdjust="0"/>
  </p:normalViewPr>
  <p:slideViewPr>
    <p:cSldViewPr snapToGrid="0">
      <p:cViewPr varScale="1">
        <p:scale>
          <a:sx n="72" d="100"/>
          <a:sy n="72" d="100"/>
        </p:scale>
        <p:origin x="2034"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3.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diagrams/_rels/data4.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sv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diagrams/_rels/drawing4.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sv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DD88753-7AD5-4006-92F7-15FBF6C7ED2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12167D2-05F4-4A68-AA8A-201C7C951E3F}">
      <dgm:prSet custT="1"/>
      <dgm:spPr/>
      <dgm:t>
        <a:bodyPr/>
        <a:lstStyle/>
        <a:p>
          <a:pPr>
            <a:lnSpc>
              <a:spcPct val="100000"/>
            </a:lnSpc>
          </a:pPr>
          <a:r>
            <a:rPr lang="en-US" sz="1800" b="1" i="0" baseline="0" dirty="0"/>
            <a:t>Object storage regional service</a:t>
          </a:r>
          <a:endParaRPr lang="en-US" sz="1800" b="1" dirty="0"/>
        </a:p>
      </dgm:t>
    </dgm:pt>
    <dgm:pt modelId="{44AD9EC6-270A-4480-A2A2-0D2BF06ACC27}" type="parTrans" cxnId="{0C4F3928-B1B6-4364-AED5-D7E1CEECAD30}">
      <dgm:prSet/>
      <dgm:spPr/>
      <dgm:t>
        <a:bodyPr/>
        <a:lstStyle/>
        <a:p>
          <a:endParaRPr lang="en-US"/>
        </a:p>
      </dgm:t>
    </dgm:pt>
    <dgm:pt modelId="{A56CE8F7-310D-4373-9B31-AFA77ABDCCEC}" type="sibTrans" cxnId="{0C4F3928-B1B6-4364-AED5-D7E1CEECAD30}">
      <dgm:prSet/>
      <dgm:spPr/>
      <dgm:t>
        <a:bodyPr/>
        <a:lstStyle/>
        <a:p>
          <a:endParaRPr lang="en-US"/>
        </a:p>
      </dgm:t>
    </dgm:pt>
    <dgm:pt modelId="{DD045990-CE9D-4A20-8E65-E5682DD5250C}">
      <dgm:prSet custT="1"/>
      <dgm:spPr/>
      <dgm:t>
        <a:bodyPr/>
        <a:lstStyle/>
        <a:p>
          <a:pPr>
            <a:lnSpc>
              <a:spcPct val="100000"/>
            </a:lnSpc>
          </a:pPr>
          <a:r>
            <a:rPr lang="en-US" sz="1800" b="1" i="0" baseline="0" dirty="0"/>
            <a:t>Data Stored as</a:t>
          </a:r>
          <a:r>
            <a:rPr lang="en-US" sz="1800" b="0" i="0" baseline="0" dirty="0"/>
            <a:t> o</a:t>
          </a:r>
          <a:r>
            <a:rPr lang="en-US" sz="1800" b="1" i="0" baseline="0" dirty="0"/>
            <a:t>bjects inside buckets</a:t>
          </a:r>
          <a:endParaRPr lang="en-US" sz="1800" dirty="0"/>
        </a:p>
      </dgm:t>
    </dgm:pt>
    <dgm:pt modelId="{9BD85075-CE6B-4438-B76B-521D04466900}" type="parTrans" cxnId="{E04D568E-C611-46F5-9E15-B850A7D2ACCA}">
      <dgm:prSet/>
      <dgm:spPr/>
      <dgm:t>
        <a:bodyPr/>
        <a:lstStyle/>
        <a:p>
          <a:endParaRPr lang="en-US"/>
        </a:p>
      </dgm:t>
    </dgm:pt>
    <dgm:pt modelId="{810EEFB9-219B-4148-A9FF-78630EBFB2CD}" type="sibTrans" cxnId="{E04D568E-C611-46F5-9E15-B850A7D2ACCA}">
      <dgm:prSet/>
      <dgm:spPr/>
      <dgm:t>
        <a:bodyPr/>
        <a:lstStyle/>
        <a:p>
          <a:endParaRPr lang="en-US"/>
        </a:p>
      </dgm:t>
    </dgm:pt>
    <dgm:pt modelId="{6E3BFADD-3535-4458-90E4-AB5D55CBB528}">
      <dgm:prSet custT="1"/>
      <dgm:spPr/>
      <dgm:t>
        <a:bodyPr/>
        <a:lstStyle/>
        <a:p>
          <a:pPr>
            <a:lnSpc>
              <a:spcPct val="100000"/>
            </a:lnSpc>
          </a:pPr>
          <a:r>
            <a:rPr lang="en-US" sz="1800" b="1" i="0" baseline="0" dirty="0"/>
            <a:t>Durability</a:t>
          </a:r>
          <a:r>
            <a:rPr lang="en-US" sz="1800" b="0" i="0" baseline="0" dirty="0"/>
            <a:t> 99.999999999% (11 nines)</a:t>
          </a:r>
          <a:endParaRPr lang="en-US" sz="1800" dirty="0"/>
        </a:p>
      </dgm:t>
    </dgm:pt>
    <dgm:pt modelId="{4CA0902F-929F-4121-A3D8-EFFD18DF0302}" type="parTrans" cxnId="{25F2CDE1-FB26-450F-BE0C-6F263DC1C424}">
      <dgm:prSet/>
      <dgm:spPr/>
      <dgm:t>
        <a:bodyPr/>
        <a:lstStyle/>
        <a:p>
          <a:endParaRPr lang="en-US"/>
        </a:p>
      </dgm:t>
    </dgm:pt>
    <dgm:pt modelId="{404DEB23-0703-4F65-A643-002F9851589B}" type="sibTrans" cxnId="{25F2CDE1-FB26-450F-BE0C-6F263DC1C424}">
      <dgm:prSet/>
      <dgm:spPr/>
      <dgm:t>
        <a:bodyPr/>
        <a:lstStyle/>
        <a:p>
          <a:endParaRPr lang="en-US"/>
        </a:p>
      </dgm:t>
    </dgm:pt>
    <dgm:pt modelId="{4F5F4298-BF9B-4CDE-A43A-B648838423F2}">
      <dgm:prSet custT="1"/>
      <dgm:spPr/>
      <dgm:t>
        <a:bodyPr/>
        <a:lstStyle/>
        <a:p>
          <a:pPr>
            <a:lnSpc>
              <a:spcPct val="100000"/>
            </a:lnSpc>
          </a:pPr>
          <a:r>
            <a:rPr lang="en-US" sz="1700" b="1" i="0" baseline="0" dirty="0"/>
            <a:t>High Availability (99.99 % SLA) (varies by storage </a:t>
          </a:r>
          <a:r>
            <a:rPr lang="en-US" sz="1700" b="1" i="0" baseline="0"/>
            <a:t>class)</a:t>
          </a:r>
          <a:endParaRPr lang="en-US" sz="1700" b="1" dirty="0"/>
        </a:p>
      </dgm:t>
    </dgm:pt>
    <dgm:pt modelId="{6DBE53C5-140C-4221-AD47-C1D49C5F9F2E}" type="parTrans" cxnId="{C85E8954-CEDC-44A5-80F9-89037530FEDF}">
      <dgm:prSet/>
      <dgm:spPr/>
      <dgm:t>
        <a:bodyPr/>
        <a:lstStyle/>
        <a:p>
          <a:endParaRPr lang="en-US"/>
        </a:p>
      </dgm:t>
    </dgm:pt>
    <dgm:pt modelId="{057812E0-80DE-4036-A2C8-EEE0E13CD176}" type="sibTrans" cxnId="{C85E8954-CEDC-44A5-80F9-89037530FEDF}">
      <dgm:prSet/>
      <dgm:spPr/>
      <dgm:t>
        <a:bodyPr/>
        <a:lstStyle/>
        <a:p>
          <a:endParaRPr lang="en-US"/>
        </a:p>
      </dgm:t>
    </dgm:pt>
    <dgm:pt modelId="{F7C9959E-3CC0-41B3-B7F8-FEFA9F070E42}" type="pres">
      <dgm:prSet presAssocID="{FDD88753-7AD5-4006-92F7-15FBF6C7ED29}" presName="root" presStyleCnt="0">
        <dgm:presLayoutVars>
          <dgm:dir/>
          <dgm:resizeHandles val="exact"/>
        </dgm:presLayoutVars>
      </dgm:prSet>
      <dgm:spPr/>
    </dgm:pt>
    <dgm:pt modelId="{7A547FFA-315A-40A2-82BF-4404388FC02F}" type="pres">
      <dgm:prSet presAssocID="{B12167D2-05F4-4A68-AA8A-201C7C951E3F}" presName="compNode" presStyleCnt="0"/>
      <dgm:spPr/>
    </dgm:pt>
    <dgm:pt modelId="{35F35EC5-B210-4056-A927-C7C83C3FE17B}" type="pres">
      <dgm:prSet presAssocID="{B12167D2-05F4-4A68-AA8A-201C7C951E3F}" presName="bgRect" presStyleLbl="bgShp" presStyleIdx="0" presStyleCnt="4"/>
      <dgm:spPr/>
    </dgm:pt>
    <dgm:pt modelId="{CB90E85B-6025-45AA-B169-33586E3954C0}" type="pres">
      <dgm:prSet presAssocID="{B12167D2-05F4-4A68-AA8A-201C7C951E3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ble"/>
        </a:ext>
      </dgm:extLst>
    </dgm:pt>
    <dgm:pt modelId="{D0D1F197-AB07-4E32-9042-AE3F38D768D8}" type="pres">
      <dgm:prSet presAssocID="{B12167D2-05F4-4A68-AA8A-201C7C951E3F}" presName="spaceRect" presStyleCnt="0"/>
      <dgm:spPr/>
    </dgm:pt>
    <dgm:pt modelId="{25DAA6B0-9158-4CBC-8350-150D2EE2DA2D}" type="pres">
      <dgm:prSet presAssocID="{B12167D2-05F4-4A68-AA8A-201C7C951E3F}" presName="parTx" presStyleLbl="revTx" presStyleIdx="0" presStyleCnt="4">
        <dgm:presLayoutVars>
          <dgm:chMax val="0"/>
          <dgm:chPref val="0"/>
        </dgm:presLayoutVars>
      </dgm:prSet>
      <dgm:spPr/>
    </dgm:pt>
    <dgm:pt modelId="{4B4305E9-BE06-4806-88E0-24B5C58BD8AB}" type="pres">
      <dgm:prSet presAssocID="{A56CE8F7-310D-4373-9B31-AFA77ABDCCEC}" presName="sibTrans" presStyleCnt="0"/>
      <dgm:spPr/>
    </dgm:pt>
    <dgm:pt modelId="{B8440318-5DA6-4D84-A2AB-2A66CEAD84A2}" type="pres">
      <dgm:prSet presAssocID="{DD045990-CE9D-4A20-8E65-E5682DD5250C}" presName="compNode" presStyleCnt="0"/>
      <dgm:spPr/>
    </dgm:pt>
    <dgm:pt modelId="{3DB85C8D-78B4-4002-AFC6-F2E9E4AC0903}" type="pres">
      <dgm:prSet presAssocID="{DD045990-CE9D-4A20-8E65-E5682DD5250C}" presName="bgRect" presStyleLbl="bgShp" presStyleIdx="1" presStyleCnt="4"/>
      <dgm:spPr/>
    </dgm:pt>
    <dgm:pt modelId="{F29A4335-64AD-4C59-879D-DB18E70BF5F0}" type="pres">
      <dgm:prSet presAssocID="{DD045990-CE9D-4A20-8E65-E5682DD5250C}"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C1526672-AEB0-4C33-B92D-3EF1C0428DD8}" type="pres">
      <dgm:prSet presAssocID="{DD045990-CE9D-4A20-8E65-E5682DD5250C}" presName="spaceRect" presStyleCnt="0"/>
      <dgm:spPr/>
    </dgm:pt>
    <dgm:pt modelId="{5C476652-507B-4722-AA86-4929E8406DC3}" type="pres">
      <dgm:prSet presAssocID="{DD045990-CE9D-4A20-8E65-E5682DD5250C}" presName="parTx" presStyleLbl="revTx" presStyleIdx="1" presStyleCnt="4">
        <dgm:presLayoutVars>
          <dgm:chMax val="0"/>
          <dgm:chPref val="0"/>
        </dgm:presLayoutVars>
      </dgm:prSet>
      <dgm:spPr/>
    </dgm:pt>
    <dgm:pt modelId="{6C2591A0-5B83-46CB-8ACD-A8ECC24472D5}" type="pres">
      <dgm:prSet presAssocID="{810EEFB9-219B-4148-A9FF-78630EBFB2CD}" presName="sibTrans" presStyleCnt="0"/>
      <dgm:spPr/>
    </dgm:pt>
    <dgm:pt modelId="{EAEAF9CF-F420-49DD-A27A-F49B07CF7DFD}" type="pres">
      <dgm:prSet presAssocID="{6E3BFADD-3535-4458-90E4-AB5D55CBB528}" presName="compNode" presStyleCnt="0"/>
      <dgm:spPr/>
    </dgm:pt>
    <dgm:pt modelId="{DBA25C07-9895-4BC6-BBB2-49A1B297C0AE}" type="pres">
      <dgm:prSet presAssocID="{6E3BFADD-3535-4458-90E4-AB5D55CBB528}" presName="bgRect" presStyleLbl="bgShp" presStyleIdx="2" presStyleCnt="4"/>
      <dgm:spPr/>
    </dgm:pt>
    <dgm:pt modelId="{45D6A50D-2D17-45C8-B21C-23E01055F3AC}" type="pres">
      <dgm:prSet presAssocID="{6E3BFADD-3535-4458-90E4-AB5D55CBB528}"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evil Face Outline"/>
        </a:ext>
      </dgm:extLst>
    </dgm:pt>
    <dgm:pt modelId="{AAD76BCF-EDDB-48F1-BBBD-83E33CCF51F8}" type="pres">
      <dgm:prSet presAssocID="{6E3BFADD-3535-4458-90E4-AB5D55CBB528}" presName="spaceRect" presStyleCnt="0"/>
      <dgm:spPr/>
    </dgm:pt>
    <dgm:pt modelId="{658C872E-65C1-47FF-8CDB-99AAB11A0D79}" type="pres">
      <dgm:prSet presAssocID="{6E3BFADD-3535-4458-90E4-AB5D55CBB528}" presName="parTx" presStyleLbl="revTx" presStyleIdx="2" presStyleCnt="4">
        <dgm:presLayoutVars>
          <dgm:chMax val="0"/>
          <dgm:chPref val="0"/>
        </dgm:presLayoutVars>
      </dgm:prSet>
      <dgm:spPr/>
    </dgm:pt>
    <dgm:pt modelId="{55A44940-51AE-4967-9443-C24B9A9D0223}" type="pres">
      <dgm:prSet presAssocID="{404DEB23-0703-4F65-A643-002F9851589B}" presName="sibTrans" presStyleCnt="0"/>
      <dgm:spPr/>
    </dgm:pt>
    <dgm:pt modelId="{729CFECC-5B2C-4D4A-9F33-43E940892FDA}" type="pres">
      <dgm:prSet presAssocID="{4F5F4298-BF9B-4CDE-A43A-B648838423F2}" presName="compNode" presStyleCnt="0"/>
      <dgm:spPr/>
    </dgm:pt>
    <dgm:pt modelId="{9F3F21FA-7750-4BA0-ABE0-231FDEDF19F9}" type="pres">
      <dgm:prSet presAssocID="{4F5F4298-BF9B-4CDE-A43A-B648838423F2}" presName="bgRect" presStyleLbl="bgShp" presStyleIdx="3" presStyleCnt="4"/>
      <dgm:spPr/>
    </dgm:pt>
    <dgm:pt modelId="{CABF3701-FD83-40DE-AAA0-FD286F4E01AE}" type="pres">
      <dgm:prSet presAssocID="{4F5F4298-BF9B-4CDE-A43A-B648838423F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Loading"/>
        </a:ext>
      </dgm:extLst>
    </dgm:pt>
    <dgm:pt modelId="{18A84F62-DFEC-49D0-AB47-B593F171C456}" type="pres">
      <dgm:prSet presAssocID="{4F5F4298-BF9B-4CDE-A43A-B648838423F2}" presName="spaceRect" presStyleCnt="0"/>
      <dgm:spPr/>
    </dgm:pt>
    <dgm:pt modelId="{EFD1B7CF-4443-4AC9-83F3-846BF296B4A2}" type="pres">
      <dgm:prSet presAssocID="{4F5F4298-BF9B-4CDE-A43A-B648838423F2}" presName="parTx" presStyleLbl="revTx" presStyleIdx="3" presStyleCnt="4">
        <dgm:presLayoutVars>
          <dgm:chMax val="0"/>
          <dgm:chPref val="0"/>
        </dgm:presLayoutVars>
      </dgm:prSet>
      <dgm:spPr/>
    </dgm:pt>
  </dgm:ptLst>
  <dgm:cxnLst>
    <dgm:cxn modelId="{5D0CD800-2071-4DB9-8518-6395A62042E1}" type="presOf" srcId="{DD045990-CE9D-4A20-8E65-E5682DD5250C}" destId="{5C476652-507B-4722-AA86-4929E8406DC3}" srcOrd="0" destOrd="0" presId="urn:microsoft.com/office/officeart/2018/2/layout/IconVerticalSolidList"/>
    <dgm:cxn modelId="{8BD2810C-1D92-420D-8572-39E1A32A6285}" type="presOf" srcId="{FDD88753-7AD5-4006-92F7-15FBF6C7ED29}" destId="{F7C9959E-3CC0-41B3-B7F8-FEFA9F070E42}" srcOrd="0" destOrd="0" presId="urn:microsoft.com/office/officeart/2018/2/layout/IconVerticalSolidList"/>
    <dgm:cxn modelId="{D2B1ED0F-3468-4E9F-8214-2840600D6760}" type="presOf" srcId="{4F5F4298-BF9B-4CDE-A43A-B648838423F2}" destId="{EFD1B7CF-4443-4AC9-83F3-846BF296B4A2}" srcOrd="0" destOrd="0" presId="urn:microsoft.com/office/officeart/2018/2/layout/IconVerticalSolidList"/>
    <dgm:cxn modelId="{0C4F3928-B1B6-4364-AED5-D7E1CEECAD30}" srcId="{FDD88753-7AD5-4006-92F7-15FBF6C7ED29}" destId="{B12167D2-05F4-4A68-AA8A-201C7C951E3F}" srcOrd="0" destOrd="0" parTransId="{44AD9EC6-270A-4480-A2A2-0D2BF06ACC27}" sibTransId="{A56CE8F7-310D-4373-9B31-AFA77ABDCCEC}"/>
    <dgm:cxn modelId="{6E6F2770-4AC2-430E-9EED-37F10D6321E4}" type="presOf" srcId="{6E3BFADD-3535-4458-90E4-AB5D55CBB528}" destId="{658C872E-65C1-47FF-8CDB-99AAB11A0D79}" srcOrd="0" destOrd="0" presId="urn:microsoft.com/office/officeart/2018/2/layout/IconVerticalSolidList"/>
    <dgm:cxn modelId="{C85E8954-CEDC-44A5-80F9-89037530FEDF}" srcId="{FDD88753-7AD5-4006-92F7-15FBF6C7ED29}" destId="{4F5F4298-BF9B-4CDE-A43A-B648838423F2}" srcOrd="3" destOrd="0" parTransId="{6DBE53C5-140C-4221-AD47-C1D49C5F9F2E}" sibTransId="{057812E0-80DE-4036-A2C8-EEE0E13CD176}"/>
    <dgm:cxn modelId="{E04D568E-C611-46F5-9E15-B850A7D2ACCA}" srcId="{FDD88753-7AD5-4006-92F7-15FBF6C7ED29}" destId="{DD045990-CE9D-4A20-8E65-E5682DD5250C}" srcOrd="1" destOrd="0" parTransId="{9BD85075-CE6B-4438-B76B-521D04466900}" sibTransId="{810EEFB9-219B-4148-A9FF-78630EBFB2CD}"/>
    <dgm:cxn modelId="{7772308F-718D-4858-A08C-B531041EF2E3}" type="presOf" srcId="{B12167D2-05F4-4A68-AA8A-201C7C951E3F}" destId="{25DAA6B0-9158-4CBC-8350-150D2EE2DA2D}" srcOrd="0" destOrd="0" presId="urn:microsoft.com/office/officeart/2018/2/layout/IconVerticalSolidList"/>
    <dgm:cxn modelId="{25F2CDE1-FB26-450F-BE0C-6F263DC1C424}" srcId="{FDD88753-7AD5-4006-92F7-15FBF6C7ED29}" destId="{6E3BFADD-3535-4458-90E4-AB5D55CBB528}" srcOrd="2" destOrd="0" parTransId="{4CA0902F-929F-4121-A3D8-EFFD18DF0302}" sibTransId="{404DEB23-0703-4F65-A643-002F9851589B}"/>
    <dgm:cxn modelId="{B4B1A5EF-3393-46BC-82A8-2EDDE3379CDC}" type="presParOf" srcId="{F7C9959E-3CC0-41B3-B7F8-FEFA9F070E42}" destId="{7A547FFA-315A-40A2-82BF-4404388FC02F}" srcOrd="0" destOrd="0" presId="urn:microsoft.com/office/officeart/2018/2/layout/IconVerticalSolidList"/>
    <dgm:cxn modelId="{564ECF8D-98A8-4E4A-9BE3-BEEAE87620FB}" type="presParOf" srcId="{7A547FFA-315A-40A2-82BF-4404388FC02F}" destId="{35F35EC5-B210-4056-A927-C7C83C3FE17B}" srcOrd="0" destOrd="0" presId="urn:microsoft.com/office/officeart/2018/2/layout/IconVerticalSolidList"/>
    <dgm:cxn modelId="{AF48C43B-6DB0-4111-B397-D497A7B15178}" type="presParOf" srcId="{7A547FFA-315A-40A2-82BF-4404388FC02F}" destId="{CB90E85B-6025-45AA-B169-33586E3954C0}" srcOrd="1" destOrd="0" presId="urn:microsoft.com/office/officeart/2018/2/layout/IconVerticalSolidList"/>
    <dgm:cxn modelId="{AC148A3B-279B-4436-92D6-B4C61A4E50F0}" type="presParOf" srcId="{7A547FFA-315A-40A2-82BF-4404388FC02F}" destId="{D0D1F197-AB07-4E32-9042-AE3F38D768D8}" srcOrd="2" destOrd="0" presId="urn:microsoft.com/office/officeart/2018/2/layout/IconVerticalSolidList"/>
    <dgm:cxn modelId="{74FD333B-7063-4F80-B8AA-D10678B10E5C}" type="presParOf" srcId="{7A547FFA-315A-40A2-82BF-4404388FC02F}" destId="{25DAA6B0-9158-4CBC-8350-150D2EE2DA2D}" srcOrd="3" destOrd="0" presId="urn:microsoft.com/office/officeart/2018/2/layout/IconVerticalSolidList"/>
    <dgm:cxn modelId="{5B5B2F15-473D-4B74-A297-7313EC73C99C}" type="presParOf" srcId="{F7C9959E-3CC0-41B3-B7F8-FEFA9F070E42}" destId="{4B4305E9-BE06-4806-88E0-24B5C58BD8AB}" srcOrd="1" destOrd="0" presId="urn:microsoft.com/office/officeart/2018/2/layout/IconVerticalSolidList"/>
    <dgm:cxn modelId="{EEA12C18-CE81-4A3B-B31C-8D404706D68A}" type="presParOf" srcId="{F7C9959E-3CC0-41B3-B7F8-FEFA9F070E42}" destId="{B8440318-5DA6-4D84-A2AB-2A66CEAD84A2}" srcOrd="2" destOrd="0" presId="urn:microsoft.com/office/officeart/2018/2/layout/IconVerticalSolidList"/>
    <dgm:cxn modelId="{D2909517-E54E-4DAA-A90D-7C31C8CE361A}" type="presParOf" srcId="{B8440318-5DA6-4D84-A2AB-2A66CEAD84A2}" destId="{3DB85C8D-78B4-4002-AFC6-F2E9E4AC0903}" srcOrd="0" destOrd="0" presId="urn:microsoft.com/office/officeart/2018/2/layout/IconVerticalSolidList"/>
    <dgm:cxn modelId="{28DCCD51-10BF-4060-9CBC-62ADC6473FE4}" type="presParOf" srcId="{B8440318-5DA6-4D84-A2AB-2A66CEAD84A2}" destId="{F29A4335-64AD-4C59-879D-DB18E70BF5F0}" srcOrd="1" destOrd="0" presId="urn:microsoft.com/office/officeart/2018/2/layout/IconVerticalSolidList"/>
    <dgm:cxn modelId="{32DAFA71-04EE-4CC2-BA1E-74984F78D33A}" type="presParOf" srcId="{B8440318-5DA6-4D84-A2AB-2A66CEAD84A2}" destId="{C1526672-AEB0-4C33-B92D-3EF1C0428DD8}" srcOrd="2" destOrd="0" presId="urn:microsoft.com/office/officeart/2018/2/layout/IconVerticalSolidList"/>
    <dgm:cxn modelId="{5B29EFAB-8D67-440E-899A-01409F60F6FC}" type="presParOf" srcId="{B8440318-5DA6-4D84-A2AB-2A66CEAD84A2}" destId="{5C476652-507B-4722-AA86-4929E8406DC3}" srcOrd="3" destOrd="0" presId="urn:microsoft.com/office/officeart/2018/2/layout/IconVerticalSolidList"/>
    <dgm:cxn modelId="{3D2C567E-9687-4F32-8957-FBAE41C64D6C}" type="presParOf" srcId="{F7C9959E-3CC0-41B3-B7F8-FEFA9F070E42}" destId="{6C2591A0-5B83-46CB-8ACD-A8ECC24472D5}" srcOrd="3" destOrd="0" presId="urn:microsoft.com/office/officeart/2018/2/layout/IconVerticalSolidList"/>
    <dgm:cxn modelId="{766EB795-4501-4E4D-9765-DCFA52A17834}" type="presParOf" srcId="{F7C9959E-3CC0-41B3-B7F8-FEFA9F070E42}" destId="{EAEAF9CF-F420-49DD-A27A-F49B07CF7DFD}" srcOrd="4" destOrd="0" presId="urn:microsoft.com/office/officeart/2018/2/layout/IconVerticalSolidList"/>
    <dgm:cxn modelId="{4FA0F19E-DF5D-4CB7-8C32-95518F4216BE}" type="presParOf" srcId="{EAEAF9CF-F420-49DD-A27A-F49B07CF7DFD}" destId="{DBA25C07-9895-4BC6-BBB2-49A1B297C0AE}" srcOrd="0" destOrd="0" presId="urn:microsoft.com/office/officeart/2018/2/layout/IconVerticalSolidList"/>
    <dgm:cxn modelId="{D59B8DAA-A3A0-46A0-9957-C5DFF8E6F3E5}" type="presParOf" srcId="{EAEAF9CF-F420-49DD-A27A-F49B07CF7DFD}" destId="{45D6A50D-2D17-45C8-B21C-23E01055F3AC}" srcOrd="1" destOrd="0" presId="urn:microsoft.com/office/officeart/2018/2/layout/IconVerticalSolidList"/>
    <dgm:cxn modelId="{821B1736-BE16-4767-9F4C-97E8DAC0CE2F}" type="presParOf" srcId="{EAEAF9CF-F420-49DD-A27A-F49B07CF7DFD}" destId="{AAD76BCF-EDDB-48F1-BBBD-83E33CCF51F8}" srcOrd="2" destOrd="0" presId="urn:microsoft.com/office/officeart/2018/2/layout/IconVerticalSolidList"/>
    <dgm:cxn modelId="{B98ABF5E-EACF-46D6-8DAB-7451A6A29DCF}" type="presParOf" srcId="{EAEAF9CF-F420-49DD-A27A-F49B07CF7DFD}" destId="{658C872E-65C1-47FF-8CDB-99AAB11A0D79}" srcOrd="3" destOrd="0" presId="urn:microsoft.com/office/officeart/2018/2/layout/IconVerticalSolidList"/>
    <dgm:cxn modelId="{F53B9A99-0FDF-4E5F-A152-8D742E995D0A}" type="presParOf" srcId="{F7C9959E-3CC0-41B3-B7F8-FEFA9F070E42}" destId="{55A44940-51AE-4967-9443-C24B9A9D0223}" srcOrd="5" destOrd="0" presId="urn:microsoft.com/office/officeart/2018/2/layout/IconVerticalSolidList"/>
    <dgm:cxn modelId="{22E423A3-C8D2-4B90-8AEF-57441608430A}" type="presParOf" srcId="{F7C9959E-3CC0-41B3-B7F8-FEFA9F070E42}" destId="{729CFECC-5B2C-4D4A-9F33-43E940892FDA}" srcOrd="6" destOrd="0" presId="urn:microsoft.com/office/officeart/2018/2/layout/IconVerticalSolidList"/>
    <dgm:cxn modelId="{3F6F9D95-86FE-4981-A663-0BF57DE4D66D}" type="presParOf" srcId="{729CFECC-5B2C-4D4A-9F33-43E940892FDA}" destId="{9F3F21FA-7750-4BA0-ABE0-231FDEDF19F9}" srcOrd="0" destOrd="0" presId="urn:microsoft.com/office/officeart/2018/2/layout/IconVerticalSolidList"/>
    <dgm:cxn modelId="{CDC2E881-E592-4137-9A92-95631524456F}" type="presParOf" srcId="{729CFECC-5B2C-4D4A-9F33-43E940892FDA}" destId="{CABF3701-FD83-40DE-AAA0-FD286F4E01AE}" srcOrd="1" destOrd="0" presId="urn:microsoft.com/office/officeart/2018/2/layout/IconVerticalSolidList"/>
    <dgm:cxn modelId="{ECA9A20B-69AC-46F8-A40A-44A80447DD07}" type="presParOf" srcId="{729CFECC-5B2C-4D4A-9F33-43E940892FDA}" destId="{18A84F62-DFEC-49D0-AB47-B593F171C456}" srcOrd="2" destOrd="0" presId="urn:microsoft.com/office/officeart/2018/2/layout/IconVerticalSolidList"/>
    <dgm:cxn modelId="{6DFD66CA-09A1-4844-B432-720DE6F9D8F4}" type="presParOf" srcId="{729CFECC-5B2C-4D4A-9F33-43E940892FDA}" destId="{EFD1B7CF-4443-4AC9-83F3-846BF296B4A2}"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BBDD179-F56B-432C-AF56-83B194E001E9}" type="doc">
      <dgm:prSet loTypeId="urn:microsoft.com/office/officeart/2005/8/layout/matrix2" loCatId="matrix" qsTypeId="urn:microsoft.com/office/officeart/2005/8/quickstyle/simple1" qsCatId="simple" csTypeId="urn:microsoft.com/office/officeart/2005/8/colors/colorful5" csCatId="colorful"/>
      <dgm:spPr/>
      <dgm:t>
        <a:bodyPr/>
        <a:lstStyle/>
        <a:p>
          <a:endParaRPr lang="en-US"/>
        </a:p>
      </dgm:t>
    </dgm:pt>
    <dgm:pt modelId="{6B7F42F3-1807-470F-B516-C0CD20A84E3F}">
      <dgm:prSet/>
      <dgm:spPr/>
      <dgm:t>
        <a:bodyPr/>
        <a:lstStyle/>
        <a:p>
          <a:r>
            <a:rPr lang="en-US"/>
            <a:t>Offers multiple storage classes</a:t>
          </a:r>
        </a:p>
      </dgm:t>
    </dgm:pt>
    <dgm:pt modelId="{AAC017AF-652C-4FB2-9EF1-92B25FAC85E3}" type="parTrans" cxnId="{39BD1BFF-8603-4F7E-B35C-1B2D925FD4FC}">
      <dgm:prSet/>
      <dgm:spPr/>
      <dgm:t>
        <a:bodyPr/>
        <a:lstStyle/>
        <a:p>
          <a:endParaRPr lang="en-US"/>
        </a:p>
      </dgm:t>
    </dgm:pt>
    <dgm:pt modelId="{F19881F2-955C-4F6C-948D-5BF40E8AC061}" type="sibTrans" cxnId="{39BD1BFF-8603-4F7E-B35C-1B2D925FD4FC}">
      <dgm:prSet/>
      <dgm:spPr/>
      <dgm:t>
        <a:bodyPr/>
        <a:lstStyle/>
        <a:p>
          <a:endParaRPr lang="en-US"/>
        </a:p>
      </dgm:t>
    </dgm:pt>
    <dgm:pt modelId="{D881FB6F-EC76-4EF4-B406-D34276036C12}">
      <dgm:prSet/>
      <dgm:spPr/>
      <dgm:t>
        <a:bodyPr/>
        <a:lstStyle/>
        <a:p>
          <a:r>
            <a:rPr lang="en-US"/>
            <a:t>Security (using IAM policies, bucket policies, and the Block Public Access setting)</a:t>
          </a:r>
        </a:p>
      </dgm:t>
    </dgm:pt>
    <dgm:pt modelId="{91A9AD98-01A6-4C17-ACA8-29C9717C6B22}" type="parTrans" cxnId="{A901E1E8-0AB8-4EE6-8EBF-A4D1D9214A19}">
      <dgm:prSet/>
      <dgm:spPr/>
      <dgm:t>
        <a:bodyPr/>
        <a:lstStyle/>
        <a:p>
          <a:endParaRPr lang="en-US"/>
        </a:p>
      </dgm:t>
    </dgm:pt>
    <dgm:pt modelId="{827D20F0-C254-4E1F-B5A1-C58AF17563FA}" type="sibTrans" cxnId="{A901E1E8-0AB8-4EE6-8EBF-A4D1D9214A19}">
      <dgm:prSet/>
      <dgm:spPr/>
      <dgm:t>
        <a:bodyPr/>
        <a:lstStyle/>
        <a:p>
          <a:endParaRPr lang="en-US"/>
        </a:p>
      </dgm:t>
    </dgm:pt>
    <dgm:pt modelId="{DA1F7C78-EF68-4173-A0D6-20E98B9F079D}">
      <dgm:prSet/>
      <dgm:spPr/>
      <dgm:t>
        <a:bodyPr/>
        <a:lstStyle/>
        <a:p>
          <a:r>
            <a:rPr lang="en-US"/>
            <a:t>Unlimited storage</a:t>
          </a:r>
        </a:p>
      </dgm:t>
    </dgm:pt>
    <dgm:pt modelId="{576B9AC7-DE24-4F06-BF2B-8D9BF940A2AB}" type="parTrans" cxnId="{47C09D5B-7042-433B-82F4-985E734D8C4F}">
      <dgm:prSet/>
      <dgm:spPr/>
      <dgm:t>
        <a:bodyPr/>
        <a:lstStyle/>
        <a:p>
          <a:endParaRPr lang="en-US"/>
        </a:p>
      </dgm:t>
    </dgm:pt>
    <dgm:pt modelId="{09C0A0A5-9B00-40FD-976E-87144AD6A408}" type="sibTrans" cxnId="{47C09D5B-7042-433B-82F4-985E734D8C4F}">
      <dgm:prSet/>
      <dgm:spPr/>
      <dgm:t>
        <a:bodyPr/>
        <a:lstStyle/>
        <a:p>
          <a:endParaRPr lang="en-US"/>
        </a:p>
      </dgm:t>
    </dgm:pt>
    <dgm:pt modelId="{1E1F509D-7C97-41A8-8785-9A2D435A4F11}">
      <dgm:prSet/>
      <dgm:spPr/>
      <dgm:t>
        <a:bodyPr/>
        <a:lstStyle/>
        <a:p>
          <a:r>
            <a:rPr lang="en-US"/>
            <a:t>Encryption supports encryption at rest and in transit.</a:t>
          </a:r>
        </a:p>
      </dgm:t>
    </dgm:pt>
    <dgm:pt modelId="{E0C45561-AFAD-4E86-B74D-372B85D06588}" type="parTrans" cxnId="{DF587418-FEBE-4ED7-8590-5CF5D8B3F238}">
      <dgm:prSet/>
      <dgm:spPr/>
      <dgm:t>
        <a:bodyPr/>
        <a:lstStyle/>
        <a:p>
          <a:endParaRPr lang="en-US"/>
        </a:p>
      </dgm:t>
    </dgm:pt>
    <dgm:pt modelId="{931F2F6C-0F1C-46F6-88C5-6FC4AEA91C9A}" type="sibTrans" cxnId="{DF587418-FEBE-4ED7-8590-5CF5D8B3F238}">
      <dgm:prSet/>
      <dgm:spPr/>
      <dgm:t>
        <a:bodyPr/>
        <a:lstStyle/>
        <a:p>
          <a:endParaRPr lang="en-US"/>
        </a:p>
      </dgm:t>
    </dgm:pt>
    <dgm:pt modelId="{C72E7F57-1938-4CBF-8601-06B27AD32BD2}" type="pres">
      <dgm:prSet presAssocID="{0BBDD179-F56B-432C-AF56-83B194E001E9}" presName="matrix" presStyleCnt="0">
        <dgm:presLayoutVars>
          <dgm:chMax val="1"/>
          <dgm:dir/>
          <dgm:resizeHandles val="exact"/>
        </dgm:presLayoutVars>
      </dgm:prSet>
      <dgm:spPr/>
    </dgm:pt>
    <dgm:pt modelId="{B7937D08-1184-4B05-9D87-D5E6C3AF5622}" type="pres">
      <dgm:prSet presAssocID="{0BBDD179-F56B-432C-AF56-83B194E001E9}" presName="axisShape" presStyleLbl="bgShp" presStyleIdx="0" presStyleCnt="1"/>
      <dgm:spPr/>
    </dgm:pt>
    <dgm:pt modelId="{D67A31BB-F4A0-4A4F-9D51-D8353BD8D137}" type="pres">
      <dgm:prSet presAssocID="{0BBDD179-F56B-432C-AF56-83B194E001E9}" presName="rect1" presStyleLbl="node1" presStyleIdx="0" presStyleCnt="4">
        <dgm:presLayoutVars>
          <dgm:chMax val="0"/>
          <dgm:chPref val="0"/>
          <dgm:bulletEnabled val="1"/>
        </dgm:presLayoutVars>
      </dgm:prSet>
      <dgm:spPr/>
    </dgm:pt>
    <dgm:pt modelId="{87D9AAD5-7ABA-47BA-834F-4ACF75DFE90F}" type="pres">
      <dgm:prSet presAssocID="{0BBDD179-F56B-432C-AF56-83B194E001E9}" presName="rect2" presStyleLbl="node1" presStyleIdx="1" presStyleCnt="4">
        <dgm:presLayoutVars>
          <dgm:chMax val="0"/>
          <dgm:chPref val="0"/>
          <dgm:bulletEnabled val="1"/>
        </dgm:presLayoutVars>
      </dgm:prSet>
      <dgm:spPr/>
    </dgm:pt>
    <dgm:pt modelId="{8CD1DFAF-585D-4FF7-A3E4-B1E8D6CB71F5}" type="pres">
      <dgm:prSet presAssocID="{0BBDD179-F56B-432C-AF56-83B194E001E9}" presName="rect3" presStyleLbl="node1" presStyleIdx="2" presStyleCnt="4">
        <dgm:presLayoutVars>
          <dgm:chMax val="0"/>
          <dgm:chPref val="0"/>
          <dgm:bulletEnabled val="1"/>
        </dgm:presLayoutVars>
      </dgm:prSet>
      <dgm:spPr/>
    </dgm:pt>
    <dgm:pt modelId="{1CAAC3B6-5786-463E-9F1F-0FF543C60C52}" type="pres">
      <dgm:prSet presAssocID="{0BBDD179-F56B-432C-AF56-83B194E001E9}" presName="rect4" presStyleLbl="node1" presStyleIdx="3" presStyleCnt="4">
        <dgm:presLayoutVars>
          <dgm:chMax val="0"/>
          <dgm:chPref val="0"/>
          <dgm:bulletEnabled val="1"/>
        </dgm:presLayoutVars>
      </dgm:prSet>
      <dgm:spPr/>
    </dgm:pt>
  </dgm:ptLst>
  <dgm:cxnLst>
    <dgm:cxn modelId="{DF587418-FEBE-4ED7-8590-5CF5D8B3F238}" srcId="{0BBDD179-F56B-432C-AF56-83B194E001E9}" destId="{1E1F509D-7C97-41A8-8785-9A2D435A4F11}" srcOrd="3" destOrd="0" parTransId="{E0C45561-AFAD-4E86-B74D-372B85D06588}" sibTransId="{931F2F6C-0F1C-46F6-88C5-6FC4AEA91C9A}"/>
    <dgm:cxn modelId="{47C09D5B-7042-433B-82F4-985E734D8C4F}" srcId="{0BBDD179-F56B-432C-AF56-83B194E001E9}" destId="{DA1F7C78-EF68-4173-A0D6-20E98B9F079D}" srcOrd="2" destOrd="0" parTransId="{576B9AC7-DE24-4F06-BF2B-8D9BF940A2AB}" sibTransId="{09C0A0A5-9B00-40FD-976E-87144AD6A408}"/>
    <dgm:cxn modelId="{0FAB337C-6F43-4EF5-A8FB-BCD734D155CF}" type="presOf" srcId="{DA1F7C78-EF68-4173-A0D6-20E98B9F079D}" destId="{8CD1DFAF-585D-4FF7-A3E4-B1E8D6CB71F5}" srcOrd="0" destOrd="0" presId="urn:microsoft.com/office/officeart/2005/8/layout/matrix2"/>
    <dgm:cxn modelId="{C207ED7F-52B8-40C3-9629-73A8262DC969}" type="presOf" srcId="{6B7F42F3-1807-470F-B516-C0CD20A84E3F}" destId="{D67A31BB-F4A0-4A4F-9D51-D8353BD8D137}" srcOrd="0" destOrd="0" presId="urn:microsoft.com/office/officeart/2005/8/layout/matrix2"/>
    <dgm:cxn modelId="{892AB39F-4DE6-420D-9435-DC3B11F50A89}" type="presOf" srcId="{0BBDD179-F56B-432C-AF56-83B194E001E9}" destId="{C72E7F57-1938-4CBF-8601-06B27AD32BD2}" srcOrd="0" destOrd="0" presId="urn:microsoft.com/office/officeart/2005/8/layout/matrix2"/>
    <dgm:cxn modelId="{79E923A6-6061-4EAC-86B9-D56890DBBE3B}" type="presOf" srcId="{D881FB6F-EC76-4EF4-B406-D34276036C12}" destId="{87D9AAD5-7ABA-47BA-834F-4ACF75DFE90F}" srcOrd="0" destOrd="0" presId="urn:microsoft.com/office/officeart/2005/8/layout/matrix2"/>
    <dgm:cxn modelId="{A901E1E8-0AB8-4EE6-8EBF-A4D1D9214A19}" srcId="{0BBDD179-F56B-432C-AF56-83B194E001E9}" destId="{D881FB6F-EC76-4EF4-B406-D34276036C12}" srcOrd="1" destOrd="0" parTransId="{91A9AD98-01A6-4C17-ACA8-29C9717C6B22}" sibTransId="{827D20F0-C254-4E1F-B5A1-C58AF17563FA}"/>
    <dgm:cxn modelId="{2D162DF8-966C-468F-A98A-20B444E8E124}" type="presOf" srcId="{1E1F509D-7C97-41A8-8785-9A2D435A4F11}" destId="{1CAAC3B6-5786-463E-9F1F-0FF543C60C52}" srcOrd="0" destOrd="0" presId="urn:microsoft.com/office/officeart/2005/8/layout/matrix2"/>
    <dgm:cxn modelId="{39BD1BFF-8603-4F7E-B35C-1B2D925FD4FC}" srcId="{0BBDD179-F56B-432C-AF56-83B194E001E9}" destId="{6B7F42F3-1807-470F-B516-C0CD20A84E3F}" srcOrd="0" destOrd="0" parTransId="{AAC017AF-652C-4FB2-9EF1-92B25FAC85E3}" sibTransId="{F19881F2-955C-4F6C-948D-5BF40E8AC061}"/>
    <dgm:cxn modelId="{04C919D8-90C4-4F0B-A547-A5BF02A8A2E3}" type="presParOf" srcId="{C72E7F57-1938-4CBF-8601-06B27AD32BD2}" destId="{B7937D08-1184-4B05-9D87-D5E6C3AF5622}" srcOrd="0" destOrd="0" presId="urn:microsoft.com/office/officeart/2005/8/layout/matrix2"/>
    <dgm:cxn modelId="{C65E91F1-41EC-4D1A-A4A8-C0166D6ECF5C}" type="presParOf" srcId="{C72E7F57-1938-4CBF-8601-06B27AD32BD2}" destId="{D67A31BB-F4A0-4A4F-9D51-D8353BD8D137}" srcOrd="1" destOrd="0" presId="urn:microsoft.com/office/officeart/2005/8/layout/matrix2"/>
    <dgm:cxn modelId="{1BE76465-E4C2-476C-A208-D7A62752A5F6}" type="presParOf" srcId="{C72E7F57-1938-4CBF-8601-06B27AD32BD2}" destId="{87D9AAD5-7ABA-47BA-834F-4ACF75DFE90F}" srcOrd="2" destOrd="0" presId="urn:microsoft.com/office/officeart/2005/8/layout/matrix2"/>
    <dgm:cxn modelId="{517319D0-9941-47E4-942B-B336A5CDC467}" type="presParOf" srcId="{C72E7F57-1938-4CBF-8601-06B27AD32BD2}" destId="{8CD1DFAF-585D-4FF7-A3E4-B1E8D6CB71F5}" srcOrd="3" destOrd="0" presId="urn:microsoft.com/office/officeart/2005/8/layout/matrix2"/>
    <dgm:cxn modelId="{F04ED6C4-A12A-427E-B8AB-7648E0C3FF09}" type="presParOf" srcId="{C72E7F57-1938-4CBF-8601-06B27AD32BD2}" destId="{1CAAC3B6-5786-463E-9F1F-0FF543C60C52}" srcOrd="4" destOrd="0" presId="urn:microsoft.com/office/officeart/2005/8/layout/matrix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C77B7C8-8709-4434-BE50-3BE9AF139F72}"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E49D8A4-4898-4BD8-B963-2EE0E6862F45}">
      <dgm:prSet/>
      <dgm:spPr/>
      <dgm:t>
        <a:bodyPr/>
        <a:lstStyle/>
        <a:p>
          <a:r>
            <a:rPr lang="en-US" b="1" i="0" baseline="0"/>
            <a:t>Bucket:</a:t>
          </a:r>
          <a:r>
            <a:rPr lang="en-US" b="0" i="0" baseline="0"/>
            <a:t> Top-level container for objects (unique name globally).</a:t>
          </a:r>
          <a:endParaRPr lang="en-US"/>
        </a:p>
      </dgm:t>
    </dgm:pt>
    <dgm:pt modelId="{089D4342-5AFD-4281-8D39-6EFD70C4C41D}" type="parTrans" cxnId="{615F2DEA-744F-4957-9B12-DA6E281B1BF8}">
      <dgm:prSet/>
      <dgm:spPr/>
      <dgm:t>
        <a:bodyPr/>
        <a:lstStyle/>
        <a:p>
          <a:endParaRPr lang="en-US"/>
        </a:p>
      </dgm:t>
    </dgm:pt>
    <dgm:pt modelId="{8D01A2CB-921E-4E6B-B3DC-AFA4D55536D1}" type="sibTrans" cxnId="{615F2DEA-744F-4957-9B12-DA6E281B1BF8}">
      <dgm:prSet/>
      <dgm:spPr/>
      <dgm:t>
        <a:bodyPr/>
        <a:lstStyle/>
        <a:p>
          <a:endParaRPr lang="en-US"/>
        </a:p>
      </dgm:t>
    </dgm:pt>
    <dgm:pt modelId="{12165191-5D0A-4971-9572-DFE3230286ED}">
      <dgm:prSet/>
      <dgm:spPr/>
      <dgm:t>
        <a:bodyPr/>
        <a:lstStyle/>
        <a:p>
          <a:r>
            <a:rPr lang="en-US" b="1" i="0" baseline="0"/>
            <a:t>Object:</a:t>
          </a:r>
          <a:r>
            <a:rPr lang="en-US" b="0" i="0" baseline="0"/>
            <a:t> Data + Metadata + Unique Key (filename).</a:t>
          </a:r>
          <a:endParaRPr lang="en-US"/>
        </a:p>
      </dgm:t>
    </dgm:pt>
    <dgm:pt modelId="{4F030CA3-0855-4BE1-9A83-6A1B0B45D805}" type="parTrans" cxnId="{08394526-9AE4-43AE-BA89-6C4C54FC96F6}">
      <dgm:prSet/>
      <dgm:spPr/>
      <dgm:t>
        <a:bodyPr/>
        <a:lstStyle/>
        <a:p>
          <a:endParaRPr lang="en-US"/>
        </a:p>
      </dgm:t>
    </dgm:pt>
    <dgm:pt modelId="{C4C7CA04-C315-42F4-90E3-CE1ACF4E3B9A}" type="sibTrans" cxnId="{08394526-9AE4-43AE-BA89-6C4C54FC96F6}">
      <dgm:prSet/>
      <dgm:spPr/>
      <dgm:t>
        <a:bodyPr/>
        <a:lstStyle/>
        <a:p>
          <a:endParaRPr lang="en-US"/>
        </a:p>
      </dgm:t>
    </dgm:pt>
    <dgm:pt modelId="{0B3E6CC9-9A6C-4808-AB51-27B76994ECFD}">
      <dgm:prSet/>
      <dgm:spPr/>
      <dgm:t>
        <a:bodyPr/>
        <a:lstStyle/>
        <a:p>
          <a:r>
            <a:rPr lang="en-US" b="1" i="0" baseline="0"/>
            <a:t>Key:</a:t>
          </a:r>
          <a:r>
            <a:rPr lang="en-US" b="0" i="0" baseline="0"/>
            <a:t> The full path to the object inside the bucket.</a:t>
          </a:r>
          <a:endParaRPr lang="en-US"/>
        </a:p>
      </dgm:t>
    </dgm:pt>
    <dgm:pt modelId="{BB57B22D-7F2D-4BD0-8032-0013A336FA02}" type="parTrans" cxnId="{0C98EC3E-8392-41A7-87E2-D16A4A7C4886}">
      <dgm:prSet/>
      <dgm:spPr/>
      <dgm:t>
        <a:bodyPr/>
        <a:lstStyle/>
        <a:p>
          <a:endParaRPr lang="en-US"/>
        </a:p>
      </dgm:t>
    </dgm:pt>
    <dgm:pt modelId="{A59CC341-105C-46F9-B9E9-13729A6239DA}" type="sibTrans" cxnId="{0C98EC3E-8392-41A7-87E2-D16A4A7C4886}">
      <dgm:prSet/>
      <dgm:spPr/>
      <dgm:t>
        <a:bodyPr/>
        <a:lstStyle/>
        <a:p>
          <a:endParaRPr lang="en-US"/>
        </a:p>
      </dgm:t>
    </dgm:pt>
    <dgm:pt modelId="{CE531BF4-AEFF-453C-AF4A-FA694F6B0767}">
      <dgm:prSet/>
      <dgm:spPr/>
      <dgm:t>
        <a:bodyPr/>
        <a:lstStyle/>
        <a:p>
          <a:r>
            <a:rPr lang="en-US" b="1" i="0" baseline="0"/>
            <a:t>Example:</a:t>
          </a:r>
          <a:br>
            <a:rPr lang="en-US" b="0" i="0" baseline="0"/>
          </a:br>
          <a:r>
            <a:rPr lang="en-US" b="0" i="0" baseline="0" err="1"/>
            <a:t>mybucket</a:t>
          </a:r>
          <a:r>
            <a:rPr lang="en-US" b="0" i="0" baseline="0"/>
            <a:t>/images/photo.jpg</a:t>
          </a:r>
          <a:endParaRPr lang="en-US"/>
        </a:p>
      </dgm:t>
    </dgm:pt>
    <dgm:pt modelId="{3EA41916-F611-4BB7-9E6D-72C1EF170320}" type="parTrans" cxnId="{D298B865-486B-4F74-9A6A-135A0CAE1242}">
      <dgm:prSet/>
      <dgm:spPr/>
      <dgm:t>
        <a:bodyPr/>
        <a:lstStyle/>
        <a:p>
          <a:endParaRPr lang="en-US"/>
        </a:p>
      </dgm:t>
    </dgm:pt>
    <dgm:pt modelId="{A4E8ED8D-3A78-4C50-B719-53292E53193A}" type="sibTrans" cxnId="{D298B865-486B-4F74-9A6A-135A0CAE1242}">
      <dgm:prSet/>
      <dgm:spPr/>
      <dgm:t>
        <a:bodyPr/>
        <a:lstStyle/>
        <a:p>
          <a:endParaRPr lang="en-US"/>
        </a:p>
      </dgm:t>
    </dgm:pt>
    <dgm:pt modelId="{7B98F749-2A30-411B-8631-78AB1A189824}">
      <dgm:prSet/>
      <dgm:spPr/>
      <dgm:t>
        <a:bodyPr/>
        <a:lstStyle/>
        <a:p>
          <a:r>
            <a:rPr lang="en-US" b="1" i="0" baseline="0"/>
            <a:t>Folders</a:t>
          </a:r>
          <a:r>
            <a:rPr lang="en-US" b="0" i="0" baseline="0"/>
            <a:t> are </a:t>
          </a:r>
          <a:r>
            <a:rPr lang="en-US" b="0" i="1" baseline="0"/>
            <a:t>logical</a:t>
          </a:r>
          <a:r>
            <a:rPr lang="en-US" b="0" i="0" baseline="0"/>
            <a:t> (no real directories).</a:t>
          </a:r>
          <a:endParaRPr lang="en-US"/>
        </a:p>
      </dgm:t>
    </dgm:pt>
    <dgm:pt modelId="{32180AD1-3E81-4EA0-B758-1063C8941632}" type="parTrans" cxnId="{AC74B44E-613A-404F-A78E-15C9221B077A}">
      <dgm:prSet/>
      <dgm:spPr/>
      <dgm:t>
        <a:bodyPr/>
        <a:lstStyle/>
        <a:p>
          <a:endParaRPr lang="en-US"/>
        </a:p>
      </dgm:t>
    </dgm:pt>
    <dgm:pt modelId="{F544A9F8-2C68-403C-9C42-F9F3CE63B708}" type="sibTrans" cxnId="{AC74B44E-613A-404F-A78E-15C9221B077A}">
      <dgm:prSet/>
      <dgm:spPr/>
      <dgm:t>
        <a:bodyPr/>
        <a:lstStyle/>
        <a:p>
          <a:endParaRPr lang="en-US"/>
        </a:p>
      </dgm:t>
    </dgm:pt>
    <dgm:pt modelId="{297D7E53-FDF1-42D0-9DCF-7D5AFB5A1127}" type="pres">
      <dgm:prSet presAssocID="{9C77B7C8-8709-4434-BE50-3BE9AF139F72}" presName="root" presStyleCnt="0">
        <dgm:presLayoutVars>
          <dgm:dir/>
          <dgm:resizeHandles val="exact"/>
        </dgm:presLayoutVars>
      </dgm:prSet>
      <dgm:spPr/>
    </dgm:pt>
    <dgm:pt modelId="{59597790-AB78-4675-912B-A479375531C5}" type="pres">
      <dgm:prSet presAssocID="{8E49D8A4-4898-4BD8-B963-2EE0E6862F45}" presName="compNode" presStyleCnt="0"/>
      <dgm:spPr/>
    </dgm:pt>
    <dgm:pt modelId="{028FACB4-E132-4CF2-8A4E-CCCEA0444C96}" type="pres">
      <dgm:prSet presAssocID="{8E49D8A4-4898-4BD8-B963-2EE0E6862F45}" presName="bgRect" presStyleLbl="bgShp" presStyleIdx="0" presStyleCnt="5"/>
      <dgm:spPr/>
    </dgm:pt>
    <dgm:pt modelId="{F83ED7C8-D006-4992-94BC-E2839BDC5EA7}" type="pres">
      <dgm:prSet presAssocID="{8E49D8A4-4898-4BD8-B963-2EE0E6862F45}"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ilter"/>
        </a:ext>
      </dgm:extLst>
    </dgm:pt>
    <dgm:pt modelId="{A9091C02-3AAE-40AE-B445-6A8FCE63237B}" type="pres">
      <dgm:prSet presAssocID="{8E49D8A4-4898-4BD8-B963-2EE0E6862F45}" presName="spaceRect" presStyleCnt="0"/>
      <dgm:spPr/>
    </dgm:pt>
    <dgm:pt modelId="{7B27663A-E6A7-4F07-BD5F-413482359501}" type="pres">
      <dgm:prSet presAssocID="{8E49D8A4-4898-4BD8-B963-2EE0E6862F45}" presName="parTx" presStyleLbl="revTx" presStyleIdx="0" presStyleCnt="5">
        <dgm:presLayoutVars>
          <dgm:chMax val="0"/>
          <dgm:chPref val="0"/>
        </dgm:presLayoutVars>
      </dgm:prSet>
      <dgm:spPr/>
    </dgm:pt>
    <dgm:pt modelId="{AE45FC02-DA97-4A84-B0C0-C49F6232C5F7}" type="pres">
      <dgm:prSet presAssocID="{8D01A2CB-921E-4E6B-B3DC-AFA4D55536D1}" presName="sibTrans" presStyleCnt="0"/>
      <dgm:spPr/>
    </dgm:pt>
    <dgm:pt modelId="{B8845130-55B4-4234-924D-F10003F7571C}" type="pres">
      <dgm:prSet presAssocID="{12165191-5D0A-4971-9572-DFE3230286ED}" presName="compNode" presStyleCnt="0"/>
      <dgm:spPr/>
    </dgm:pt>
    <dgm:pt modelId="{DC8CB956-20F7-4686-B781-6B0EA38A6C0A}" type="pres">
      <dgm:prSet presAssocID="{12165191-5D0A-4971-9572-DFE3230286ED}" presName="bgRect" presStyleLbl="bgShp" presStyleIdx="1" presStyleCnt="5"/>
      <dgm:spPr/>
    </dgm:pt>
    <dgm:pt modelId="{98409FB5-BB16-490D-AACE-5C171B81DCD3}" type="pres">
      <dgm:prSet presAssocID="{12165191-5D0A-4971-9572-DFE3230286ED}"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hredder"/>
        </a:ext>
      </dgm:extLst>
    </dgm:pt>
    <dgm:pt modelId="{7C3A8D48-01C5-4B21-BA9E-8186B86D4AB2}" type="pres">
      <dgm:prSet presAssocID="{12165191-5D0A-4971-9572-DFE3230286ED}" presName="spaceRect" presStyleCnt="0"/>
      <dgm:spPr/>
    </dgm:pt>
    <dgm:pt modelId="{26C5140D-1A9B-49B7-AA41-05D0356112F9}" type="pres">
      <dgm:prSet presAssocID="{12165191-5D0A-4971-9572-DFE3230286ED}" presName="parTx" presStyleLbl="revTx" presStyleIdx="1" presStyleCnt="5">
        <dgm:presLayoutVars>
          <dgm:chMax val="0"/>
          <dgm:chPref val="0"/>
        </dgm:presLayoutVars>
      </dgm:prSet>
      <dgm:spPr/>
    </dgm:pt>
    <dgm:pt modelId="{A25448B6-DBBF-4D63-9C0D-724B829F8CA8}" type="pres">
      <dgm:prSet presAssocID="{C4C7CA04-C315-42F4-90E3-CE1ACF4E3B9A}" presName="sibTrans" presStyleCnt="0"/>
      <dgm:spPr/>
    </dgm:pt>
    <dgm:pt modelId="{906C6B86-6A94-4BB2-BB41-76E9AAD3CF11}" type="pres">
      <dgm:prSet presAssocID="{0B3E6CC9-9A6C-4808-AB51-27B76994ECFD}" presName="compNode" presStyleCnt="0"/>
      <dgm:spPr/>
    </dgm:pt>
    <dgm:pt modelId="{1EC44A58-3996-45E3-8EEF-A66CD7688FC5}" type="pres">
      <dgm:prSet presAssocID="{0B3E6CC9-9A6C-4808-AB51-27B76994ECFD}" presName="bgRect" presStyleLbl="bgShp" presStyleIdx="2" presStyleCnt="5"/>
      <dgm:spPr/>
    </dgm:pt>
    <dgm:pt modelId="{64C89484-21A4-4D1B-806E-448EA8658CCA}" type="pres">
      <dgm:prSet presAssocID="{0B3E6CC9-9A6C-4808-AB51-27B76994ECFD}"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Key"/>
        </a:ext>
      </dgm:extLst>
    </dgm:pt>
    <dgm:pt modelId="{EAE2C452-EF45-4EA6-AF4F-B2EBBA65A135}" type="pres">
      <dgm:prSet presAssocID="{0B3E6CC9-9A6C-4808-AB51-27B76994ECFD}" presName="spaceRect" presStyleCnt="0"/>
      <dgm:spPr/>
    </dgm:pt>
    <dgm:pt modelId="{C9C7D9A8-B550-4FB7-95F5-ED8FE3D7648E}" type="pres">
      <dgm:prSet presAssocID="{0B3E6CC9-9A6C-4808-AB51-27B76994ECFD}" presName="parTx" presStyleLbl="revTx" presStyleIdx="2" presStyleCnt="5">
        <dgm:presLayoutVars>
          <dgm:chMax val="0"/>
          <dgm:chPref val="0"/>
        </dgm:presLayoutVars>
      </dgm:prSet>
      <dgm:spPr/>
    </dgm:pt>
    <dgm:pt modelId="{14B3093D-C036-4FEE-8E37-366EE4C208BC}" type="pres">
      <dgm:prSet presAssocID="{A59CC341-105C-46F9-B9E9-13729A6239DA}" presName="sibTrans" presStyleCnt="0"/>
      <dgm:spPr/>
    </dgm:pt>
    <dgm:pt modelId="{348575CA-8A3D-4241-B7A5-554800E433B2}" type="pres">
      <dgm:prSet presAssocID="{CE531BF4-AEFF-453C-AF4A-FA694F6B0767}" presName="compNode" presStyleCnt="0"/>
      <dgm:spPr/>
    </dgm:pt>
    <dgm:pt modelId="{DED149E3-A4B2-4280-AEC9-7C03454D3A0C}" type="pres">
      <dgm:prSet presAssocID="{CE531BF4-AEFF-453C-AF4A-FA694F6B0767}" presName="bgRect" presStyleLbl="bgShp" presStyleIdx="3" presStyleCnt="5"/>
      <dgm:spPr/>
    </dgm:pt>
    <dgm:pt modelId="{E2695E81-4D9F-4869-86B9-73D2089EFC7C}" type="pres">
      <dgm:prSet presAssocID="{CE531BF4-AEFF-453C-AF4A-FA694F6B0767}"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arker"/>
        </a:ext>
      </dgm:extLst>
    </dgm:pt>
    <dgm:pt modelId="{DBB0DD15-DDED-4469-93A7-2CE0EA3D09DA}" type="pres">
      <dgm:prSet presAssocID="{CE531BF4-AEFF-453C-AF4A-FA694F6B0767}" presName="spaceRect" presStyleCnt="0"/>
      <dgm:spPr/>
    </dgm:pt>
    <dgm:pt modelId="{CD92ED7E-1713-44A9-8B78-F7BB74D91DF6}" type="pres">
      <dgm:prSet presAssocID="{CE531BF4-AEFF-453C-AF4A-FA694F6B0767}" presName="parTx" presStyleLbl="revTx" presStyleIdx="3" presStyleCnt="5">
        <dgm:presLayoutVars>
          <dgm:chMax val="0"/>
          <dgm:chPref val="0"/>
        </dgm:presLayoutVars>
      </dgm:prSet>
      <dgm:spPr/>
    </dgm:pt>
    <dgm:pt modelId="{57828271-847A-4DC3-85ED-D054E143DFB6}" type="pres">
      <dgm:prSet presAssocID="{A4E8ED8D-3A78-4C50-B719-53292E53193A}" presName="sibTrans" presStyleCnt="0"/>
      <dgm:spPr/>
    </dgm:pt>
    <dgm:pt modelId="{E278985E-2EBF-4A9E-A689-8FB76A4ADD9B}" type="pres">
      <dgm:prSet presAssocID="{7B98F749-2A30-411B-8631-78AB1A189824}" presName="compNode" presStyleCnt="0"/>
      <dgm:spPr/>
    </dgm:pt>
    <dgm:pt modelId="{4FB4396B-5B69-4690-A893-C914548717A1}" type="pres">
      <dgm:prSet presAssocID="{7B98F749-2A30-411B-8631-78AB1A189824}" presName="bgRect" presStyleLbl="bgShp" presStyleIdx="4" presStyleCnt="5"/>
      <dgm:spPr/>
    </dgm:pt>
    <dgm:pt modelId="{3A6CD5D3-4B8C-4341-83EA-AE1FAE532B40}" type="pres">
      <dgm:prSet presAssocID="{7B98F749-2A30-411B-8631-78AB1A189824}"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Open Folder"/>
        </a:ext>
      </dgm:extLst>
    </dgm:pt>
    <dgm:pt modelId="{0FF8F0D6-050E-4096-8342-B376F0C85A6E}" type="pres">
      <dgm:prSet presAssocID="{7B98F749-2A30-411B-8631-78AB1A189824}" presName="spaceRect" presStyleCnt="0"/>
      <dgm:spPr/>
    </dgm:pt>
    <dgm:pt modelId="{ECC8D738-43D4-4383-A2BC-053C372F8033}" type="pres">
      <dgm:prSet presAssocID="{7B98F749-2A30-411B-8631-78AB1A189824}" presName="parTx" presStyleLbl="revTx" presStyleIdx="4" presStyleCnt="5">
        <dgm:presLayoutVars>
          <dgm:chMax val="0"/>
          <dgm:chPref val="0"/>
        </dgm:presLayoutVars>
      </dgm:prSet>
      <dgm:spPr/>
    </dgm:pt>
  </dgm:ptLst>
  <dgm:cxnLst>
    <dgm:cxn modelId="{AAC2BF0E-5466-4533-8534-868DBF546877}" type="presOf" srcId="{9C77B7C8-8709-4434-BE50-3BE9AF139F72}" destId="{297D7E53-FDF1-42D0-9DCF-7D5AFB5A1127}" srcOrd="0" destOrd="0" presId="urn:microsoft.com/office/officeart/2018/2/layout/IconVerticalSolidList"/>
    <dgm:cxn modelId="{47F96F1D-B092-4532-A7D1-B2A6192EAFCF}" type="presOf" srcId="{0B3E6CC9-9A6C-4808-AB51-27B76994ECFD}" destId="{C9C7D9A8-B550-4FB7-95F5-ED8FE3D7648E}" srcOrd="0" destOrd="0" presId="urn:microsoft.com/office/officeart/2018/2/layout/IconVerticalSolidList"/>
    <dgm:cxn modelId="{08394526-9AE4-43AE-BA89-6C4C54FC96F6}" srcId="{9C77B7C8-8709-4434-BE50-3BE9AF139F72}" destId="{12165191-5D0A-4971-9572-DFE3230286ED}" srcOrd="1" destOrd="0" parTransId="{4F030CA3-0855-4BE1-9A83-6A1B0B45D805}" sibTransId="{C4C7CA04-C315-42F4-90E3-CE1ACF4E3B9A}"/>
    <dgm:cxn modelId="{6004DB34-A3A6-4996-BDA4-22163B665F94}" type="presOf" srcId="{8E49D8A4-4898-4BD8-B963-2EE0E6862F45}" destId="{7B27663A-E6A7-4F07-BD5F-413482359501}" srcOrd="0" destOrd="0" presId="urn:microsoft.com/office/officeart/2018/2/layout/IconVerticalSolidList"/>
    <dgm:cxn modelId="{0C98EC3E-8392-41A7-87E2-D16A4A7C4886}" srcId="{9C77B7C8-8709-4434-BE50-3BE9AF139F72}" destId="{0B3E6CC9-9A6C-4808-AB51-27B76994ECFD}" srcOrd="2" destOrd="0" parTransId="{BB57B22D-7F2D-4BD0-8032-0013A336FA02}" sibTransId="{A59CC341-105C-46F9-B9E9-13729A6239DA}"/>
    <dgm:cxn modelId="{CB5BE35C-4171-4A39-AAA8-F14CB6AF1BCA}" type="presOf" srcId="{CE531BF4-AEFF-453C-AF4A-FA694F6B0767}" destId="{CD92ED7E-1713-44A9-8B78-F7BB74D91DF6}" srcOrd="0" destOrd="0" presId="urn:microsoft.com/office/officeart/2018/2/layout/IconVerticalSolidList"/>
    <dgm:cxn modelId="{D298B865-486B-4F74-9A6A-135A0CAE1242}" srcId="{9C77B7C8-8709-4434-BE50-3BE9AF139F72}" destId="{CE531BF4-AEFF-453C-AF4A-FA694F6B0767}" srcOrd="3" destOrd="0" parTransId="{3EA41916-F611-4BB7-9E6D-72C1EF170320}" sibTransId="{A4E8ED8D-3A78-4C50-B719-53292E53193A}"/>
    <dgm:cxn modelId="{AC74B44E-613A-404F-A78E-15C9221B077A}" srcId="{9C77B7C8-8709-4434-BE50-3BE9AF139F72}" destId="{7B98F749-2A30-411B-8631-78AB1A189824}" srcOrd="4" destOrd="0" parTransId="{32180AD1-3E81-4EA0-B758-1063C8941632}" sibTransId="{F544A9F8-2C68-403C-9C42-F9F3CE63B708}"/>
    <dgm:cxn modelId="{CDCA2E84-222E-4F92-8D65-FE851AAA15CC}" type="presOf" srcId="{7B98F749-2A30-411B-8631-78AB1A189824}" destId="{ECC8D738-43D4-4383-A2BC-053C372F8033}" srcOrd="0" destOrd="0" presId="urn:microsoft.com/office/officeart/2018/2/layout/IconVerticalSolidList"/>
    <dgm:cxn modelId="{615F2DEA-744F-4957-9B12-DA6E281B1BF8}" srcId="{9C77B7C8-8709-4434-BE50-3BE9AF139F72}" destId="{8E49D8A4-4898-4BD8-B963-2EE0E6862F45}" srcOrd="0" destOrd="0" parTransId="{089D4342-5AFD-4281-8D39-6EFD70C4C41D}" sibTransId="{8D01A2CB-921E-4E6B-B3DC-AFA4D55536D1}"/>
    <dgm:cxn modelId="{694A08F0-B53B-4422-B176-A1122B1EB3C8}" type="presOf" srcId="{12165191-5D0A-4971-9572-DFE3230286ED}" destId="{26C5140D-1A9B-49B7-AA41-05D0356112F9}" srcOrd="0" destOrd="0" presId="urn:microsoft.com/office/officeart/2018/2/layout/IconVerticalSolidList"/>
    <dgm:cxn modelId="{ABCDF5E6-8D02-4D97-A2AA-89E4FA734FDB}" type="presParOf" srcId="{297D7E53-FDF1-42D0-9DCF-7D5AFB5A1127}" destId="{59597790-AB78-4675-912B-A479375531C5}" srcOrd="0" destOrd="0" presId="urn:microsoft.com/office/officeart/2018/2/layout/IconVerticalSolidList"/>
    <dgm:cxn modelId="{BC88A465-B47F-4104-B97F-441FB34C0724}" type="presParOf" srcId="{59597790-AB78-4675-912B-A479375531C5}" destId="{028FACB4-E132-4CF2-8A4E-CCCEA0444C96}" srcOrd="0" destOrd="0" presId="urn:microsoft.com/office/officeart/2018/2/layout/IconVerticalSolidList"/>
    <dgm:cxn modelId="{F59CC34F-9F36-4256-A4B3-1677B81A86AA}" type="presParOf" srcId="{59597790-AB78-4675-912B-A479375531C5}" destId="{F83ED7C8-D006-4992-94BC-E2839BDC5EA7}" srcOrd="1" destOrd="0" presId="urn:microsoft.com/office/officeart/2018/2/layout/IconVerticalSolidList"/>
    <dgm:cxn modelId="{8CB158B1-261C-4D23-A2D2-E578EACE3641}" type="presParOf" srcId="{59597790-AB78-4675-912B-A479375531C5}" destId="{A9091C02-3AAE-40AE-B445-6A8FCE63237B}" srcOrd="2" destOrd="0" presId="urn:microsoft.com/office/officeart/2018/2/layout/IconVerticalSolidList"/>
    <dgm:cxn modelId="{1A16A183-AC94-4FE9-9E91-F8150199E550}" type="presParOf" srcId="{59597790-AB78-4675-912B-A479375531C5}" destId="{7B27663A-E6A7-4F07-BD5F-413482359501}" srcOrd="3" destOrd="0" presId="urn:microsoft.com/office/officeart/2018/2/layout/IconVerticalSolidList"/>
    <dgm:cxn modelId="{8A13BBC4-EA72-4451-A858-D871CC8C56DC}" type="presParOf" srcId="{297D7E53-FDF1-42D0-9DCF-7D5AFB5A1127}" destId="{AE45FC02-DA97-4A84-B0C0-C49F6232C5F7}" srcOrd="1" destOrd="0" presId="urn:microsoft.com/office/officeart/2018/2/layout/IconVerticalSolidList"/>
    <dgm:cxn modelId="{C986D6F5-C1C8-42AE-B7FA-04F7C418D28C}" type="presParOf" srcId="{297D7E53-FDF1-42D0-9DCF-7D5AFB5A1127}" destId="{B8845130-55B4-4234-924D-F10003F7571C}" srcOrd="2" destOrd="0" presId="urn:microsoft.com/office/officeart/2018/2/layout/IconVerticalSolidList"/>
    <dgm:cxn modelId="{0F6B9A47-2A66-42D0-BA62-E3E11D519367}" type="presParOf" srcId="{B8845130-55B4-4234-924D-F10003F7571C}" destId="{DC8CB956-20F7-4686-B781-6B0EA38A6C0A}" srcOrd="0" destOrd="0" presId="urn:microsoft.com/office/officeart/2018/2/layout/IconVerticalSolidList"/>
    <dgm:cxn modelId="{CB2B2934-4A8A-4FFE-8503-E2BC7787ACA0}" type="presParOf" srcId="{B8845130-55B4-4234-924D-F10003F7571C}" destId="{98409FB5-BB16-490D-AACE-5C171B81DCD3}" srcOrd="1" destOrd="0" presId="urn:microsoft.com/office/officeart/2018/2/layout/IconVerticalSolidList"/>
    <dgm:cxn modelId="{9ADD2A99-D1A6-4F3C-AB39-1E94CE144FDE}" type="presParOf" srcId="{B8845130-55B4-4234-924D-F10003F7571C}" destId="{7C3A8D48-01C5-4B21-BA9E-8186B86D4AB2}" srcOrd="2" destOrd="0" presId="urn:microsoft.com/office/officeart/2018/2/layout/IconVerticalSolidList"/>
    <dgm:cxn modelId="{69A78E9A-7650-42FE-B01B-6EF4F371A8B3}" type="presParOf" srcId="{B8845130-55B4-4234-924D-F10003F7571C}" destId="{26C5140D-1A9B-49B7-AA41-05D0356112F9}" srcOrd="3" destOrd="0" presId="urn:microsoft.com/office/officeart/2018/2/layout/IconVerticalSolidList"/>
    <dgm:cxn modelId="{6668A321-E64D-452E-8972-F863E57D9AB1}" type="presParOf" srcId="{297D7E53-FDF1-42D0-9DCF-7D5AFB5A1127}" destId="{A25448B6-DBBF-4D63-9C0D-724B829F8CA8}" srcOrd="3" destOrd="0" presId="urn:microsoft.com/office/officeart/2018/2/layout/IconVerticalSolidList"/>
    <dgm:cxn modelId="{574285D4-E97D-4710-8E11-5344CBBED1C3}" type="presParOf" srcId="{297D7E53-FDF1-42D0-9DCF-7D5AFB5A1127}" destId="{906C6B86-6A94-4BB2-BB41-76E9AAD3CF11}" srcOrd="4" destOrd="0" presId="urn:microsoft.com/office/officeart/2018/2/layout/IconVerticalSolidList"/>
    <dgm:cxn modelId="{AC0444C6-7F5B-4A62-AF19-16DA3BA193D4}" type="presParOf" srcId="{906C6B86-6A94-4BB2-BB41-76E9AAD3CF11}" destId="{1EC44A58-3996-45E3-8EEF-A66CD7688FC5}" srcOrd="0" destOrd="0" presId="urn:microsoft.com/office/officeart/2018/2/layout/IconVerticalSolidList"/>
    <dgm:cxn modelId="{C5D059D3-28F4-46F3-BBCE-71BA482938DC}" type="presParOf" srcId="{906C6B86-6A94-4BB2-BB41-76E9AAD3CF11}" destId="{64C89484-21A4-4D1B-806E-448EA8658CCA}" srcOrd="1" destOrd="0" presId="urn:microsoft.com/office/officeart/2018/2/layout/IconVerticalSolidList"/>
    <dgm:cxn modelId="{61EEBC4A-D07B-4B18-819F-9346BCEAB04D}" type="presParOf" srcId="{906C6B86-6A94-4BB2-BB41-76E9AAD3CF11}" destId="{EAE2C452-EF45-4EA6-AF4F-B2EBBA65A135}" srcOrd="2" destOrd="0" presId="urn:microsoft.com/office/officeart/2018/2/layout/IconVerticalSolidList"/>
    <dgm:cxn modelId="{1000C119-1656-4738-950B-3ABFE4ECE7B5}" type="presParOf" srcId="{906C6B86-6A94-4BB2-BB41-76E9AAD3CF11}" destId="{C9C7D9A8-B550-4FB7-95F5-ED8FE3D7648E}" srcOrd="3" destOrd="0" presId="urn:microsoft.com/office/officeart/2018/2/layout/IconVerticalSolidList"/>
    <dgm:cxn modelId="{BBF4D4DF-1C14-455C-8DC9-A68D405E9622}" type="presParOf" srcId="{297D7E53-FDF1-42D0-9DCF-7D5AFB5A1127}" destId="{14B3093D-C036-4FEE-8E37-366EE4C208BC}" srcOrd="5" destOrd="0" presId="urn:microsoft.com/office/officeart/2018/2/layout/IconVerticalSolidList"/>
    <dgm:cxn modelId="{FE2CE07C-7CF9-455E-AB5E-940E255DEF16}" type="presParOf" srcId="{297D7E53-FDF1-42D0-9DCF-7D5AFB5A1127}" destId="{348575CA-8A3D-4241-B7A5-554800E433B2}" srcOrd="6" destOrd="0" presId="urn:microsoft.com/office/officeart/2018/2/layout/IconVerticalSolidList"/>
    <dgm:cxn modelId="{4BCA3124-1540-4724-84B0-EFE48361C8E6}" type="presParOf" srcId="{348575CA-8A3D-4241-B7A5-554800E433B2}" destId="{DED149E3-A4B2-4280-AEC9-7C03454D3A0C}" srcOrd="0" destOrd="0" presId="urn:microsoft.com/office/officeart/2018/2/layout/IconVerticalSolidList"/>
    <dgm:cxn modelId="{30CD5274-A8D9-4893-854B-33AFA406AFCA}" type="presParOf" srcId="{348575CA-8A3D-4241-B7A5-554800E433B2}" destId="{E2695E81-4D9F-4869-86B9-73D2089EFC7C}" srcOrd="1" destOrd="0" presId="urn:microsoft.com/office/officeart/2018/2/layout/IconVerticalSolidList"/>
    <dgm:cxn modelId="{94653C66-8BEE-456F-BBE1-F6CF3AA87CD7}" type="presParOf" srcId="{348575CA-8A3D-4241-B7A5-554800E433B2}" destId="{DBB0DD15-DDED-4469-93A7-2CE0EA3D09DA}" srcOrd="2" destOrd="0" presId="urn:microsoft.com/office/officeart/2018/2/layout/IconVerticalSolidList"/>
    <dgm:cxn modelId="{9AA7E6B7-DA19-445A-8724-CB3787A76536}" type="presParOf" srcId="{348575CA-8A3D-4241-B7A5-554800E433B2}" destId="{CD92ED7E-1713-44A9-8B78-F7BB74D91DF6}" srcOrd="3" destOrd="0" presId="urn:microsoft.com/office/officeart/2018/2/layout/IconVerticalSolidList"/>
    <dgm:cxn modelId="{8AF02FA7-927B-4A45-8CB6-F9EC9AA40E09}" type="presParOf" srcId="{297D7E53-FDF1-42D0-9DCF-7D5AFB5A1127}" destId="{57828271-847A-4DC3-85ED-D054E143DFB6}" srcOrd="7" destOrd="0" presId="urn:microsoft.com/office/officeart/2018/2/layout/IconVerticalSolidList"/>
    <dgm:cxn modelId="{42A3C758-9539-4B22-BB3A-BC9C8130A70F}" type="presParOf" srcId="{297D7E53-FDF1-42D0-9DCF-7D5AFB5A1127}" destId="{E278985E-2EBF-4A9E-A689-8FB76A4ADD9B}" srcOrd="8" destOrd="0" presId="urn:microsoft.com/office/officeart/2018/2/layout/IconVerticalSolidList"/>
    <dgm:cxn modelId="{32B66554-28FE-443B-A598-139888F3590F}" type="presParOf" srcId="{E278985E-2EBF-4A9E-A689-8FB76A4ADD9B}" destId="{4FB4396B-5B69-4690-A893-C914548717A1}" srcOrd="0" destOrd="0" presId="urn:microsoft.com/office/officeart/2018/2/layout/IconVerticalSolidList"/>
    <dgm:cxn modelId="{97F0BB39-B52A-4A4E-856D-E4B65FA61671}" type="presParOf" srcId="{E278985E-2EBF-4A9E-A689-8FB76A4ADD9B}" destId="{3A6CD5D3-4B8C-4341-83EA-AE1FAE532B40}" srcOrd="1" destOrd="0" presId="urn:microsoft.com/office/officeart/2018/2/layout/IconVerticalSolidList"/>
    <dgm:cxn modelId="{C42D24CC-EA04-4EF4-8229-E5E8805ECF22}" type="presParOf" srcId="{E278985E-2EBF-4A9E-A689-8FB76A4ADD9B}" destId="{0FF8F0D6-050E-4096-8342-B376F0C85A6E}" srcOrd="2" destOrd="0" presId="urn:microsoft.com/office/officeart/2018/2/layout/IconVerticalSolidList"/>
    <dgm:cxn modelId="{E2AC26B0-E941-4413-A02E-798C38AFACAA}" type="presParOf" srcId="{E278985E-2EBF-4A9E-A689-8FB76A4ADD9B}" destId="{ECC8D738-43D4-4383-A2BC-053C372F803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FB9B50E-85EF-4C8A-8C6B-891D6B8DB0BF}"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4B1B8430-7BFD-495B-97D2-AFC1A01EF120}">
      <dgm:prSet/>
      <dgm:spPr/>
      <dgm:t>
        <a:bodyPr/>
        <a:lstStyle/>
        <a:p>
          <a:pPr>
            <a:lnSpc>
              <a:spcPct val="100000"/>
            </a:lnSpc>
          </a:pPr>
          <a:r>
            <a:rPr lang="en-US" b="0" i="0" baseline="0" dirty="0"/>
            <a:t>Hosting static websites</a:t>
          </a:r>
          <a:endParaRPr lang="en-US" dirty="0"/>
        </a:p>
      </dgm:t>
    </dgm:pt>
    <dgm:pt modelId="{D0FCD77B-CB85-406A-B4FC-48A3D39F2889}" type="parTrans" cxnId="{FC20F990-8E3C-414D-AA1E-8E36F5EEBC1C}">
      <dgm:prSet/>
      <dgm:spPr/>
      <dgm:t>
        <a:bodyPr/>
        <a:lstStyle/>
        <a:p>
          <a:endParaRPr lang="en-US"/>
        </a:p>
      </dgm:t>
    </dgm:pt>
    <dgm:pt modelId="{709AEA19-D91D-4AC3-95D0-10F1BFDC872E}" type="sibTrans" cxnId="{FC20F990-8E3C-414D-AA1E-8E36F5EEBC1C}">
      <dgm:prSet/>
      <dgm:spPr/>
      <dgm:t>
        <a:bodyPr/>
        <a:lstStyle/>
        <a:p>
          <a:pPr>
            <a:lnSpc>
              <a:spcPct val="100000"/>
            </a:lnSpc>
          </a:pPr>
          <a:endParaRPr lang="en-US"/>
        </a:p>
      </dgm:t>
    </dgm:pt>
    <dgm:pt modelId="{56DB7103-7741-43F4-84C0-8B807AFF6E94}">
      <dgm:prSet/>
      <dgm:spPr/>
      <dgm:t>
        <a:bodyPr/>
        <a:lstStyle/>
        <a:p>
          <a:pPr>
            <a:lnSpc>
              <a:spcPct val="100000"/>
            </a:lnSpc>
          </a:pPr>
          <a:r>
            <a:rPr lang="en-US" b="0" i="0" baseline="0"/>
            <a:t>Backup and archive</a:t>
          </a:r>
          <a:endParaRPr lang="en-US"/>
        </a:p>
      </dgm:t>
    </dgm:pt>
    <dgm:pt modelId="{3C7DE1D0-4500-4538-AD03-078F45311034}" type="parTrans" cxnId="{8FA2B82C-222B-44E1-B736-54E0B0899157}">
      <dgm:prSet/>
      <dgm:spPr/>
      <dgm:t>
        <a:bodyPr/>
        <a:lstStyle/>
        <a:p>
          <a:endParaRPr lang="en-US"/>
        </a:p>
      </dgm:t>
    </dgm:pt>
    <dgm:pt modelId="{54F20950-CA5B-40F3-88DA-B8F687A27C98}" type="sibTrans" cxnId="{8FA2B82C-222B-44E1-B736-54E0B0899157}">
      <dgm:prSet/>
      <dgm:spPr/>
      <dgm:t>
        <a:bodyPr/>
        <a:lstStyle/>
        <a:p>
          <a:pPr>
            <a:lnSpc>
              <a:spcPct val="100000"/>
            </a:lnSpc>
          </a:pPr>
          <a:endParaRPr lang="en-US"/>
        </a:p>
      </dgm:t>
    </dgm:pt>
    <dgm:pt modelId="{ED75AF9D-5C31-4432-96CF-77A5DBCF7E1E}">
      <dgm:prSet/>
      <dgm:spPr/>
      <dgm:t>
        <a:bodyPr/>
        <a:lstStyle/>
        <a:p>
          <a:pPr>
            <a:lnSpc>
              <a:spcPct val="100000"/>
            </a:lnSpc>
          </a:pPr>
          <a:r>
            <a:rPr lang="en-US" b="0" i="0" baseline="0"/>
            <a:t>Software/media distribution</a:t>
          </a:r>
          <a:endParaRPr lang="en-US"/>
        </a:p>
      </dgm:t>
    </dgm:pt>
    <dgm:pt modelId="{C75CAC47-082D-41FE-8DEC-F6BC8DAF3426}" type="parTrans" cxnId="{5AA96653-A91A-468E-95C6-3A5F2220CFEB}">
      <dgm:prSet/>
      <dgm:spPr/>
      <dgm:t>
        <a:bodyPr/>
        <a:lstStyle/>
        <a:p>
          <a:endParaRPr lang="en-US"/>
        </a:p>
      </dgm:t>
    </dgm:pt>
    <dgm:pt modelId="{C82FCCE3-F751-4C14-B416-36B73CC18F6C}" type="sibTrans" cxnId="{5AA96653-A91A-468E-95C6-3A5F2220CFEB}">
      <dgm:prSet/>
      <dgm:spPr/>
      <dgm:t>
        <a:bodyPr/>
        <a:lstStyle/>
        <a:p>
          <a:pPr>
            <a:lnSpc>
              <a:spcPct val="100000"/>
            </a:lnSpc>
          </a:pPr>
          <a:endParaRPr lang="en-US"/>
        </a:p>
      </dgm:t>
    </dgm:pt>
    <dgm:pt modelId="{0449DD07-A9D4-47B4-9824-BE818CCFE43E}">
      <dgm:prSet/>
      <dgm:spPr/>
      <dgm:t>
        <a:bodyPr/>
        <a:lstStyle/>
        <a:p>
          <a:pPr>
            <a:lnSpc>
              <a:spcPct val="100000"/>
            </a:lnSpc>
          </a:pPr>
          <a:r>
            <a:rPr lang="en-US" b="0" i="0" baseline="0" dirty="0"/>
            <a:t>Big data and analytics storage (data lake)</a:t>
          </a:r>
          <a:endParaRPr lang="en-US" dirty="0"/>
        </a:p>
      </dgm:t>
    </dgm:pt>
    <dgm:pt modelId="{34254A12-27F4-411B-B29D-2F75DE324E7D}" type="parTrans" cxnId="{C0279743-F97C-4BCA-A255-B33DE6846D46}">
      <dgm:prSet/>
      <dgm:spPr/>
      <dgm:t>
        <a:bodyPr/>
        <a:lstStyle/>
        <a:p>
          <a:endParaRPr lang="en-US"/>
        </a:p>
      </dgm:t>
    </dgm:pt>
    <dgm:pt modelId="{0F9760B9-0206-4823-80CA-A6FF8CE43B42}" type="sibTrans" cxnId="{C0279743-F97C-4BCA-A255-B33DE6846D46}">
      <dgm:prSet/>
      <dgm:spPr/>
      <dgm:t>
        <a:bodyPr/>
        <a:lstStyle/>
        <a:p>
          <a:pPr>
            <a:lnSpc>
              <a:spcPct val="100000"/>
            </a:lnSpc>
          </a:pPr>
          <a:endParaRPr lang="en-US"/>
        </a:p>
      </dgm:t>
    </dgm:pt>
    <dgm:pt modelId="{3A52BA02-E8EF-4E95-BBF1-160C2F1566C4}">
      <dgm:prSet/>
      <dgm:spPr/>
      <dgm:t>
        <a:bodyPr/>
        <a:lstStyle/>
        <a:p>
          <a:pPr>
            <a:lnSpc>
              <a:spcPct val="100000"/>
            </a:lnSpc>
          </a:pPr>
          <a:r>
            <a:rPr lang="en-US" b="0" i="0" baseline="0"/>
            <a:t>Disaster recovery</a:t>
          </a:r>
          <a:endParaRPr lang="en-US"/>
        </a:p>
      </dgm:t>
    </dgm:pt>
    <dgm:pt modelId="{27732788-D41D-43B0-B1DB-B14582145FA2}" type="parTrans" cxnId="{E2FF1328-9C40-42F4-91D8-8564CED32D16}">
      <dgm:prSet/>
      <dgm:spPr/>
      <dgm:t>
        <a:bodyPr/>
        <a:lstStyle/>
        <a:p>
          <a:endParaRPr lang="en-US"/>
        </a:p>
      </dgm:t>
    </dgm:pt>
    <dgm:pt modelId="{05579BC5-05B6-4A4B-AB4F-1AA4843992F2}" type="sibTrans" cxnId="{E2FF1328-9C40-42F4-91D8-8564CED32D16}">
      <dgm:prSet/>
      <dgm:spPr/>
      <dgm:t>
        <a:bodyPr/>
        <a:lstStyle/>
        <a:p>
          <a:pPr>
            <a:lnSpc>
              <a:spcPct val="100000"/>
            </a:lnSpc>
          </a:pPr>
          <a:endParaRPr lang="en-US"/>
        </a:p>
      </dgm:t>
    </dgm:pt>
    <dgm:pt modelId="{238D40AA-F7FB-4F1A-921B-7668A4AFEF53}">
      <dgm:prSet/>
      <dgm:spPr/>
      <dgm:t>
        <a:bodyPr/>
        <a:lstStyle/>
        <a:p>
          <a:pPr>
            <a:lnSpc>
              <a:spcPct val="100000"/>
            </a:lnSpc>
          </a:pPr>
          <a:r>
            <a:rPr lang="en-US" b="0" i="0" baseline="0" dirty="0"/>
            <a:t>Mobile and web app content</a:t>
          </a:r>
          <a:endParaRPr lang="en-US" dirty="0"/>
        </a:p>
      </dgm:t>
    </dgm:pt>
    <dgm:pt modelId="{5AB1CB45-3E36-4502-97AC-13E51C467A21}" type="parTrans" cxnId="{E66E5237-9ECB-4065-B4C5-65AE36B1E440}">
      <dgm:prSet/>
      <dgm:spPr/>
      <dgm:t>
        <a:bodyPr/>
        <a:lstStyle/>
        <a:p>
          <a:endParaRPr lang="en-US"/>
        </a:p>
      </dgm:t>
    </dgm:pt>
    <dgm:pt modelId="{3C1BF583-097A-4D4D-BF51-3EECF0FF04BB}" type="sibTrans" cxnId="{E66E5237-9ECB-4065-B4C5-65AE36B1E440}">
      <dgm:prSet/>
      <dgm:spPr/>
      <dgm:t>
        <a:bodyPr/>
        <a:lstStyle/>
        <a:p>
          <a:endParaRPr lang="en-US"/>
        </a:p>
      </dgm:t>
    </dgm:pt>
    <dgm:pt modelId="{B37D0B15-9517-4470-AAB0-AECF8056434C}" type="pres">
      <dgm:prSet presAssocID="{6FB9B50E-85EF-4C8A-8C6B-891D6B8DB0BF}" presName="root" presStyleCnt="0">
        <dgm:presLayoutVars>
          <dgm:dir/>
          <dgm:resizeHandles val="exact"/>
        </dgm:presLayoutVars>
      </dgm:prSet>
      <dgm:spPr/>
    </dgm:pt>
    <dgm:pt modelId="{CCA20F39-33FD-4156-A5E7-201368881B2C}" type="pres">
      <dgm:prSet presAssocID="{6FB9B50E-85EF-4C8A-8C6B-891D6B8DB0BF}" presName="container" presStyleCnt="0">
        <dgm:presLayoutVars>
          <dgm:dir/>
          <dgm:resizeHandles val="exact"/>
        </dgm:presLayoutVars>
      </dgm:prSet>
      <dgm:spPr/>
    </dgm:pt>
    <dgm:pt modelId="{D6CB7BD5-EA73-42D1-B066-AAD79A993963}" type="pres">
      <dgm:prSet presAssocID="{4B1B8430-7BFD-495B-97D2-AFC1A01EF120}" presName="compNode" presStyleCnt="0"/>
      <dgm:spPr/>
    </dgm:pt>
    <dgm:pt modelId="{98A81153-00E3-48F4-B25B-F6D2E642C9C4}" type="pres">
      <dgm:prSet presAssocID="{4B1B8430-7BFD-495B-97D2-AFC1A01EF120}" presName="iconBgRect" presStyleLbl="bgShp" presStyleIdx="0" presStyleCnt="6"/>
      <dgm:spPr/>
    </dgm:pt>
    <dgm:pt modelId="{F0BF78DE-5998-438F-B0C1-2AE54E6499CA}" type="pres">
      <dgm:prSet presAssocID="{4B1B8430-7BFD-495B-97D2-AFC1A01EF120}"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mputer"/>
        </a:ext>
      </dgm:extLst>
    </dgm:pt>
    <dgm:pt modelId="{CF9D7BA3-7B4A-47A0-8BFC-B85CE838EA1F}" type="pres">
      <dgm:prSet presAssocID="{4B1B8430-7BFD-495B-97D2-AFC1A01EF120}" presName="spaceRect" presStyleCnt="0"/>
      <dgm:spPr/>
    </dgm:pt>
    <dgm:pt modelId="{9268B25B-5C4D-4ECA-A027-6A2944048745}" type="pres">
      <dgm:prSet presAssocID="{4B1B8430-7BFD-495B-97D2-AFC1A01EF120}" presName="textRect" presStyleLbl="revTx" presStyleIdx="0" presStyleCnt="6">
        <dgm:presLayoutVars>
          <dgm:chMax val="1"/>
          <dgm:chPref val="1"/>
        </dgm:presLayoutVars>
      </dgm:prSet>
      <dgm:spPr/>
    </dgm:pt>
    <dgm:pt modelId="{A96DCFCD-9C08-4EB4-9BDD-8DAAA7EA4B60}" type="pres">
      <dgm:prSet presAssocID="{709AEA19-D91D-4AC3-95D0-10F1BFDC872E}" presName="sibTrans" presStyleLbl="sibTrans2D1" presStyleIdx="0" presStyleCnt="0"/>
      <dgm:spPr/>
    </dgm:pt>
    <dgm:pt modelId="{C730AB2F-8831-428D-8C0C-A0F64E0C521B}" type="pres">
      <dgm:prSet presAssocID="{56DB7103-7741-43F4-84C0-8B807AFF6E94}" presName="compNode" presStyleCnt="0"/>
      <dgm:spPr/>
    </dgm:pt>
    <dgm:pt modelId="{99363F05-4F42-46C8-AE8E-463C6E79C302}" type="pres">
      <dgm:prSet presAssocID="{56DB7103-7741-43F4-84C0-8B807AFF6E94}" presName="iconBgRect" presStyleLbl="bgShp" presStyleIdx="1" presStyleCnt="6"/>
      <dgm:spPr/>
    </dgm:pt>
    <dgm:pt modelId="{99791F17-10F1-4286-AC8F-635B250E06F3}" type="pres">
      <dgm:prSet presAssocID="{56DB7103-7741-43F4-84C0-8B807AFF6E94}"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sk"/>
        </a:ext>
      </dgm:extLst>
    </dgm:pt>
    <dgm:pt modelId="{AEC10C87-B73D-4928-8853-97D6C692764E}" type="pres">
      <dgm:prSet presAssocID="{56DB7103-7741-43F4-84C0-8B807AFF6E94}" presName="spaceRect" presStyleCnt="0"/>
      <dgm:spPr/>
    </dgm:pt>
    <dgm:pt modelId="{F04E3211-385B-4255-8916-EC27CE2A77A8}" type="pres">
      <dgm:prSet presAssocID="{56DB7103-7741-43F4-84C0-8B807AFF6E94}" presName="textRect" presStyleLbl="revTx" presStyleIdx="1" presStyleCnt="6">
        <dgm:presLayoutVars>
          <dgm:chMax val="1"/>
          <dgm:chPref val="1"/>
        </dgm:presLayoutVars>
      </dgm:prSet>
      <dgm:spPr/>
    </dgm:pt>
    <dgm:pt modelId="{1A629636-8440-440F-9B9D-E8B1E5C1AE24}" type="pres">
      <dgm:prSet presAssocID="{54F20950-CA5B-40F3-88DA-B8F687A27C98}" presName="sibTrans" presStyleLbl="sibTrans2D1" presStyleIdx="0" presStyleCnt="0"/>
      <dgm:spPr/>
    </dgm:pt>
    <dgm:pt modelId="{385613C0-B6F4-4C1E-B1E7-5C992A147370}" type="pres">
      <dgm:prSet presAssocID="{ED75AF9D-5C31-4432-96CF-77A5DBCF7E1E}" presName="compNode" presStyleCnt="0"/>
      <dgm:spPr/>
    </dgm:pt>
    <dgm:pt modelId="{58B53573-1851-4E26-A5E8-4BE1AFC9E8D5}" type="pres">
      <dgm:prSet presAssocID="{ED75AF9D-5C31-4432-96CF-77A5DBCF7E1E}" presName="iconBgRect" presStyleLbl="bgShp" presStyleIdx="2" presStyleCnt="6"/>
      <dgm:spPr/>
    </dgm:pt>
    <dgm:pt modelId="{284F7594-95E9-4C8A-B05C-C095872F566A}" type="pres">
      <dgm:prSet presAssocID="{ED75AF9D-5C31-4432-96CF-77A5DBCF7E1E}"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Newspaper"/>
        </a:ext>
      </dgm:extLst>
    </dgm:pt>
    <dgm:pt modelId="{A0098DC1-D057-4982-9387-9166C28F2BFB}" type="pres">
      <dgm:prSet presAssocID="{ED75AF9D-5C31-4432-96CF-77A5DBCF7E1E}" presName="spaceRect" presStyleCnt="0"/>
      <dgm:spPr/>
    </dgm:pt>
    <dgm:pt modelId="{D6D8CCB2-92F2-4163-8B7A-2F569DEEF60B}" type="pres">
      <dgm:prSet presAssocID="{ED75AF9D-5C31-4432-96CF-77A5DBCF7E1E}" presName="textRect" presStyleLbl="revTx" presStyleIdx="2" presStyleCnt="6">
        <dgm:presLayoutVars>
          <dgm:chMax val="1"/>
          <dgm:chPref val="1"/>
        </dgm:presLayoutVars>
      </dgm:prSet>
      <dgm:spPr/>
    </dgm:pt>
    <dgm:pt modelId="{8F1D86AC-5E74-4CFE-BC19-1637BC42C3E3}" type="pres">
      <dgm:prSet presAssocID="{C82FCCE3-F751-4C14-B416-36B73CC18F6C}" presName="sibTrans" presStyleLbl="sibTrans2D1" presStyleIdx="0" presStyleCnt="0"/>
      <dgm:spPr/>
    </dgm:pt>
    <dgm:pt modelId="{07F34D09-ED5A-48FD-82F1-86DEE7C7884C}" type="pres">
      <dgm:prSet presAssocID="{0449DD07-A9D4-47B4-9824-BE818CCFE43E}" presName="compNode" presStyleCnt="0"/>
      <dgm:spPr/>
    </dgm:pt>
    <dgm:pt modelId="{9CFFD0FC-DEC2-4A58-8D93-11BFB75DA92F}" type="pres">
      <dgm:prSet presAssocID="{0449DD07-A9D4-47B4-9824-BE818CCFE43E}" presName="iconBgRect" presStyleLbl="bgShp" presStyleIdx="3" presStyleCnt="6"/>
      <dgm:spPr/>
    </dgm:pt>
    <dgm:pt modelId="{3EBA97AC-8A6B-473D-8A26-77AD4D88A61F}" type="pres">
      <dgm:prSet presAssocID="{0449DD07-A9D4-47B4-9824-BE818CCFE43E}"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atabase"/>
        </a:ext>
      </dgm:extLst>
    </dgm:pt>
    <dgm:pt modelId="{66FCAF08-4339-4927-BB9D-339974FFD1BB}" type="pres">
      <dgm:prSet presAssocID="{0449DD07-A9D4-47B4-9824-BE818CCFE43E}" presName="spaceRect" presStyleCnt="0"/>
      <dgm:spPr/>
    </dgm:pt>
    <dgm:pt modelId="{50AA88C4-931C-4456-B13A-AC56F2CF41F8}" type="pres">
      <dgm:prSet presAssocID="{0449DD07-A9D4-47B4-9824-BE818CCFE43E}" presName="textRect" presStyleLbl="revTx" presStyleIdx="3" presStyleCnt="6">
        <dgm:presLayoutVars>
          <dgm:chMax val="1"/>
          <dgm:chPref val="1"/>
        </dgm:presLayoutVars>
      </dgm:prSet>
      <dgm:spPr/>
    </dgm:pt>
    <dgm:pt modelId="{70FD4A84-3F0D-40A0-9166-1A7AF14D2792}" type="pres">
      <dgm:prSet presAssocID="{0F9760B9-0206-4823-80CA-A6FF8CE43B42}" presName="sibTrans" presStyleLbl="sibTrans2D1" presStyleIdx="0" presStyleCnt="0"/>
      <dgm:spPr/>
    </dgm:pt>
    <dgm:pt modelId="{9B30D8F8-778A-4048-9A32-90B5CAAA53A0}" type="pres">
      <dgm:prSet presAssocID="{3A52BA02-E8EF-4E95-BBF1-160C2F1566C4}" presName="compNode" presStyleCnt="0"/>
      <dgm:spPr/>
    </dgm:pt>
    <dgm:pt modelId="{6F86525E-001F-49A4-B61A-D38F62881E11}" type="pres">
      <dgm:prSet presAssocID="{3A52BA02-E8EF-4E95-BBF1-160C2F1566C4}" presName="iconBgRect" presStyleLbl="bgShp" presStyleIdx="4" presStyleCnt="6"/>
      <dgm:spPr/>
    </dgm:pt>
    <dgm:pt modelId="{DE3AEB82-7FC6-4218-8100-B5D71DF245E2}" type="pres">
      <dgm:prSet presAssocID="{3A52BA02-E8EF-4E95-BBF1-160C2F1566C4}"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Lightning"/>
        </a:ext>
      </dgm:extLst>
    </dgm:pt>
    <dgm:pt modelId="{D396E214-F02A-47A8-869D-1EACF1F49657}" type="pres">
      <dgm:prSet presAssocID="{3A52BA02-E8EF-4E95-BBF1-160C2F1566C4}" presName="spaceRect" presStyleCnt="0"/>
      <dgm:spPr/>
    </dgm:pt>
    <dgm:pt modelId="{E972FA81-C5DB-49AE-B7C6-FE9A28878BF5}" type="pres">
      <dgm:prSet presAssocID="{3A52BA02-E8EF-4E95-BBF1-160C2F1566C4}" presName="textRect" presStyleLbl="revTx" presStyleIdx="4" presStyleCnt="6">
        <dgm:presLayoutVars>
          <dgm:chMax val="1"/>
          <dgm:chPref val="1"/>
        </dgm:presLayoutVars>
      </dgm:prSet>
      <dgm:spPr/>
    </dgm:pt>
    <dgm:pt modelId="{129F7ED5-4095-45C6-8CFE-D2E3C4165CEF}" type="pres">
      <dgm:prSet presAssocID="{05579BC5-05B6-4A4B-AB4F-1AA4843992F2}" presName="sibTrans" presStyleLbl="sibTrans2D1" presStyleIdx="0" presStyleCnt="0"/>
      <dgm:spPr/>
    </dgm:pt>
    <dgm:pt modelId="{B6869460-E0E3-4948-A37D-EA8C86D38C00}" type="pres">
      <dgm:prSet presAssocID="{238D40AA-F7FB-4F1A-921B-7668A4AFEF53}" presName="compNode" presStyleCnt="0"/>
      <dgm:spPr/>
    </dgm:pt>
    <dgm:pt modelId="{4D54DBF2-4968-490D-BCA4-36406C6DBE6B}" type="pres">
      <dgm:prSet presAssocID="{238D40AA-F7FB-4F1A-921B-7668A4AFEF53}" presName="iconBgRect" presStyleLbl="bgShp" presStyleIdx="5" presStyleCnt="6"/>
      <dgm:spPr/>
    </dgm:pt>
    <dgm:pt modelId="{689ED9EC-9299-483B-80C8-147AB2A4B87F}" type="pres">
      <dgm:prSet presAssocID="{238D40AA-F7FB-4F1A-921B-7668A4AFEF53}"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Smart Phone"/>
        </a:ext>
      </dgm:extLst>
    </dgm:pt>
    <dgm:pt modelId="{766A9DDF-E4AB-4F6D-A059-CD82BC5E3932}" type="pres">
      <dgm:prSet presAssocID="{238D40AA-F7FB-4F1A-921B-7668A4AFEF53}" presName="spaceRect" presStyleCnt="0"/>
      <dgm:spPr/>
    </dgm:pt>
    <dgm:pt modelId="{F67000E8-C3BD-42DB-BC33-1CE47BA96988}" type="pres">
      <dgm:prSet presAssocID="{238D40AA-F7FB-4F1A-921B-7668A4AFEF53}" presName="textRect" presStyleLbl="revTx" presStyleIdx="5" presStyleCnt="6">
        <dgm:presLayoutVars>
          <dgm:chMax val="1"/>
          <dgm:chPref val="1"/>
        </dgm:presLayoutVars>
      </dgm:prSet>
      <dgm:spPr/>
    </dgm:pt>
  </dgm:ptLst>
  <dgm:cxnLst>
    <dgm:cxn modelId="{B082B209-D7DE-4C9C-9F47-2832925C6C06}" type="presOf" srcId="{6FB9B50E-85EF-4C8A-8C6B-891D6B8DB0BF}" destId="{B37D0B15-9517-4470-AAB0-AECF8056434C}" srcOrd="0" destOrd="0" presId="urn:microsoft.com/office/officeart/2018/2/layout/IconCircleList"/>
    <dgm:cxn modelId="{62908A15-DE1C-4BC1-BFDB-79BE774A7066}" type="presOf" srcId="{0F9760B9-0206-4823-80CA-A6FF8CE43B42}" destId="{70FD4A84-3F0D-40A0-9166-1A7AF14D2792}" srcOrd="0" destOrd="0" presId="urn:microsoft.com/office/officeart/2018/2/layout/IconCircleList"/>
    <dgm:cxn modelId="{E2FF1328-9C40-42F4-91D8-8564CED32D16}" srcId="{6FB9B50E-85EF-4C8A-8C6B-891D6B8DB0BF}" destId="{3A52BA02-E8EF-4E95-BBF1-160C2F1566C4}" srcOrd="4" destOrd="0" parTransId="{27732788-D41D-43B0-B1DB-B14582145FA2}" sibTransId="{05579BC5-05B6-4A4B-AB4F-1AA4843992F2}"/>
    <dgm:cxn modelId="{8FA2B82C-222B-44E1-B736-54E0B0899157}" srcId="{6FB9B50E-85EF-4C8A-8C6B-891D6B8DB0BF}" destId="{56DB7103-7741-43F4-84C0-8B807AFF6E94}" srcOrd="1" destOrd="0" parTransId="{3C7DE1D0-4500-4538-AD03-078F45311034}" sibTransId="{54F20950-CA5B-40F3-88DA-B8F687A27C98}"/>
    <dgm:cxn modelId="{E66E5237-9ECB-4065-B4C5-65AE36B1E440}" srcId="{6FB9B50E-85EF-4C8A-8C6B-891D6B8DB0BF}" destId="{238D40AA-F7FB-4F1A-921B-7668A4AFEF53}" srcOrd="5" destOrd="0" parTransId="{5AB1CB45-3E36-4502-97AC-13E51C467A21}" sibTransId="{3C1BF583-097A-4D4D-BF51-3EECF0FF04BB}"/>
    <dgm:cxn modelId="{C0279743-F97C-4BCA-A255-B33DE6846D46}" srcId="{6FB9B50E-85EF-4C8A-8C6B-891D6B8DB0BF}" destId="{0449DD07-A9D4-47B4-9824-BE818CCFE43E}" srcOrd="3" destOrd="0" parTransId="{34254A12-27F4-411B-B29D-2F75DE324E7D}" sibTransId="{0F9760B9-0206-4823-80CA-A6FF8CE43B42}"/>
    <dgm:cxn modelId="{AE447B4E-BD90-40D6-A29F-D09D4DEAFEAB}" type="presOf" srcId="{05579BC5-05B6-4A4B-AB4F-1AA4843992F2}" destId="{129F7ED5-4095-45C6-8CFE-D2E3C4165CEF}" srcOrd="0" destOrd="0" presId="urn:microsoft.com/office/officeart/2018/2/layout/IconCircleList"/>
    <dgm:cxn modelId="{5C81A772-3E71-4338-AD4D-BDDC43215B51}" type="presOf" srcId="{0449DD07-A9D4-47B4-9824-BE818CCFE43E}" destId="{50AA88C4-931C-4456-B13A-AC56F2CF41F8}" srcOrd="0" destOrd="0" presId="urn:microsoft.com/office/officeart/2018/2/layout/IconCircleList"/>
    <dgm:cxn modelId="{5AA96653-A91A-468E-95C6-3A5F2220CFEB}" srcId="{6FB9B50E-85EF-4C8A-8C6B-891D6B8DB0BF}" destId="{ED75AF9D-5C31-4432-96CF-77A5DBCF7E1E}" srcOrd="2" destOrd="0" parTransId="{C75CAC47-082D-41FE-8DEC-F6BC8DAF3426}" sibTransId="{C82FCCE3-F751-4C14-B416-36B73CC18F6C}"/>
    <dgm:cxn modelId="{19671654-6DAA-43A4-815B-4B38F746E879}" type="presOf" srcId="{3A52BA02-E8EF-4E95-BBF1-160C2F1566C4}" destId="{E972FA81-C5DB-49AE-B7C6-FE9A28878BF5}" srcOrd="0" destOrd="0" presId="urn:microsoft.com/office/officeart/2018/2/layout/IconCircleList"/>
    <dgm:cxn modelId="{D6753154-09E7-40F2-B7BC-6951B6EBF841}" type="presOf" srcId="{238D40AA-F7FB-4F1A-921B-7668A4AFEF53}" destId="{F67000E8-C3BD-42DB-BC33-1CE47BA96988}" srcOrd="0" destOrd="0" presId="urn:microsoft.com/office/officeart/2018/2/layout/IconCircleList"/>
    <dgm:cxn modelId="{FC20F990-8E3C-414D-AA1E-8E36F5EEBC1C}" srcId="{6FB9B50E-85EF-4C8A-8C6B-891D6B8DB0BF}" destId="{4B1B8430-7BFD-495B-97D2-AFC1A01EF120}" srcOrd="0" destOrd="0" parTransId="{D0FCD77B-CB85-406A-B4FC-48A3D39F2889}" sibTransId="{709AEA19-D91D-4AC3-95D0-10F1BFDC872E}"/>
    <dgm:cxn modelId="{4B1BA396-BAF2-4523-9142-533CA505B216}" type="presOf" srcId="{4B1B8430-7BFD-495B-97D2-AFC1A01EF120}" destId="{9268B25B-5C4D-4ECA-A027-6A2944048745}" srcOrd="0" destOrd="0" presId="urn:microsoft.com/office/officeart/2018/2/layout/IconCircleList"/>
    <dgm:cxn modelId="{BF76A2B2-06DB-4226-8648-1F5A286761DE}" type="presOf" srcId="{C82FCCE3-F751-4C14-B416-36B73CC18F6C}" destId="{8F1D86AC-5E74-4CFE-BC19-1637BC42C3E3}" srcOrd="0" destOrd="0" presId="urn:microsoft.com/office/officeart/2018/2/layout/IconCircleList"/>
    <dgm:cxn modelId="{B37315D2-A844-45AF-B80B-907730B59BFE}" type="presOf" srcId="{ED75AF9D-5C31-4432-96CF-77A5DBCF7E1E}" destId="{D6D8CCB2-92F2-4163-8B7A-2F569DEEF60B}" srcOrd="0" destOrd="0" presId="urn:microsoft.com/office/officeart/2018/2/layout/IconCircleList"/>
    <dgm:cxn modelId="{6A46ACEE-C23E-4FC5-9B95-652657CBCAF7}" type="presOf" srcId="{56DB7103-7741-43F4-84C0-8B807AFF6E94}" destId="{F04E3211-385B-4255-8916-EC27CE2A77A8}" srcOrd="0" destOrd="0" presId="urn:microsoft.com/office/officeart/2018/2/layout/IconCircleList"/>
    <dgm:cxn modelId="{77C40BF2-E8E6-47DB-9FD8-35DADF32C42C}" type="presOf" srcId="{54F20950-CA5B-40F3-88DA-B8F687A27C98}" destId="{1A629636-8440-440F-9B9D-E8B1E5C1AE24}" srcOrd="0" destOrd="0" presId="urn:microsoft.com/office/officeart/2018/2/layout/IconCircleList"/>
    <dgm:cxn modelId="{0A6683FC-8D01-432B-98E6-3DCDEA8FF472}" type="presOf" srcId="{709AEA19-D91D-4AC3-95D0-10F1BFDC872E}" destId="{A96DCFCD-9C08-4EB4-9BDD-8DAAA7EA4B60}" srcOrd="0" destOrd="0" presId="urn:microsoft.com/office/officeart/2018/2/layout/IconCircleList"/>
    <dgm:cxn modelId="{7BB83525-ACD8-420B-AB2B-755ECB4B4DEF}" type="presParOf" srcId="{B37D0B15-9517-4470-AAB0-AECF8056434C}" destId="{CCA20F39-33FD-4156-A5E7-201368881B2C}" srcOrd="0" destOrd="0" presId="urn:microsoft.com/office/officeart/2018/2/layout/IconCircleList"/>
    <dgm:cxn modelId="{660E0D4E-1223-4792-8E01-9F7DEC07BA7C}" type="presParOf" srcId="{CCA20F39-33FD-4156-A5E7-201368881B2C}" destId="{D6CB7BD5-EA73-42D1-B066-AAD79A993963}" srcOrd="0" destOrd="0" presId="urn:microsoft.com/office/officeart/2018/2/layout/IconCircleList"/>
    <dgm:cxn modelId="{AD34B165-102D-4516-8A45-32FBD2F2D3D0}" type="presParOf" srcId="{D6CB7BD5-EA73-42D1-B066-AAD79A993963}" destId="{98A81153-00E3-48F4-B25B-F6D2E642C9C4}" srcOrd="0" destOrd="0" presId="urn:microsoft.com/office/officeart/2018/2/layout/IconCircleList"/>
    <dgm:cxn modelId="{849292FC-57EC-469D-8D01-F4BBD2B69491}" type="presParOf" srcId="{D6CB7BD5-EA73-42D1-B066-AAD79A993963}" destId="{F0BF78DE-5998-438F-B0C1-2AE54E6499CA}" srcOrd="1" destOrd="0" presId="urn:microsoft.com/office/officeart/2018/2/layout/IconCircleList"/>
    <dgm:cxn modelId="{5A4934A2-F642-4E1A-AD4D-BB05357A4112}" type="presParOf" srcId="{D6CB7BD5-EA73-42D1-B066-AAD79A993963}" destId="{CF9D7BA3-7B4A-47A0-8BFC-B85CE838EA1F}" srcOrd="2" destOrd="0" presId="urn:microsoft.com/office/officeart/2018/2/layout/IconCircleList"/>
    <dgm:cxn modelId="{41D86D6B-D87E-4CAF-9B67-3BE9FB5FE890}" type="presParOf" srcId="{D6CB7BD5-EA73-42D1-B066-AAD79A993963}" destId="{9268B25B-5C4D-4ECA-A027-6A2944048745}" srcOrd="3" destOrd="0" presId="urn:microsoft.com/office/officeart/2018/2/layout/IconCircleList"/>
    <dgm:cxn modelId="{4F6CFEF0-6402-44A8-BD91-183D4DE999EA}" type="presParOf" srcId="{CCA20F39-33FD-4156-A5E7-201368881B2C}" destId="{A96DCFCD-9C08-4EB4-9BDD-8DAAA7EA4B60}" srcOrd="1" destOrd="0" presId="urn:microsoft.com/office/officeart/2018/2/layout/IconCircleList"/>
    <dgm:cxn modelId="{5AF1C26C-3FFA-4BE8-90B7-30DAE9876D59}" type="presParOf" srcId="{CCA20F39-33FD-4156-A5E7-201368881B2C}" destId="{C730AB2F-8831-428D-8C0C-A0F64E0C521B}" srcOrd="2" destOrd="0" presId="urn:microsoft.com/office/officeart/2018/2/layout/IconCircleList"/>
    <dgm:cxn modelId="{D1426049-980D-4BA5-ADEA-08206F42344C}" type="presParOf" srcId="{C730AB2F-8831-428D-8C0C-A0F64E0C521B}" destId="{99363F05-4F42-46C8-AE8E-463C6E79C302}" srcOrd="0" destOrd="0" presId="urn:microsoft.com/office/officeart/2018/2/layout/IconCircleList"/>
    <dgm:cxn modelId="{E166AF16-CF1B-4AE8-A34E-AC16036EE5A0}" type="presParOf" srcId="{C730AB2F-8831-428D-8C0C-A0F64E0C521B}" destId="{99791F17-10F1-4286-AC8F-635B250E06F3}" srcOrd="1" destOrd="0" presId="urn:microsoft.com/office/officeart/2018/2/layout/IconCircleList"/>
    <dgm:cxn modelId="{8FB6A9F6-CC6B-4745-97AE-97FEAEE355E2}" type="presParOf" srcId="{C730AB2F-8831-428D-8C0C-A0F64E0C521B}" destId="{AEC10C87-B73D-4928-8853-97D6C692764E}" srcOrd="2" destOrd="0" presId="urn:microsoft.com/office/officeart/2018/2/layout/IconCircleList"/>
    <dgm:cxn modelId="{EE54CC00-BD6A-4018-9961-0CF7F326D966}" type="presParOf" srcId="{C730AB2F-8831-428D-8C0C-A0F64E0C521B}" destId="{F04E3211-385B-4255-8916-EC27CE2A77A8}" srcOrd="3" destOrd="0" presId="urn:microsoft.com/office/officeart/2018/2/layout/IconCircleList"/>
    <dgm:cxn modelId="{831168F2-90C3-4C95-A272-3382C90708B2}" type="presParOf" srcId="{CCA20F39-33FD-4156-A5E7-201368881B2C}" destId="{1A629636-8440-440F-9B9D-E8B1E5C1AE24}" srcOrd="3" destOrd="0" presId="urn:microsoft.com/office/officeart/2018/2/layout/IconCircleList"/>
    <dgm:cxn modelId="{2AA11ACB-4344-45ED-B157-8D66CACE65B7}" type="presParOf" srcId="{CCA20F39-33FD-4156-A5E7-201368881B2C}" destId="{385613C0-B6F4-4C1E-B1E7-5C992A147370}" srcOrd="4" destOrd="0" presId="urn:microsoft.com/office/officeart/2018/2/layout/IconCircleList"/>
    <dgm:cxn modelId="{D12E5D33-459D-4B3B-961F-828062C406D4}" type="presParOf" srcId="{385613C0-B6F4-4C1E-B1E7-5C992A147370}" destId="{58B53573-1851-4E26-A5E8-4BE1AFC9E8D5}" srcOrd="0" destOrd="0" presId="urn:microsoft.com/office/officeart/2018/2/layout/IconCircleList"/>
    <dgm:cxn modelId="{61C48A0D-6570-4308-861F-B04F58841D1E}" type="presParOf" srcId="{385613C0-B6F4-4C1E-B1E7-5C992A147370}" destId="{284F7594-95E9-4C8A-B05C-C095872F566A}" srcOrd="1" destOrd="0" presId="urn:microsoft.com/office/officeart/2018/2/layout/IconCircleList"/>
    <dgm:cxn modelId="{6E0634AF-8F5A-4594-8EFB-0101CA56F274}" type="presParOf" srcId="{385613C0-B6F4-4C1E-B1E7-5C992A147370}" destId="{A0098DC1-D057-4982-9387-9166C28F2BFB}" srcOrd="2" destOrd="0" presId="urn:microsoft.com/office/officeart/2018/2/layout/IconCircleList"/>
    <dgm:cxn modelId="{A23C0EE8-AD4E-489B-B29A-70B0888B3B6B}" type="presParOf" srcId="{385613C0-B6F4-4C1E-B1E7-5C992A147370}" destId="{D6D8CCB2-92F2-4163-8B7A-2F569DEEF60B}" srcOrd="3" destOrd="0" presId="urn:microsoft.com/office/officeart/2018/2/layout/IconCircleList"/>
    <dgm:cxn modelId="{5D1FB6AF-D112-42B7-853D-CCF541B42ACA}" type="presParOf" srcId="{CCA20F39-33FD-4156-A5E7-201368881B2C}" destId="{8F1D86AC-5E74-4CFE-BC19-1637BC42C3E3}" srcOrd="5" destOrd="0" presId="urn:microsoft.com/office/officeart/2018/2/layout/IconCircleList"/>
    <dgm:cxn modelId="{A7FFC2E8-6025-4655-9101-94229A8DDFBD}" type="presParOf" srcId="{CCA20F39-33FD-4156-A5E7-201368881B2C}" destId="{07F34D09-ED5A-48FD-82F1-86DEE7C7884C}" srcOrd="6" destOrd="0" presId="urn:microsoft.com/office/officeart/2018/2/layout/IconCircleList"/>
    <dgm:cxn modelId="{58040FF3-C56A-4137-97D3-62245AAD4351}" type="presParOf" srcId="{07F34D09-ED5A-48FD-82F1-86DEE7C7884C}" destId="{9CFFD0FC-DEC2-4A58-8D93-11BFB75DA92F}" srcOrd="0" destOrd="0" presId="urn:microsoft.com/office/officeart/2018/2/layout/IconCircleList"/>
    <dgm:cxn modelId="{DE272BF1-A501-4D9F-967E-E48BD85AEE7E}" type="presParOf" srcId="{07F34D09-ED5A-48FD-82F1-86DEE7C7884C}" destId="{3EBA97AC-8A6B-473D-8A26-77AD4D88A61F}" srcOrd="1" destOrd="0" presId="urn:microsoft.com/office/officeart/2018/2/layout/IconCircleList"/>
    <dgm:cxn modelId="{77EAAFA7-E7B2-45E4-86F4-9D025C3F9091}" type="presParOf" srcId="{07F34D09-ED5A-48FD-82F1-86DEE7C7884C}" destId="{66FCAF08-4339-4927-BB9D-339974FFD1BB}" srcOrd="2" destOrd="0" presId="urn:microsoft.com/office/officeart/2018/2/layout/IconCircleList"/>
    <dgm:cxn modelId="{506DD79C-5770-4ED1-B5CB-FFB7D103F373}" type="presParOf" srcId="{07F34D09-ED5A-48FD-82F1-86DEE7C7884C}" destId="{50AA88C4-931C-4456-B13A-AC56F2CF41F8}" srcOrd="3" destOrd="0" presId="urn:microsoft.com/office/officeart/2018/2/layout/IconCircleList"/>
    <dgm:cxn modelId="{2FFE29D6-6E78-474D-91DF-3526A9AE2A9F}" type="presParOf" srcId="{CCA20F39-33FD-4156-A5E7-201368881B2C}" destId="{70FD4A84-3F0D-40A0-9166-1A7AF14D2792}" srcOrd="7" destOrd="0" presId="urn:microsoft.com/office/officeart/2018/2/layout/IconCircleList"/>
    <dgm:cxn modelId="{A8726272-D58B-4165-AE72-A994CE96809F}" type="presParOf" srcId="{CCA20F39-33FD-4156-A5E7-201368881B2C}" destId="{9B30D8F8-778A-4048-9A32-90B5CAAA53A0}" srcOrd="8" destOrd="0" presId="urn:microsoft.com/office/officeart/2018/2/layout/IconCircleList"/>
    <dgm:cxn modelId="{B6902C13-C3CB-45DC-A744-8D27FBB84FE3}" type="presParOf" srcId="{9B30D8F8-778A-4048-9A32-90B5CAAA53A0}" destId="{6F86525E-001F-49A4-B61A-D38F62881E11}" srcOrd="0" destOrd="0" presId="urn:microsoft.com/office/officeart/2018/2/layout/IconCircleList"/>
    <dgm:cxn modelId="{AC4E6069-3816-4049-8C04-FF97DFD853E6}" type="presParOf" srcId="{9B30D8F8-778A-4048-9A32-90B5CAAA53A0}" destId="{DE3AEB82-7FC6-4218-8100-B5D71DF245E2}" srcOrd="1" destOrd="0" presId="urn:microsoft.com/office/officeart/2018/2/layout/IconCircleList"/>
    <dgm:cxn modelId="{957907F4-E0BF-487A-9000-BE9A7083E2DA}" type="presParOf" srcId="{9B30D8F8-778A-4048-9A32-90B5CAAA53A0}" destId="{D396E214-F02A-47A8-869D-1EACF1F49657}" srcOrd="2" destOrd="0" presId="urn:microsoft.com/office/officeart/2018/2/layout/IconCircleList"/>
    <dgm:cxn modelId="{20C1F6A3-66DF-4C3B-B091-A0D454444D52}" type="presParOf" srcId="{9B30D8F8-778A-4048-9A32-90B5CAAA53A0}" destId="{E972FA81-C5DB-49AE-B7C6-FE9A28878BF5}" srcOrd="3" destOrd="0" presId="urn:microsoft.com/office/officeart/2018/2/layout/IconCircleList"/>
    <dgm:cxn modelId="{D6FC411B-A899-43FB-990A-2A1027A92254}" type="presParOf" srcId="{CCA20F39-33FD-4156-A5E7-201368881B2C}" destId="{129F7ED5-4095-45C6-8CFE-D2E3C4165CEF}" srcOrd="9" destOrd="0" presId="urn:microsoft.com/office/officeart/2018/2/layout/IconCircleList"/>
    <dgm:cxn modelId="{1DFBB32F-B584-46DA-85FF-CE8234E6C732}" type="presParOf" srcId="{CCA20F39-33FD-4156-A5E7-201368881B2C}" destId="{B6869460-E0E3-4948-A37D-EA8C86D38C00}" srcOrd="10" destOrd="0" presId="urn:microsoft.com/office/officeart/2018/2/layout/IconCircleList"/>
    <dgm:cxn modelId="{74DA665C-E1D0-4A09-A11F-CAD9AE8BA746}" type="presParOf" srcId="{B6869460-E0E3-4948-A37D-EA8C86D38C00}" destId="{4D54DBF2-4968-490D-BCA4-36406C6DBE6B}" srcOrd="0" destOrd="0" presId="urn:microsoft.com/office/officeart/2018/2/layout/IconCircleList"/>
    <dgm:cxn modelId="{F69B0E7E-A723-4D7B-A3D7-431F96D195DE}" type="presParOf" srcId="{B6869460-E0E3-4948-A37D-EA8C86D38C00}" destId="{689ED9EC-9299-483B-80C8-147AB2A4B87F}" srcOrd="1" destOrd="0" presId="urn:microsoft.com/office/officeart/2018/2/layout/IconCircleList"/>
    <dgm:cxn modelId="{0C33B36F-8EAB-4336-8C7F-E5F7845EE082}" type="presParOf" srcId="{B6869460-E0E3-4948-A37D-EA8C86D38C00}" destId="{766A9DDF-E4AB-4F6D-A059-CD82BC5E3932}" srcOrd="2" destOrd="0" presId="urn:microsoft.com/office/officeart/2018/2/layout/IconCircleList"/>
    <dgm:cxn modelId="{5F5FF89B-1B61-4B8A-95BD-F5C2D2DE3412}" type="presParOf" srcId="{B6869460-E0E3-4948-A37D-EA8C86D38C00}" destId="{F67000E8-C3BD-42DB-BC33-1CE47BA96988}"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F35EC5-B210-4056-A927-C7C83C3FE17B}">
      <dsp:nvSpPr>
        <dsp:cNvPr id="0" name=""/>
        <dsp:cNvSpPr/>
      </dsp:nvSpPr>
      <dsp:spPr>
        <a:xfrm>
          <a:off x="0" y="2439"/>
          <a:ext cx="6301601" cy="12366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90E85B-6025-45AA-B169-33586E3954C0}">
      <dsp:nvSpPr>
        <dsp:cNvPr id="0" name=""/>
        <dsp:cNvSpPr/>
      </dsp:nvSpPr>
      <dsp:spPr>
        <a:xfrm>
          <a:off x="374076" y="280678"/>
          <a:ext cx="680139" cy="68013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5DAA6B0-9158-4CBC-8350-150D2EE2DA2D}">
      <dsp:nvSpPr>
        <dsp:cNvPr id="0" name=""/>
        <dsp:cNvSpPr/>
      </dsp:nvSpPr>
      <dsp:spPr>
        <a:xfrm>
          <a:off x="1428292" y="2439"/>
          <a:ext cx="4873308" cy="1236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75" tIns="130875" rIns="130875" bIns="130875" numCol="1" spcCol="1270" anchor="ctr" anchorCtr="0">
          <a:noAutofit/>
        </a:bodyPr>
        <a:lstStyle/>
        <a:p>
          <a:pPr marL="0" lvl="0" indent="0" algn="l" defTabSz="800100">
            <a:lnSpc>
              <a:spcPct val="100000"/>
            </a:lnSpc>
            <a:spcBef>
              <a:spcPct val="0"/>
            </a:spcBef>
            <a:spcAft>
              <a:spcPct val="35000"/>
            </a:spcAft>
            <a:buNone/>
          </a:pPr>
          <a:r>
            <a:rPr lang="en-US" sz="1800" b="1" i="0" kern="1200" baseline="0" dirty="0"/>
            <a:t>Object storage regional service</a:t>
          </a:r>
          <a:endParaRPr lang="en-US" sz="1800" b="1" kern="1200" dirty="0"/>
        </a:p>
      </dsp:txBody>
      <dsp:txXfrm>
        <a:off x="1428292" y="2439"/>
        <a:ext cx="4873308" cy="1236616"/>
      </dsp:txXfrm>
    </dsp:sp>
    <dsp:sp modelId="{3DB85C8D-78B4-4002-AFC6-F2E9E4AC0903}">
      <dsp:nvSpPr>
        <dsp:cNvPr id="0" name=""/>
        <dsp:cNvSpPr/>
      </dsp:nvSpPr>
      <dsp:spPr>
        <a:xfrm>
          <a:off x="0" y="1548210"/>
          <a:ext cx="6301601" cy="12366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9A4335-64AD-4C59-879D-DB18E70BF5F0}">
      <dsp:nvSpPr>
        <dsp:cNvPr id="0" name=""/>
        <dsp:cNvSpPr/>
      </dsp:nvSpPr>
      <dsp:spPr>
        <a:xfrm>
          <a:off x="374076" y="1826449"/>
          <a:ext cx="680139" cy="68013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C476652-507B-4722-AA86-4929E8406DC3}">
      <dsp:nvSpPr>
        <dsp:cNvPr id="0" name=""/>
        <dsp:cNvSpPr/>
      </dsp:nvSpPr>
      <dsp:spPr>
        <a:xfrm>
          <a:off x="1428292" y="1548210"/>
          <a:ext cx="4873308" cy="1236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75" tIns="130875" rIns="130875" bIns="130875" numCol="1" spcCol="1270" anchor="ctr" anchorCtr="0">
          <a:noAutofit/>
        </a:bodyPr>
        <a:lstStyle/>
        <a:p>
          <a:pPr marL="0" lvl="0" indent="0" algn="l" defTabSz="800100">
            <a:lnSpc>
              <a:spcPct val="100000"/>
            </a:lnSpc>
            <a:spcBef>
              <a:spcPct val="0"/>
            </a:spcBef>
            <a:spcAft>
              <a:spcPct val="35000"/>
            </a:spcAft>
            <a:buNone/>
          </a:pPr>
          <a:r>
            <a:rPr lang="en-US" sz="1800" b="1" i="0" kern="1200" baseline="0" dirty="0"/>
            <a:t>Data Stored as</a:t>
          </a:r>
          <a:r>
            <a:rPr lang="en-US" sz="1800" b="0" i="0" kern="1200" baseline="0" dirty="0"/>
            <a:t> o</a:t>
          </a:r>
          <a:r>
            <a:rPr lang="en-US" sz="1800" b="1" i="0" kern="1200" baseline="0" dirty="0"/>
            <a:t>bjects inside buckets</a:t>
          </a:r>
          <a:endParaRPr lang="en-US" sz="1800" kern="1200" dirty="0"/>
        </a:p>
      </dsp:txBody>
      <dsp:txXfrm>
        <a:off x="1428292" y="1548210"/>
        <a:ext cx="4873308" cy="1236616"/>
      </dsp:txXfrm>
    </dsp:sp>
    <dsp:sp modelId="{DBA25C07-9895-4BC6-BBB2-49A1B297C0AE}">
      <dsp:nvSpPr>
        <dsp:cNvPr id="0" name=""/>
        <dsp:cNvSpPr/>
      </dsp:nvSpPr>
      <dsp:spPr>
        <a:xfrm>
          <a:off x="0" y="3093981"/>
          <a:ext cx="6301601" cy="12366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D6A50D-2D17-45C8-B21C-23E01055F3AC}">
      <dsp:nvSpPr>
        <dsp:cNvPr id="0" name=""/>
        <dsp:cNvSpPr/>
      </dsp:nvSpPr>
      <dsp:spPr>
        <a:xfrm>
          <a:off x="374076" y="3372220"/>
          <a:ext cx="680139" cy="68013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58C872E-65C1-47FF-8CDB-99AAB11A0D79}">
      <dsp:nvSpPr>
        <dsp:cNvPr id="0" name=""/>
        <dsp:cNvSpPr/>
      </dsp:nvSpPr>
      <dsp:spPr>
        <a:xfrm>
          <a:off x="1428292" y="3093981"/>
          <a:ext cx="4873308" cy="1236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75" tIns="130875" rIns="130875" bIns="130875" numCol="1" spcCol="1270" anchor="ctr" anchorCtr="0">
          <a:noAutofit/>
        </a:bodyPr>
        <a:lstStyle/>
        <a:p>
          <a:pPr marL="0" lvl="0" indent="0" algn="l" defTabSz="800100">
            <a:lnSpc>
              <a:spcPct val="100000"/>
            </a:lnSpc>
            <a:spcBef>
              <a:spcPct val="0"/>
            </a:spcBef>
            <a:spcAft>
              <a:spcPct val="35000"/>
            </a:spcAft>
            <a:buNone/>
          </a:pPr>
          <a:r>
            <a:rPr lang="en-US" sz="1800" b="1" i="0" kern="1200" baseline="0" dirty="0"/>
            <a:t>Durability</a:t>
          </a:r>
          <a:r>
            <a:rPr lang="en-US" sz="1800" b="0" i="0" kern="1200" baseline="0" dirty="0"/>
            <a:t> 99.999999999% (11 nines)</a:t>
          </a:r>
          <a:endParaRPr lang="en-US" sz="1800" kern="1200" dirty="0"/>
        </a:p>
      </dsp:txBody>
      <dsp:txXfrm>
        <a:off x="1428292" y="3093981"/>
        <a:ext cx="4873308" cy="1236616"/>
      </dsp:txXfrm>
    </dsp:sp>
    <dsp:sp modelId="{9F3F21FA-7750-4BA0-ABE0-231FDEDF19F9}">
      <dsp:nvSpPr>
        <dsp:cNvPr id="0" name=""/>
        <dsp:cNvSpPr/>
      </dsp:nvSpPr>
      <dsp:spPr>
        <a:xfrm>
          <a:off x="0" y="4639752"/>
          <a:ext cx="6301601" cy="12366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BF3701-FD83-40DE-AAA0-FD286F4E01AE}">
      <dsp:nvSpPr>
        <dsp:cNvPr id="0" name=""/>
        <dsp:cNvSpPr/>
      </dsp:nvSpPr>
      <dsp:spPr>
        <a:xfrm>
          <a:off x="374076" y="4917991"/>
          <a:ext cx="680139" cy="68013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FD1B7CF-4443-4AC9-83F3-846BF296B4A2}">
      <dsp:nvSpPr>
        <dsp:cNvPr id="0" name=""/>
        <dsp:cNvSpPr/>
      </dsp:nvSpPr>
      <dsp:spPr>
        <a:xfrm>
          <a:off x="1428292" y="4639752"/>
          <a:ext cx="4873308" cy="1236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75" tIns="130875" rIns="130875" bIns="130875" numCol="1" spcCol="1270" anchor="ctr" anchorCtr="0">
          <a:noAutofit/>
        </a:bodyPr>
        <a:lstStyle/>
        <a:p>
          <a:pPr marL="0" lvl="0" indent="0" algn="l" defTabSz="755650">
            <a:lnSpc>
              <a:spcPct val="100000"/>
            </a:lnSpc>
            <a:spcBef>
              <a:spcPct val="0"/>
            </a:spcBef>
            <a:spcAft>
              <a:spcPct val="35000"/>
            </a:spcAft>
            <a:buNone/>
          </a:pPr>
          <a:r>
            <a:rPr lang="en-US" sz="1700" b="1" i="0" kern="1200" baseline="0" dirty="0"/>
            <a:t>High Availability (99.99 % SLA) (varies by storage </a:t>
          </a:r>
          <a:r>
            <a:rPr lang="en-US" sz="1700" b="1" i="0" kern="1200" baseline="0"/>
            <a:t>class)</a:t>
          </a:r>
          <a:endParaRPr lang="en-US" sz="1700" b="1" kern="1200" dirty="0"/>
        </a:p>
      </dsp:txBody>
      <dsp:txXfrm>
        <a:off x="1428292" y="4639752"/>
        <a:ext cx="4873308" cy="12366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937D08-1184-4B05-9D87-D5E6C3AF5622}">
      <dsp:nvSpPr>
        <dsp:cNvPr id="0" name=""/>
        <dsp:cNvSpPr/>
      </dsp:nvSpPr>
      <dsp:spPr>
        <a:xfrm>
          <a:off x="379476" y="0"/>
          <a:ext cx="5504687" cy="5504687"/>
        </a:xfrm>
        <a:prstGeom prst="quadArrow">
          <a:avLst>
            <a:gd name="adj1" fmla="val 2000"/>
            <a:gd name="adj2" fmla="val 4000"/>
            <a:gd name="adj3" fmla="val 5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7A31BB-F4A0-4A4F-9D51-D8353BD8D137}">
      <dsp:nvSpPr>
        <dsp:cNvPr id="0" name=""/>
        <dsp:cNvSpPr/>
      </dsp:nvSpPr>
      <dsp:spPr>
        <a:xfrm>
          <a:off x="737280" y="357804"/>
          <a:ext cx="2201875" cy="2201875"/>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Offers multiple storage classes</a:t>
          </a:r>
        </a:p>
      </dsp:txBody>
      <dsp:txXfrm>
        <a:off x="844767" y="465291"/>
        <a:ext cx="1986901" cy="1986901"/>
      </dsp:txXfrm>
    </dsp:sp>
    <dsp:sp modelId="{87D9AAD5-7ABA-47BA-834F-4ACF75DFE90F}">
      <dsp:nvSpPr>
        <dsp:cNvPr id="0" name=""/>
        <dsp:cNvSpPr/>
      </dsp:nvSpPr>
      <dsp:spPr>
        <a:xfrm>
          <a:off x="3324484" y="357804"/>
          <a:ext cx="2201875" cy="2201875"/>
        </a:xfrm>
        <a:prstGeom prst="roundRect">
          <a:avLst/>
        </a:prstGeom>
        <a:solidFill>
          <a:schemeClr val="accent5">
            <a:hueOff val="-4050717"/>
            <a:satOff val="-275"/>
            <a:lumOff val="65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Security (using IAM policies, bucket policies, and the Block Public Access setting)</a:t>
          </a:r>
        </a:p>
      </dsp:txBody>
      <dsp:txXfrm>
        <a:off x="3431971" y="465291"/>
        <a:ext cx="1986901" cy="1986901"/>
      </dsp:txXfrm>
    </dsp:sp>
    <dsp:sp modelId="{8CD1DFAF-585D-4FF7-A3E4-B1E8D6CB71F5}">
      <dsp:nvSpPr>
        <dsp:cNvPr id="0" name=""/>
        <dsp:cNvSpPr/>
      </dsp:nvSpPr>
      <dsp:spPr>
        <a:xfrm>
          <a:off x="737280" y="2945008"/>
          <a:ext cx="2201875" cy="2201875"/>
        </a:xfrm>
        <a:prstGeom prst="roundRect">
          <a:avLst/>
        </a:prstGeom>
        <a:solidFill>
          <a:schemeClr val="accent5">
            <a:hueOff val="-8101434"/>
            <a:satOff val="-551"/>
            <a:lumOff val="13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Unlimited storage</a:t>
          </a:r>
        </a:p>
      </dsp:txBody>
      <dsp:txXfrm>
        <a:off x="844767" y="3052495"/>
        <a:ext cx="1986901" cy="1986901"/>
      </dsp:txXfrm>
    </dsp:sp>
    <dsp:sp modelId="{1CAAC3B6-5786-463E-9F1F-0FF543C60C52}">
      <dsp:nvSpPr>
        <dsp:cNvPr id="0" name=""/>
        <dsp:cNvSpPr/>
      </dsp:nvSpPr>
      <dsp:spPr>
        <a:xfrm>
          <a:off x="3324484" y="2945008"/>
          <a:ext cx="2201875" cy="2201875"/>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Encryption supports encryption at rest and in transit.</a:t>
          </a:r>
        </a:p>
      </dsp:txBody>
      <dsp:txXfrm>
        <a:off x="3431971" y="3052495"/>
        <a:ext cx="1986901" cy="198690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8FACB4-E132-4CF2-8A4E-CCCEA0444C96}">
      <dsp:nvSpPr>
        <dsp:cNvPr id="0" name=""/>
        <dsp:cNvSpPr/>
      </dsp:nvSpPr>
      <dsp:spPr>
        <a:xfrm>
          <a:off x="0" y="4307"/>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3ED7C8-D006-4992-94BC-E2839BDC5EA7}">
      <dsp:nvSpPr>
        <dsp:cNvPr id="0" name=""/>
        <dsp:cNvSpPr/>
      </dsp:nvSpPr>
      <dsp:spPr>
        <a:xfrm>
          <a:off x="277554" y="210753"/>
          <a:ext cx="504644" cy="50464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B27663A-E6A7-4F07-BD5F-413482359501}">
      <dsp:nvSpPr>
        <dsp:cNvPr id="0" name=""/>
        <dsp:cNvSpPr/>
      </dsp:nvSpPr>
      <dsp:spPr>
        <a:xfrm>
          <a:off x="1059754" y="430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b="1" i="0" kern="1200" baseline="0"/>
            <a:t>Bucket:</a:t>
          </a:r>
          <a:r>
            <a:rPr lang="en-US" sz="1900" b="0" i="0" kern="1200" baseline="0"/>
            <a:t> Top-level container for objects (unique name globally).</a:t>
          </a:r>
          <a:endParaRPr lang="en-US" sz="1900" kern="1200"/>
        </a:p>
      </dsp:txBody>
      <dsp:txXfrm>
        <a:off x="1059754" y="4307"/>
        <a:ext cx="5304469" cy="917536"/>
      </dsp:txXfrm>
    </dsp:sp>
    <dsp:sp modelId="{DC8CB956-20F7-4686-B781-6B0EA38A6C0A}">
      <dsp:nvSpPr>
        <dsp:cNvPr id="0" name=""/>
        <dsp:cNvSpPr/>
      </dsp:nvSpPr>
      <dsp:spPr>
        <a:xfrm>
          <a:off x="0" y="1151227"/>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409FB5-BB16-490D-AACE-5C171B81DCD3}">
      <dsp:nvSpPr>
        <dsp:cNvPr id="0" name=""/>
        <dsp:cNvSpPr/>
      </dsp:nvSpPr>
      <dsp:spPr>
        <a:xfrm>
          <a:off x="277554" y="1357673"/>
          <a:ext cx="504644" cy="50464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6C5140D-1A9B-49B7-AA41-05D0356112F9}">
      <dsp:nvSpPr>
        <dsp:cNvPr id="0" name=""/>
        <dsp:cNvSpPr/>
      </dsp:nvSpPr>
      <dsp:spPr>
        <a:xfrm>
          <a:off x="1059754" y="115122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b="1" i="0" kern="1200" baseline="0"/>
            <a:t>Object:</a:t>
          </a:r>
          <a:r>
            <a:rPr lang="en-US" sz="1900" b="0" i="0" kern="1200" baseline="0"/>
            <a:t> Data + Metadata + Unique Key (filename).</a:t>
          </a:r>
          <a:endParaRPr lang="en-US" sz="1900" kern="1200"/>
        </a:p>
      </dsp:txBody>
      <dsp:txXfrm>
        <a:off x="1059754" y="1151227"/>
        <a:ext cx="5304469" cy="917536"/>
      </dsp:txXfrm>
    </dsp:sp>
    <dsp:sp modelId="{1EC44A58-3996-45E3-8EEF-A66CD7688FC5}">
      <dsp:nvSpPr>
        <dsp:cNvPr id="0" name=""/>
        <dsp:cNvSpPr/>
      </dsp:nvSpPr>
      <dsp:spPr>
        <a:xfrm>
          <a:off x="0" y="2298147"/>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C89484-21A4-4D1B-806E-448EA8658CCA}">
      <dsp:nvSpPr>
        <dsp:cNvPr id="0" name=""/>
        <dsp:cNvSpPr/>
      </dsp:nvSpPr>
      <dsp:spPr>
        <a:xfrm>
          <a:off x="277554" y="2504593"/>
          <a:ext cx="504644" cy="50464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9C7D9A8-B550-4FB7-95F5-ED8FE3D7648E}">
      <dsp:nvSpPr>
        <dsp:cNvPr id="0" name=""/>
        <dsp:cNvSpPr/>
      </dsp:nvSpPr>
      <dsp:spPr>
        <a:xfrm>
          <a:off x="1059754" y="229814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b="1" i="0" kern="1200" baseline="0"/>
            <a:t>Key:</a:t>
          </a:r>
          <a:r>
            <a:rPr lang="en-US" sz="1900" b="0" i="0" kern="1200" baseline="0"/>
            <a:t> The full path to the object inside the bucket.</a:t>
          </a:r>
          <a:endParaRPr lang="en-US" sz="1900" kern="1200"/>
        </a:p>
      </dsp:txBody>
      <dsp:txXfrm>
        <a:off x="1059754" y="2298147"/>
        <a:ext cx="5304469" cy="917536"/>
      </dsp:txXfrm>
    </dsp:sp>
    <dsp:sp modelId="{DED149E3-A4B2-4280-AEC9-7C03454D3A0C}">
      <dsp:nvSpPr>
        <dsp:cNvPr id="0" name=""/>
        <dsp:cNvSpPr/>
      </dsp:nvSpPr>
      <dsp:spPr>
        <a:xfrm>
          <a:off x="0" y="3445068"/>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695E81-4D9F-4869-86B9-73D2089EFC7C}">
      <dsp:nvSpPr>
        <dsp:cNvPr id="0" name=""/>
        <dsp:cNvSpPr/>
      </dsp:nvSpPr>
      <dsp:spPr>
        <a:xfrm>
          <a:off x="277554" y="3651513"/>
          <a:ext cx="504644" cy="50464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D92ED7E-1713-44A9-8B78-F7BB74D91DF6}">
      <dsp:nvSpPr>
        <dsp:cNvPr id="0" name=""/>
        <dsp:cNvSpPr/>
      </dsp:nvSpPr>
      <dsp:spPr>
        <a:xfrm>
          <a:off x="1059754" y="344506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b="1" i="0" kern="1200" baseline="0"/>
            <a:t>Example:</a:t>
          </a:r>
          <a:br>
            <a:rPr lang="en-US" sz="1900" b="0" i="0" kern="1200" baseline="0"/>
          </a:br>
          <a:r>
            <a:rPr lang="en-US" sz="1900" b="0" i="0" kern="1200" baseline="0" err="1"/>
            <a:t>mybucket</a:t>
          </a:r>
          <a:r>
            <a:rPr lang="en-US" sz="1900" b="0" i="0" kern="1200" baseline="0"/>
            <a:t>/images/photo.jpg</a:t>
          </a:r>
          <a:endParaRPr lang="en-US" sz="1900" kern="1200"/>
        </a:p>
      </dsp:txBody>
      <dsp:txXfrm>
        <a:off x="1059754" y="3445068"/>
        <a:ext cx="5304469" cy="917536"/>
      </dsp:txXfrm>
    </dsp:sp>
    <dsp:sp modelId="{4FB4396B-5B69-4690-A893-C914548717A1}">
      <dsp:nvSpPr>
        <dsp:cNvPr id="0" name=""/>
        <dsp:cNvSpPr/>
      </dsp:nvSpPr>
      <dsp:spPr>
        <a:xfrm>
          <a:off x="0" y="4591988"/>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6CD5D3-4B8C-4341-83EA-AE1FAE532B40}">
      <dsp:nvSpPr>
        <dsp:cNvPr id="0" name=""/>
        <dsp:cNvSpPr/>
      </dsp:nvSpPr>
      <dsp:spPr>
        <a:xfrm>
          <a:off x="277554" y="4798433"/>
          <a:ext cx="504644" cy="50464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C8D738-43D4-4383-A2BC-053C372F8033}">
      <dsp:nvSpPr>
        <dsp:cNvPr id="0" name=""/>
        <dsp:cNvSpPr/>
      </dsp:nvSpPr>
      <dsp:spPr>
        <a:xfrm>
          <a:off x="1059754" y="459198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b="1" i="0" kern="1200" baseline="0"/>
            <a:t>Folders</a:t>
          </a:r>
          <a:r>
            <a:rPr lang="en-US" sz="1900" b="0" i="0" kern="1200" baseline="0"/>
            <a:t> are </a:t>
          </a:r>
          <a:r>
            <a:rPr lang="en-US" sz="1900" b="0" i="1" kern="1200" baseline="0"/>
            <a:t>logical</a:t>
          </a:r>
          <a:r>
            <a:rPr lang="en-US" sz="1900" b="0" i="0" kern="1200" baseline="0"/>
            <a:t> (no real directories).</a:t>
          </a:r>
          <a:endParaRPr lang="en-US" sz="1900" kern="1200"/>
        </a:p>
      </dsp:txBody>
      <dsp:txXfrm>
        <a:off x="1059754" y="4591988"/>
        <a:ext cx="5304469" cy="91753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A81153-00E3-48F4-B25B-F6D2E642C9C4}">
      <dsp:nvSpPr>
        <dsp:cNvPr id="0" name=""/>
        <dsp:cNvSpPr/>
      </dsp:nvSpPr>
      <dsp:spPr>
        <a:xfrm>
          <a:off x="205509" y="619429"/>
          <a:ext cx="911674" cy="91167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BF78DE-5998-438F-B0C1-2AE54E6499CA}">
      <dsp:nvSpPr>
        <dsp:cNvPr id="0" name=""/>
        <dsp:cNvSpPr/>
      </dsp:nvSpPr>
      <dsp:spPr>
        <a:xfrm>
          <a:off x="396960" y="810880"/>
          <a:ext cx="528770" cy="5287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268B25B-5C4D-4ECA-A027-6A2944048745}">
      <dsp:nvSpPr>
        <dsp:cNvPr id="0" name=""/>
        <dsp:cNvSpPr/>
      </dsp:nvSpPr>
      <dsp:spPr>
        <a:xfrm>
          <a:off x="1312541" y="619429"/>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b="0" i="0" kern="1200" baseline="0" dirty="0"/>
            <a:t>Hosting static websites</a:t>
          </a:r>
          <a:endParaRPr lang="en-US" sz="1900" kern="1200" dirty="0"/>
        </a:p>
      </dsp:txBody>
      <dsp:txXfrm>
        <a:off x="1312541" y="619429"/>
        <a:ext cx="2148945" cy="911674"/>
      </dsp:txXfrm>
    </dsp:sp>
    <dsp:sp modelId="{99363F05-4F42-46C8-AE8E-463C6E79C302}">
      <dsp:nvSpPr>
        <dsp:cNvPr id="0" name=""/>
        <dsp:cNvSpPr/>
      </dsp:nvSpPr>
      <dsp:spPr>
        <a:xfrm>
          <a:off x="3835925" y="619429"/>
          <a:ext cx="911674" cy="91167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791F17-10F1-4286-AC8F-635B250E06F3}">
      <dsp:nvSpPr>
        <dsp:cNvPr id="0" name=""/>
        <dsp:cNvSpPr/>
      </dsp:nvSpPr>
      <dsp:spPr>
        <a:xfrm>
          <a:off x="4027376" y="810880"/>
          <a:ext cx="528770" cy="5287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04E3211-385B-4255-8916-EC27CE2A77A8}">
      <dsp:nvSpPr>
        <dsp:cNvPr id="0" name=""/>
        <dsp:cNvSpPr/>
      </dsp:nvSpPr>
      <dsp:spPr>
        <a:xfrm>
          <a:off x="4942957" y="619429"/>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b="0" i="0" kern="1200" baseline="0"/>
            <a:t>Backup and archive</a:t>
          </a:r>
          <a:endParaRPr lang="en-US" sz="1900" kern="1200"/>
        </a:p>
      </dsp:txBody>
      <dsp:txXfrm>
        <a:off x="4942957" y="619429"/>
        <a:ext cx="2148945" cy="911674"/>
      </dsp:txXfrm>
    </dsp:sp>
    <dsp:sp modelId="{58B53573-1851-4E26-A5E8-4BE1AFC9E8D5}">
      <dsp:nvSpPr>
        <dsp:cNvPr id="0" name=""/>
        <dsp:cNvSpPr/>
      </dsp:nvSpPr>
      <dsp:spPr>
        <a:xfrm>
          <a:off x="7466341" y="619429"/>
          <a:ext cx="911674" cy="911674"/>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4F7594-95E9-4C8A-B05C-C095872F566A}">
      <dsp:nvSpPr>
        <dsp:cNvPr id="0" name=""/>
        <dsp:cNvSpPr/>
      </dsp:nvSpPr>
      <dsp:spPr>
        <a:xfrm>
          <a:off x="7657792" y="810880"/>
          <a:ext cx="528770" cy="52877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6D8CCB2-92F2-4163-8B7A-2F569DEEF60B}">
      <dsp:nvSpPr>
        <dsp:cNvPr id="0" name=""/>
        <dsp:cNvSpPr/>
      </dsp:nvSpPr>
      <dsp:spPr>
        <a:xfrm>
          <a:off x="8573374" y="619429"/>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b="0" i="0" kern="1200" baseline="0"/>
            <a:t>Software/media distribution</a:t>
          </a:r>
          <a:endParaRPr lang="en-US" sz="1900" kern="1200"/>
        </a:p>
      </dsp:txBody>
      <dsp:txXfrm>
        <a:off x="8573374" y="619429"/>
        <a:ext cx="2148945" cy="911674"/>
      </dsp:txXfrm>
    </dsp:sp>
    <dsp:sp modelId="{9CFFD0FC-DEC2-4A58-8D93-11BFB75DA92F}">
      <dsp:nvSpPr>
        <dsp:cNvPr id="0" name=""/>
        <dsp:cNvSpPr/>
      </dsp:nvSpPr>
      <dsp:spPr>
        <a:xfrm>
          <a:off x="205509" y="2158301"/>
          <a:ext cx="911674" cy="911674"/>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BA97AC-8A6B-473D-8A26-77AD4D88A61F}">
      <dsp:nvSpPr>
        <dsp:cNvPr id="0" name=""/>
        <dsp:cNvSpPr/>
      </dsp:nvSpPr>
      <dsp:spPr>
        <a:xfrm>
          <a:off x="396960" y="2349753"/>
          <a:ext cx="528770" cy="52877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0AA88C4-931C-4456-B13A-AC56F2CF41F8}">
      <dsp:nvSpPr>
        <dsp:cNvPr id="0" name=""/>
        <dsp:cNvSpPr/>
      </dsp:nvSpPr>
      <dsp:spPr>
        <a:xfrm>
          <a:off x="1312541" y="2158301"/>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b="0" i="0" kern="1200" baseline="0" dirty="0"/>
            <a:t>Big data and analytics storage (data lake)</a:t>
          </a:r>
          <a:endParaRPr lang="en-US" sz="1900" kern="1200" dirty="0"/>
        </a:p>
      </dsp:txBody>
      <dsp:txXfrm>
        <a:off x="1312541" y="2158301"/>
        <a:ext cx="2148945" cy="911674"/>
      </dsp:txXfrm>
    </dsp:sp>
    <dsp:sp modelId="{6F86525E-001F-49A4-B61A-D38F62881E11}">
      <dsp:nvSpPr>
        <dsp:cNvPr id="0" name=""/>
        <dsp:cNvSpPr/>
      </dsp:nvSpPr>
      <dsp:spPr>
        <a:xfrm>
          <a:off x="3835925" y="2158301"/>
          <a:ext cx="911674" cy="911674"/>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3AEB82-7FC6-4218-8100-B5D71DF245E2}">
      <dsp:nvSpPr>
        <dsp:cNvPr id="0" name=""/>
        <dsp:cNvSpPr/>
      </dsp:nvSpPr>
      <dsp:spPr>
        <a:xfrm>
          <a:off x="4027376" y="2349753"/>
          <a:ext cx="528770" cy="52877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972FA81-C5DB-49AE-B7C6-FE9A28878BF5}">
      <dsp:nvSpPr>
        <dsp:cNvPr id="0" name=""/>
        <dsp:cNvSpPr/>
      </dsp:nvSpPr>
      <dsp:spPr>
        <a:xfrm>
          <a:off x="4942957" y="2158301"/>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b="0" i="0" kern="1200" baseline="0"/>
            <a:t>Disaster recovery</a:t>
          </a:r>
          <a:endParaRPr lang="en-US" sz="1900" kern="1200"/>
        </a:p>
      </dsp:txBody>
      <dsp:txXfrm>
        <a:off x="4942957" y="2158301"/>
        <a:ext cx="2148945" cy="911674"/>
      </dsp:txXfrm>
    </dsp:sp>
    <dsp:sp modelId="{4D54DBF2-4968-490D-BCA4-36406C6DBE6B}">
      <dsp:nvSpPr>
        <dsp:cNvPr id="0" name=""/>
        <dsp:cNvSpPr/>
      </dsp:nvSpPr>
      <dsp:spPr>
        <a:xfrm>
          <a:off x="7466341" y="2158301"/>
          <a:ext cx="911674" cy="91167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9ED9EC-9299-483B-80C8-147AB2A4B87F}">
      <dsp:nvSpPr>
        <dsp:cNvPr id="0" name=""/>
        <dsp:cNvSpPr/>
      </dsp:nvSpPr>
      <dsp:spPr>
        <a:xfrm>
          <a:off x="7657792" y="2349753"/>
          <a:ext cx="528770" cy="52877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67000E8-C3BD-42DB-BC33-1CE47BA96988}">
      <dsp:nvSpPr>
        <dsp:cNvPr id="0" name=""/>
        <dsp:cNvSpPr/>
      </dsp:nvSpPr>
      <dsp:spPr>
        <a:xfrm>
          <a:off x="8573374" y="2158301"/>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b="0" i="0" kern="1200" baseline="0" dirty="0"/>
            <a:t>Mobile and web app content</a:t>
          </a:r>
          <a:endParaRPr lang="en-US" sz="1900" kern="1200" dirty="0"/>
        </a:p>
      </dsp:txBody>
      <dsp:txXfrm>
        <a:off x="8573374" y="2158301"/>
        <a:ext cx="2148945" cy="91167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066E1A-409F-4A24-A822-93865DE692D1}" type="datetimeFigureOut">
              <a:rPr lang="en-IN" smtClean="0"/>
              <a:t>27-10-2025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496358-B735-45F8-92EF-F337D2EBD8FD}" type="slidenum">
              <a:rPr lang="en-IN" smtClean="0"/>
              <a:t>‹#›</a:t>
            </a:fld>
            <a:endParaRPr lang="en-IN"/>
          </a:p>
        </p:txBody>
      </p:sp>
    </p:spTree>
    <p:extLst>
      <p:ext uri="{BB962C8B-B14F-4D97-AF65-F5344CB8AC3E}">
        <p14:creationId xmlns:p14="http://schemas.microsoft.com/office/powerpoint/2010/main" val="3278401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Amazon S3 stands for Simple Storage Service. It is AWS’s most popular storage service and provides </a:t>
            </a:r>
            <a:r>
              <a:rPr lang="en-US" b="1" dirty="0"/>
              <a:t>object storage</a:t>
            </a:r>
            <a:r>
              <a:rPr lang="en-US" dirty="0"/>
              <a:t> that can scale virtually without limit.</a:t>
            </a:r>
            <a:br>
              <a:rPr lang="en-US" dirty="0"/>
            </a:br>
            <a:r>
              <a:rPr lang="en-US" dirty="0"/>
              <a:t>It is designed for </a:t>
            </a:r>
            <a:r>
              <a:rPr lang="en-US" b="1" dirty="0"/>
              <a:t>11 nines durability</a:t>
            </a:r>
            <a:r>
              <a:rPr lang="en-US" dirty="0"/>
              <a:t>, which means your data is extremely safe.</a:t>
            </a:r>
            <a:br>
              <a:rPr lang="en-US" dirty="0"/>
            </a:br>
            <a:r>
              <a:rPr lang="en-US" dirty="0"/>
              <a:t>It follows a </a:t>
            </a:r>
            <a:r>
              <a:rPr lang="en-US" b="1" dirty="0"/>
              <a:t>pay-as-you-go model</a:t>
            </a:r>
            <a:r>
              <a:rPr lang="en-US" dirty="0"/>
              <a:t> where you only pay for what you use. This makes it cost-effective for both small and large businesses</a:t>
            </a:r>
            <a:endParaRPr lang="en-IN" dirty="0"/>
          </a:p>
        </p:txBody>
      </p:sp>
      <p:sp>
        <p:nvSpPr>
          <p:cNvPr id="4" name="Slide Number Placeholder 3"/>
          <p:cNvSpPr>
            <a:spLocks noGrp="1"/>
          </p:cNvSpPr>
          <p:nvPr>
            <p:ph type="sldNum" sz="quarter" idx="5"/>
          </p:nvPr>
        </p:nvSpPr>
        <p:spPr/>
        <p:txBody>
          <a:bodyPr/>
          <a:lstStyle/>
          <a:p>
            <a:fld id="{01496358-B735-45F8-92EF-F337D2EBD8FD}" type="slidenum">
              <a:rPr lang="en-IN" smtClean="0"/>
              <a:t>2</a:t>
            </a:fld>
            <a:endParaRPr lang="en-IN"/>
          </a:p>
        </p:txBody>
      </p:sp>
    </p:spTree>
    <p:extLst>
      <p:ext uri="{BB962C8B-B14F-4D97-AF65-F5344CB8AC3E}">
        <p14:creationId xmlns:p14="http://schemas.microsoft.com/office/powerpoint/2010/main" val="9687815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Amazon S3 is an </a:t>
            </a:r>
            <a:r>
              <a:rPr lang="en-US" b="1" dirty="0"/>
              <a:t>object storage service</a:t>
            </a:r>
            <a:r>
              <a:rPr lang="en-US" dirty="0"/>
              <a:t>. Unlike file storage, which uses folders, or block storage, which splits data into chunks, object storage keeps everything in a </a:t>
            </a:r>
            <a:r>
              <a:rPr lang="en-US" b="1" dirty="0"/>
              <a:t>flat structure</a:t>
            </a:r>
            <a:r>
              <a:rPr lang="en-US" dirty="0"/>
              <a:t> inside buckets.</a:t>
            </a:r>
            <a:br>
              <a:rPr lang="en-US" dirty="0"/>
            </a:br>
            <a:r>
              <a:rPr lang="en-US" dirty="0"/>
              <a:t>Each object has three parts: the file itself, metadata, and a unique key.</a:t>
            </a:r>
          </a:p>
          <a:p>
            <a:endParaRPr lang="en-US" dirty="0"/>
          </a:p>
          <a:p>
            <a:r>
              <a:rPr lang="en-US" dirty="0"/>
              <a:t>Amazon S3 is designed for </a:t>
            </a:r>
            <a:r>
              <a:rPr lang="en-US" b="1" dirty="0"/>
              <a:t>11 nines of durability</a:t>
            </a:r>
            <a:r>
              <a:rPr lang="en-US" dirty="0"/>
              <a:t>, which means 99.999999999%. In simple terms, once you store data in S3, it’s </a:t>
            </a:r>
            <a:r>
              <a:rPr lang="en-US" b="1" dirty="0"/>
              <a:t>extremely unlikely to ever be lost</a:t>
            </a:r>
            <a:r>
              <a:rPr lang="en-US" dirty="0"/>
              <a:t>. AWS achieves this by automatically storing multiple copies of your data across different Availability Zones. So even if one system or data center fails, your data stays safe.</a:t>
            </a:r>
          </a:p>
          <a:p>
            <a:endParaRPr lang="en-US" dirty="0"/>
          </a:p>
          <a:p>
            <a:r>
              <a:rPr lang="en-US" dirty="0"/>
              <a:t>Amazon S3 provides </a:t>
            </a:r>
            <a:r>
              <a:rPr lang="en-US" b="1" dirty="0"/>
              <a:t>high availability</a:t>
            </a:r>
            <a:r>
              <a:rPr lang="en-US" dirty="0"/>
              <a:t>, which means your data is almost always accessible when you need it. The exact availability depends on the </a:t>
            </a:r>
            <a:r>
              <a:rPr lang="en-US" b="1" dirty="0"/>
              <a:t>storage class</a:t>
            </a:r>
            <a:r>
              <a:rPr lang="en-US" dirty="0"/>
              <a:t> you choose. For example, S3 Standard gives </a:t>
            </a:r>
            <a:r>
              <a:rPr lang="en-US" b="1" dirty="0"/>
              <a:t>99.99% availability</a:t>
            </a:r>
            <a:r>
              <a:rPr lang="en-US" dirty="0"/>
              <a:t>, while lower-cost options like One Zone-IA or Glacier may have lower availability since they are designed for specific use cases like backups or archives</a:t>
            </a:r>
          </a:p>
          <a:p>
            <a:endParaRPr lang="en-US" dirty="0"/>
          </a:p>
          <a:p>
            <a:r>
              <a:rPr lang="en-US" dirty="0"/>
              <a:t>Amazon S3 offers </a:t>
            </a:r>
            <a:r>
              <a:rPr lang="en-US" b="1" dirty="0"/>
              <a:t>virtually unlimited storage</a:t>
            </a:r>
            <a:r>
              <a:rPr lang="en-US" dirty="0"/>
              <a:t>. This means you can store as much data as you need, without worrying about running out of space. There is no maximum limit on the number of objects or total storage in a bucket. You just pay for what you actually use.</a:t>
            </a:r>
          </a:p>
          <a:p>
            <a:endParaRPr lang="en-US" dirty="0"/>
          </a:p>
          <a:p>
            <a:r>
              <a:rPr lang="en-US" dirty="0"/>
              <a:t>Amazon S3 offers </a:t>
            </a:r>
            <a:r>
              <a:rPr lang="en-US" b="1" dirty="0"/>
              <a:t>different storage classes</a:t>
            </a:r>
            <a:r>
              <a:rPr lang="en-US" dirty="0"/>
              <a:t> to match different use cases and costs. For example, S3 Standard is for frequently used data, Standard-IA is for infrequent access, One Zone-IA is a cost friendly option stored in a single Availability Zone, Glacier is for long-term archives.</a:t>
            </a:r>
          </a:p>
          <a:p>
            <a:endParaRPr lang="en-US" dirty="0"/>
          </a:p>
          <a:p>
            <a:r>
              <a:rPr lang="en-US" dirty="0"/>
              <a:t>Amazon S3 is </a:t>
            </a:r>
            <a:r>
              <a:rPr lang="en-US" b="1" dirty="0"/>
              <a:t>secure by default</a:t>
            </a:r>
            <a:r>
              <a:rPr lang="en-US" dirty="0"/>
              <a:t> – when you create a bucket, all data is private. You can control access using </a:t>
            </a:r>
            <a:r>
              <a:rPr lang="en-US" b="1" dirty="0"/>
              <a:t>IAM policies</a:t>
            </a:r>
            <a:r>
              <a:rPr lang="en-US" dirty="0"/>
              <a:t>, </a:t>
            </a:r>
            <a:r>
              <a:rPr lang="en-US" b="1" dirty="0"/>
              <a:t>bucket policies</a:t>
            </a:r>
            <a:r>
              <a:rPr lang="en-US" dirty="0"/>
              <a:t>, and the </a:t>
            </a:r>
            <a:r>
              <a:rPr lang="en-US" b="1" dirty="0"/>
              <a:t>Block Public Access</a:t>
            </a:r>
            <a:r>
              <a:rPr lang="en-US" dirty="0"/>
              <a:t> setting. For data protection, S3 also supports </a:t>
            </a:r>
            <a:r>
              <a:rPr lang="en-US" b="1" dirty="0"/>
              <a:t>encryption</a:t>
            </a:r>
            <a:r>
              <a:rPr lang="en-US" dirty="0"/>
              <a:t> both at rest and in transit. This ensures that only authorized users can access the data, and it stays safe</a:t>
            </a:r>
          </a:p>
          <a:p>
            <a:endParaRPr lang="en-US" dirty="0"/>
          </a:p>
          <a:p>
            <a:r>
              <a:rPr lang="en-US" dirty="0"/>
              <a:t>Amazon S3 provides built-in </a:t>
            </a:r>
            <a:r>
              <a:rPr lang="en-US" b="1" dirty="0"/>
              <a:t>encryption</a:t>
            </a:r>
            <a:r>
              <a:rPr lang="en-US" dirty="0"/>
              <a:t> to keep your data secure. </a:t>
            </a:r>
            <a:r>
              <a:rPr lang="en-US" b="1" dirty="0"/>
              <a:t>At rest</a:t>
            </a:r>
            <a:r>
              <a:rPr lang="en-US" dirty="0"/>
              <a:t> means data is encrypted while stored on S3 disks, using options like SSE-S3, SSE-KMS, or your own keys. </a:t>
            </a:r>
            <a:r>
              <a:rPr lang="en-US" b="1" dirty="0"/>
              <a:t>In transit</a:t>
            </a:r>
            <a:r>
              <a:rPr lang="en-US" dirty="0"/>
              <a:t> means data is protected while moving between your application and S3, typically using HTTPS (SSL/TLS). This ensures that your data is protected both when it is stored and when it is transferred</a:t>
            </a:r>
          </a:p>
          <a:p>
            <a:endParaRPr lang="en-US" dirty="0"/>
          </a:p>
          <a:p>
            <a:endParaRPr lang="en-US" dirty="0"/>
          </a:p>
          <a:p>
            <a:endParaRPr lang="en-IN" dirty="0"/>
          </a:p>
        </p:txBody>
      </p:sp>
      <p:sp>
        <p:nvSpPr>
          <p:cNvPr id="4" name="Slide Number Placeholder 3"/>
          <p:cNvSpPr>
            <a:spLocks noGrp="1"/>
          </p:cNvSpPr>
          <p:nvPr>
            <p:ph type="sldNum" sz="quarter" idx="5"/>
          </p:nvPr>
        </p:nvSpPr>
        <p:spPr/>
        <p:txBody>
          <a:bodyPr/>
          <a:lstStyle/>
          <a:p>
            <a:fld id="{01496358-B735-45F8-92EF-F337D2EBD8FD}" type="slidenum">
              <a:rPr lang="en-IN" smtClean="0"/>
              <a:t>3</a:t>
            </a:fld>
            <a:endParaRPr lang="en-IN"/>
          </a:p>
        </p:txBody>
      </p:sp>
    </p:spTree>
    <p:extLst>
      <p:ext uri="{BB962C8B-B14F-4D97-AF65-F5344CB8AC3E}">
        <p14:creationId xmlns:p14="http://schemas.microsoft.com/office/powerpoint/2010/main" val="7464764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Static Website Hosting: - </a:t>
            </a:r>
            <a:r>
              <a:rPr lang="en-IN" dirty="0"/>
              <a:t>Host a personal portfolio site with HTML/CSS/JS in S3 bucket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Backup &amp; Archive: - </a:t>
            </a:r>
            <a:r>
              <a:rPr lang="en-IN" dirty="0"/>
              <a:t>Store company database backups or old financial records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Software/Media Distribution</a:t>
            </a:r>
            <a:r>
              <a:rPr lang="en-IN" dirty="0"/>
              <a:t> : - Deliver a mobile app installer or stream product demo videos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Big Data / Data Lake</a:t>
            </a:r>
            <a:r>
              <a:rPr lang="en-IN" dirty="0"/>
              <a:t> Centralize logs and sensor data for analytics with Athena/Redshift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Disaster Recovery</a:t>
            </a:r>
            <a:r>
              <a:rPr lang="en-IN" dirty="0"/>
              <a:t> Replicate business-critical data across regions for failover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Mobile &amp; Web App Content</a:t>
            </a:r>
            <a:r>
              <a:rPr lang="en-IN" dirty="0"/>
              <a:t> Store and serve user-uploaded photos in a social media app </a:t>
            </a:r>
          </a:p>
          <a:p>
            <a:endParaRPr lang="en-IN" dirty="0"/>
          </a:p>
        </p:txBody>
      </p:sp>
      <p:sp>
        <p:nvSpPr>
          <p:cNvPr id="4" name="Slide Number Placeholder 3"/>
          <p:cNvSpPr>
            <a:spLocks noGrp="1"/>
          </p:cNvSpPr>
          <p:nvPr>
            <p:ph type="sldNum" sz="quarter" idx="5"/>
          </p:nvPr>
        </p:nvSpPr>
        <p:spPr/>
        <p:txBody>
          <a:bodyPr/>
          <a:lstStyle/>
          <a:p>
            <a:fld id="{01496358-B735-45F8-92EF-F337D2EBD8FD}" type="slidenum">
              <a:rPr lang="en-IN" smtClean="0"/>
              <a:t>6</a:t>
            </a:fld>
            <a:endParaRPr lang="en-IN"/>
          </a:p>
        </p:txBody>
      </p:sp>
    </p:spTree>
    <p:extLst>
      <p:ext uri="{BB962C8B-B14F-4D97-AF65-F5344CB8AC3E}">
        <p14:creationId xmlns:p14="http://schemas.microsoft.com/office/powerpoint/2010/main" val="26004076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CF94F75-3C04-4D6F-8FC7-46B127EF7C29}" type="slidenum">
              <a:rPr lang="en-IN" smtClean="0"/>
              <a:t>7</a:t>
            </a:fld>
            <a:endParaRPr lang="en-IN"/>
          </a:p>
        </p:txBody>
      </p:sp>
    </p:spTree>
    <p:extLst>
      <p:ext uri="{BB962C8B-B14F-4D97-AF65-F5344CB8AC3E}">
        <p14:creationId xmlns:p14="http://schemas.microsoft.com/office/powerpoint/2010/main" val="42097491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618AE-4EC8-82E0-D33B-F4CD01FE953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994C75B-3B5E-2F76-6309-0A7662E5B0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810B0D8-8B41-8FA4-DE53-AFDCDA1069E8}"/>
              </a:ext>
            </a:extLst>
          </p:cNvPr>
          <p:cNvSpPr>
            <a:spLocks noGrp="1"/>
          </p:cNvSpPr>
          <p:nvPr>
            <p:ph type="dt" sz="half" idx="10"/>
          </p:nvPr>
        </p:nvSpPr>
        <p:spPr/>
        <p:txBody>
          <a:bodyPr/>
          <a:lstStyle/>
          <a:p>
            <a:fld id="{F03671F4-AE6E-4EB4-810D-2CEF3C2A4886}" type="datetimeFigureOut">
              <a:rPr lang="en-IN" smtClean="0"/>
              <a:t>27-10-2025</a:t>
            </a:fld>
            <a:endParaRPr lang="en-IN"/>
          </a:p>
        </p:txBody>
      </p:sp>
      <p:sp>
        <p:nvSpPr>
          <p:cNvPr id="5" name="Footer Placeholder 4">
            <a:extLst>
              <a:ext uri="{FF2B5EF4-FFF2-40B4-BE49-F238E27FC236}">
                <a16:creationId xmlns:a16="http://schemas.microsoft.com/office/drawing/2014/main" id="{CD13AF9F-C37B-2117-2D4D-0271D66879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EC1CB1-71A9-16AD-61E5-6CCFD33DE516}"/>
              </a:ext>
            </a:extLst>
          </p:cNvPr>
          <p:cNvSpPr>
            <a:spLocks noGrp="1"/>
          </p:cNvSpPr>
          <p:nvPr>
            <p:ph type="sldNum" sz="quarter" idx="12"/>
          </p:nvPr>
        </p:nvSpPr>
        <p:spPr/>
        <p:txBody>
          <a:bodyPr/>
          <a:lstStyle/>
          <a:p>
            <a:fld id="{933B8A1C-D450-4AC2-90E1-D6013FFD26EF}" type="slidenum">
              <a:rPr lang="en-IN" smtClean="0"/>
              <a:t>‹#›</a:t>
            </a:fld>
            <a:endParaRPr lang="en-IN"/>
          </a:p>
        </p:txBody>
      </p:sp>
    </p:spTree>
    <p:extLst>
      <p:ext uri="{BB962C8B-B14F-4D97-AF65-F5344CB8AC3E}">
        <p14:creationId xmlns:p14="http://schemas.microsoft.com/office/powerpoint/2010/main" val="36240914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C9484-7753-BD5E-40D8-12826810A54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99E4D5-45EC-7330-7D0B-5D1FB0E022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F609C1-BFFD-C1C8-166C-0EA02FB91A18}"/>
              </a:ext>
            </a:extLst>
          </p:cNvPr>
          <p:cNvSpPr>
            <a:spLocks noGrp="1"/>
          </p:cNvSpPr>
          <p:nvPr>
            <p:ph type="dt" sz="half" idx="10"/>
          </p:nvPr>
        </p:nvSpPr>
        <p:spPr/>
        <p:txBody>
          <a:bodyPr/>
          <a:lstStyle/>
          <a:p>
            <a:fld id="{F03671F4-AE6E-4EB4-810D-2CEF3C2A4886}" type="datetimeFigureOut">
              <a:rPr lang="en-IN" smtClean="0"/>
              <a:t>27-10-2025</a:t>
            </a:fld>
            <a:endParaRPr lang="en-IN"/>
          </a:p>
        </p:txBody>
      </p:sp>
      <p:sp>
        <p:nvSpPr>
          <p:cNvPr id="5" name="Footer Placeholder 4">
            <a:extLst>
              <a:ext uri="{FF2B5EF4-FFF2-40B4-BE49-F238E27FC236}">
                <a16:creationId xmlns:a16="http://schemas.microsoft.com/office/drawing/2014/main" id="{F78599E8-9234-7D30-BB3E-054966E08D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5F6582-0D8E-54A6-35EC-7F7391ED7A49}"/>
              </a:ext>
            </a:extLst>
          </p:cNvPr>
          <p:cNvSpPr>
            <a:spLocks noGrp="1"/>
          </p:cNvSpPr>
          <p:nvPr>
            <p:ph type="sldNum" sz="quarter" idx="12"/>
          </p:nvPr>
        </p:nvSpPr>
        <p:spPr/>
        <p:txBody>
          <a:bodyPr/>
          <a:lstStyle/>
          <a:p>
            <a:fld id="{933B8A1C-D450-4AC2-90E1-D6013FFD26EF}" type="slidenum">
              <a:rPr lang="en-IN" smtClean="0"/>
              <a:t>‹#›</a:t>
            </a:fld>
            <a:endParaRPr lang="en-IN"/>
          </a:p>
        </p:txBody>
      </p:sp>
    </p:spTree>
    <p:extLst>
      <p:ext uri="{BB962C8B-B14F-4D97-AF65-F5344CB8AC3E}">
        <p14:creationId xmlns:p14="http://schemas.microsoft.com/office/powerpoint/2010/main" val="439544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4BCC7-4B21-D4CB-42D2-E5BE5EF60C0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A559AC8-3EBF-476E-A873-D07FA9E97F1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989582C-4C24-3AD0-E24A-86FE90204661}"/>
              </a:ext>
            </a:extLst>
          </p:cNvPr>
          <p:cNvSpPr>
            <a:spLocks noGrp="1"/>
          </p:cNvSpPr>
          <p:nvPr>
            <p:ph type="dt" sz="half" idx="10"/>
          </p:nvPr>
        </p:nvSpPr>
        <p:spPr/>
        <p:txBody>
          <a:bodyPr/>
          <a:lstStyle/>
          <a:p>
            <a:fld id="{F03671F4-AE6E-4EB4-810D-2CEF3C2A4886}" type="datetimeFigureOut">
              <a:rPr lang="en-IN" smtClean="0"/>
              <a:t>27-10-2025</a:t>
            </a:fld>
            <a:endParaRPr lang="en-IN"/>
          </a:p>
        </p:txBody>
      </p:sp>
      <p:sp>
        <p:nvSpPr>
          <p:cNvPr id="5" name="Footer Placeholder 4">
            <a:extLst>
              <a:ext uri="{FF2B5EF4-FFF2-40B4-BE49-F238E27FC236}">
                <a16:creationId xmlns:a16="http://schemas.microsoft.com/office/drawing/2014/main" id="{466E5A00-8FBE-CA58-9091-894B2290B1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B8FCA5-B7E7-25EB-6DD0-41B0C67AB904}"/>
              </a:ext>
            </a:extLst>
          </p:cNvPr>
          <p:cNvSpPr>
            <a:spLocks noGrp="1"/>
          </p:cNvSpPr>
          <p:nvPr>
            <p:ph type="sldNum" sz="quarter" idx="12"/>
          </p:nvPr>
        </p:nvSpPr>
        <p:spPr/>
        <p:txBody>
          <a:bodyPr/>
          <a:lstStyle/>
          <a:p>
            <a:fld id="{933B8A1C-D450-4AC2-90E1-D6013FFD26EF}" type="slidenum">
              <a:rPr lang="en-IN" smtClean="0"/>
              <a:t>‹#›</a:t>
            </a:fld>
            <a:endParaRPr lang="en-IN"/>
          </a:p>
        </p:txBody>
      </p:sp>
    </p:spTree>
    <p:extLst>
      <p:ext uri="{BB962C8B-B14F-4D97-AF65-F5344CB8AC3E}">
        <p14:creationId xmlns:p14="http://schemas.microsoft.com/office/powerpoint/2010/main" val="35176598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02317-E7A4-765E-5DB6-B6372F2CB82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1DDADF4-D284-BB8C-2C5F-2AAF4CB013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16E6572-79D8-F7FF-2F63-145E2545FF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72B07C0-E945-7443-65B3-2D2CBD0E57CB}"/>
              </a:ext>
            </a:extLst>
          </p:cNvPr>
          <p:cNvSpPr>
            <a:spLocks noGrp="1"/>
          </p:cNvSpPr>
          <p:nvPr>
            <p:ph type="dt" sz="half" idx="10"/>
          </p:nvPr>
        </p:nvSpPr>
        <p:spPr/>
        <p:txBody>
          <a:bodyPr/>
          <a:lstStyle/>
          <a:p>
            <a:fld id="{F03671F4-AE6E-4EB4-810D-2CEF3C2A4886}" type="datetimeFigureOut">
              <a:rPr lang="en-IN" smtClean="0"/>
              <a:t>27-10-2025</a:t>
            </a:fld>
            <a:endParaRPr lang="en-IN"/>
          </a:p>
        </p:txBody>
      </p:sp>
      <p:sp>
        <p:nvSpPr>
          <p:cNvPr id="6" name="Footer Placeholder 5">
            <a:extLst>
              <a:ext uri="{FF2B5EF4-FFF2-40B4-BE49-F238E27FC236}">
                <a16:creationId xmlns:a16="http://schemas.microsoft.com/office/drawing/2014/main" id="{7CE41B60-F681-C076-1CB7-77F8E0863A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BB3C36D-93A1-A3C6-57C4-53408941B019}"/>
              </a:ext>
            </a:extLst>
          </p:cNvPr>
          <p:cNvSpPr>
            <a:spLocks noGrp="1"/>
          </p:cNvSpPr>
          <p:nvPr>
            <p:ph type="sldNum" sz="quarter" idx="12"/>
          </p:nvPr>
        </p:nvSpPr>
        <p:spPr/>
        <p:txBody>
          <a:bodyPr/>
          <a:lstStyle/>
          <a:p>
            <a:fld id="{933B8A1C-D450-4AC2-90E1-D6013FFD26EF}" type="slidenum">
              <a:rPr lang="en-IN" smtClean="0"/>
              <a:t>‹#›</a:t>
            </a:fld>
            <a:endParaRPr lang="en-IN"/>
          </a:p>
        </p:txBody>
      </p:sp>
    </p:spTree>
    <p:extLst>
      <p:ext uri="{BB962C8B-B14F-4D97-AF65-F5344CB8AC3E}">
        <p14:creationId xmlns:p14="http://schemas.microsoft.com/office/powerpoint/2010/main" val="580780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78065-9500-F14A-E7AE-D3A8C633489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D5E164D-BDA7-156A-D2E1-D7BE7098C3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74AADA-8BD8-5471-A5BE-7461ECE585A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B5AE26F-A05F-DC8B-1FD9-12B24E0028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A25B78-9D46-6FFE-85B9-CD26BB6F14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7F43DBC-28D6-D556-6731-88C18541F96C}"/>
              </a:ext>
            </a:extLst>
          </p:cNvPr>
          <p:cNvSpPr>
            <a:spLocks noGrp="1"/>
          </p:cNvSpPr>
          <p:nvPr>
            <p:ph type="dt" sz="half" idx="10"/>
          </p:nvPr>
        </p:nvSpPr>
        <p:spPr/>
        <p:txBody>
          <a:bodyPr/>
          <a:lstStyle/>
          <a:p>
            <a:fld id="{F03671F4-AE6E-4EB4-810D-2CEF3C2A4886}" type="datetimeFigureOut">
              <a:rPr lang="en-IN" smtClean="0"/>
              <a:t>27-10-2025</a:t>
            </a:fld>
            <a:endParaRPr lang="en-IN"/>
          </a:p>
        </p:txBody>
      </p:sp>
      <p:sp>
        <p:nvSpPr>
          <p:cNvPr id="8" name="Footer Placeholder 7">
            <a:extLst>
              <a:ext uri="{FF2B5EF4-FFF2-40B4-BE49-F238E27FC236}">
                <a16:creationId xmlns:a16="http://schemas.microsoft.com/office/drawing/2014/main" id="{22DA6817-94A0-D135-C9FC-F733F5801BB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5AEF5BA-AA77-A5E3-EACA-3B529F67CFB7}"/>
              </a:ext>
            </a:extLst>
          </p:cNvPr>
          <p:cNvSpPr>
            <a:spLocks noGrp="1"/>
          </p:cNvSpPr>
          <p:nvPr>
            <p:ph type="sldNum" sz="quarter" idx="12"/>
          </p:nvPr>
        </p:nvSpPr>
        <p:spPr/>
        <p:txBody>
          <a:bodyPr/>
          <a:lstStyle/>
          <a:p>
            <a:fld id="{933B8A1C-D450-4AC2-90E1-D6013FFD26EF}" type="slidenum">
              <a:rPr lang="en-IN" smtClean="0"/>
              <a:t>‹#›</a:t>
            </a:fld>
            <a:endParaRPr lang="en-IN"/>
          </a:p>
        </p:txBody>
      </p:sp>
    </p:spTree>
    <p:extLst>
      <p:ext uri="{BB962C8B-B14F-4D97-AF65-F5344CB8AC3E}">
        <p14:creationId xmlns:p14="http://schemas.microsoft.com/office/powerpoint/2010/main" val="11338627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1DA47-79A5-5522-970E-A77C6D89059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3D78469-A2E8-A76B-981E-C46D5334B223}"/>
              </a:ext>
            </a:extLst>
          </p:cNvPr>
          <p:cNvSpPr>
            <a:spLocks noGrp="1"/>
          </p:cNvSpPr>
          <p:nvPr>
            <p:ph type="dt" sz="half" idx="10"/>
          </p:nvPr>
        </p:nvSpPr>
        <p:spPr/>
        <p:txBody>
          <a:bodyPr/>
          <a:lstStyle/>
          <a:p>
            <a:fld id="{F03671F4-AE6E-4EB4-810D-2CEF3C2A4886}" type="datetimeFigureOut">
              <a:rPr lang="en-IN" smtClean="0"/>
              <a:t>27-10-2025</a:t>
            </a:fld>
            <a:endParaRPr lang="en-IN"/>
          </a:p>
        </p:txBody>
      </p:sp>
      <p:sp>
        <p:nvSpPr>
          <p:cNvPr id="4" name="Footer Placeholder 3">
            <a:extLst>
              <a:ext uri="{FF2B5EF4-FFF2-40B4-BE49-F238E27FC236}">
                <a16:creationId xmlns:a16="http://schemas.microsoft.com/office/drawing/2014/main" id="{8CD00FAD-57C5-6922-9DCB-6C8189B21DD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266C56-6498-74EF-E63A-7F2D28765C02}"/>
              </a:ext>
            </a:extLst>
          </p:cNvPr>
          <p:cNvSpPr>
            <a:spLocks noGrp="1"/>
          </p:cNvSpPr>
          <p:nvPr>
            <p:ph type="sldNum" sz="quarter" idx="12"/>
          </p:nvPr>
        </p:nvSpPr>
        <p:spPr/>
        <p:txBody>
          <a:bodyPr/>
          <a:lstStyle/>
          <a:p>
            <a:fld id="{933B8A1C-D450-4AC2-90E1-D6013FFD26EF}" type="slidenum">
              <a:rPr lang="en-IN" smtClean="0"/>
              <a:t>‹#›</a:t>
            </a:fld>
            <a:endParaRPr lang="en-IN"/>
          </a:p>
        </p:txBody>
      </p:sp>
    </p:spTree>
    <p:extLst>
      <p:ext uri="{BB962C8B-B14F-4D97-AF65-F5344CB8AC3E}">
        <p14:creationId xmlns:p14="http://schemas.microsoft.com/office/powerpoint/2010/main" val="31970567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65FFE3-6AA6-7BAA-EF9E-7058061ECEF3}"/>
              </a:ext>
            </a:extLst>
          </p:cNvPr>
          <p:cNvSpPr>
            <a:spLocks noGrp="1"/>
          </p:cNvSpPr>
          <p:nvPr>
            <p:ph type="dt" sz="half" idx="10"/>
          </p:nvPr>
        </p:nvSpPr>
        <p:spPr/>
        <p:txBody>
          <a:bodyPr/>
          <a:lstStyle/>
          <a:p>
            <a:fld id="{F03671F4-AE6E-4EB4-810D-2CEF3C2A4886}" type="datetimeFigureOut">
              <a:rPr lang="en-IN" smtClean="0"/>
              <a:t>27-10-2025</a:t>
            </a:fld>
            <a:endParaRPr lang="en-IN"/>
          </a:p>
        </p:txBody>
      </p:sp>
      <p:sp>
        <p:nvSpPr>
          <p:cNvPr id="3" name="Footer Placeholder 2">
            <a:extLst>
              <a:ext uri="{FF2B5EF4-FFF2-40B4-BE49-F238E27FC236}">
                <a16:creationId xmlns:a16="http://schemas.microsoft.com/office/drawing/2014/main" id="{A20DD425-B2EF-196B-8BD0-E35D2C6AB4C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17F3195-A5DE-305B-A769-FD47ACC947E0}"/>
              </a:ext>
            </a:extLst>
          </p:cNvPr>
          <p:cNvSpPr>
            <a:spLocks noGrp="1"/>
          </p:cNvSpPr>
          <p:nvPr>
            <p:ph type="sldNum" sz="quarter" idx="12"/>
          </p:nvPr>
        </p:nvSpPr>
        <p:spPr/>
        <p:txBody>
          <a:bodyPr/>
          <a:lstStyle/>
          <a:p>
            <a:fld id="{933B8A1C-D450-4AC2-90E1-D6013FFD26EF}" type="slidenum">
              <a:rPr lang="en-IN" smtClean="0"/>
              <a:t>‹#›</a:t>
            </a:fld>
            <a:endParaRPr lang="en-IN"/>
          </a:p>
        </p:txBody>
      </p:sp>
    </p:spTree>
    <p:extLst>
      <p:ext uri="{BB962C8B-B14F-4D97-AF65-F5344CB8AC3E}">
        <p14:creationId xmlns:p14="http://schemas.microsoft.com/office/powerpoint/2010/main" val="3201433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6B844-D088-63C7-FB50-CFCB7D242F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65E6ED9-BCD7-AC82-02EF-204236881A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032AA58-B571-E17D-9F23-1CD8A39276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3241A8-1F4A-56F1-98C7-59B869E994E3}"/>
              </a:ext>
            </a:extLst>
          </p:cNvPr>
          <p:cNvSpPr>
            <a:spLocks noGrp="1"/>
          </p:cNvSpPr>
          <p:nvPr>
            <p:ph type="dt" sz="half" idx="10"/>
          </p:nvPr>
        </p:nvSpPr>
        <p:spPr/>
        <p:txBody>
          <a:bodyPr/>
          <a:lstStyle/>
          <a:p>
            <a:fld id="{F03671F4-AE6E-4EB4-810D-2CEF3C2A4886}" type="datetimeFigureOut">
              <a:rPr lang="en-IN" smtClean="0"/>
              <a:t>27-10-2025</a:t>
            </a:fld>
            <a:endParaRPr lang="en-IN"/>
          </a:p>
        </p:txBody>
      </p:sp>
      <p:sp>
        <p:nvSpPr>
          <p:cNvPr id="6" name="Footer Placeholder 5">
            <a:extLst>
              <a:ext uri="{FF2B5EF4-FFF2-40B4-BE49-F238E27FC236}">
                <a16:creationId xmlns:a16="http://schemas.microsoft.com/office/drawing/2014/main" id="{A7DA059D-F492-FA91-DD36-5BDDD9C1E70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B608948-CAC3-F52C-D8B4-F0D2E5AAFBEA}"/>
              </a:ext>
            </a:extLst>
          </p:cNvPr>
          <p:cNvSpPr>
            <a:spLocks noGrp="1"/>
          </p:cNvSpPr>
          <p:nvPr>
            <p:ph type="sldNum" sz="quarter" idx="12"/>
          </p:nvPr>
        </p:nvSpPr>
        <p:spPr/>
        <p:txBody>
          <a:bodyPr/>
          <a:lstStyle/>
          <a:p>
            <a:fld id="{933B8A1C-D450-4AC2-90E1-D6013FFD26EF}" type="slidenum">
              <a:rPr lang="en-IN" smtClean="0"/>
              <a:t>‹#›</a:t>
            </a:fld>
            <a:endParaRPr lang="en-IN"/>
          </a:p>
        </p:txBody>
      </p:sp>
    </p:spTree>
    <p:extLst>
      <p:ext uri="{BB962C8B-B14F-4D97-AF65-F5344CB8AC3E}">
        <p14:creationId xmlns:p14="http://schemas.microsoft.com/office/powerpoint/2010/main" val="3809477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9650F-0D11-B4B1-71E6-EC798066F2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435D991-3850-1D78-BA8D-3C199ABB81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2E7A9A6-14E8-C495-D3A3-F563A48816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B544C0-4F0E-6AE3-7E79-EEE23EF9C7ED}"/>
              </a:ext>
            </a:extLst>
          </p:cNvPr>
          <p:cNvSpPr>
            <a:spLocks noGrp="1"/>
          </p:cNvSpPr>
          <p:nvPr>
            <p:ph type="dt" sz="half" idx="10"/>
          </p:nvPr>
        </p:nvSpPr>
        <p:spPr/>
        <p:txBody>
          <a:bodyPr/>
          <a:lstStyle/>
          <a:p>
            <a:fld id="{F03671F4-AE6E-4EB4-810D-2CEF3C2A4886}" type="datetimeFigureOut">
              <a:rPr lang="en-IN" smtClean="0"/>
              <a:t>27-10-2025</a:t>
            </a:fld>
            <a:endParaRPr lang="en-IN"/>
          </a:p>
        </p:txBody>
      </p:sp>
      <p:sp>
        <p:nvSpPr>
          <p:cNvPr id="6" name="Footer Placeholder 5">
            <a:extLst>
              <a:ext uri="{FF2B5EF4-FFF2-40B4-BE49-F238E27FC236}">
                <a16:creationId xmlns:a16="http://schemas.microsoft.com/office/drawing/2014/main" id="{F91BF1EB-8E77-2F46-EE2A-E573A2CF300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D9053F8-0C7B-9EF8-397F-6CD867EEE938}"/>
              </a:ext>
            </a:extLst>
          </p:cNvPr>
          <p:cNvSpPr>
            <a:spLocks noGrp="1"/>
          </p:cNvSpPr>
          <p:nvPr>
            <p:ph type="sldNum" sz="quarter" idx="12"/>
          </p:nvPr>
        </p:nvSpPr>
        <p:spPr/>
        <p:txBody>
          <a:bodyPr/>
          <a:lstStyle/>
          <a:p>
            <a:fld id="{933B8A1C-D450-4AC2-90E1-D6013FFD26EF}" type="slidenum">
              <a:rPr lang="en-IN" smtClean="0"/>
              <a:t>‹#›</a:t>
            </a:fld>
            <a:endParaRPr lang="en-IN"/>
          </a:p>
        </p:txBody>
      </p:sp>
    </p:spTree>
    <p:extLst>
      <p:ext uri="{BB962C8B-B14F-4D97-AF65-F5344CB8AC3E}">
        <p14:creationId xmlns:p14="http://schemas.microsoft.com/office/powerpoint/2010/main" val="31614059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02064-9F62-B155-F464-2E1E2A395A8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85BAE73-BFCE-FC76-9A8A-4255655459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9E1D1B-D67E-14F3-0BF4-D8F983FB2486}"/>
              </a:ext>
            </a:extLst>
          </p:cNvPr>
          <p:cNvSpPr>
            <a:spLocks noGrp="1"/>
          </p:cNvSpPr>
          <p:nvPr>
            <p:ph type="dt" sz="half" idx="10"/>
          </p:nvPr>
        </p:nvSpPr>
        <p:spPr/>
        <p:txBody>
          <a:bodyPr/>
          <a:lstStyle/>
          <a:p>
            <a:fld id="{F03671F4-AE6E-4EB4-810D-2CEF3C2A4886}" type="datetimeFigureOut">
              <a:rPr lang="en-IN" smtClean="0"/>
              <a:t>27-10-2025</a:t>
            </a:fld>
            <a:endParaRPr lang="en-IN"/>
          </a:p>
        </p:txBody>
      </p:sp>
      <p:sp>
        <p:nvSpPr>
          <p:cNvPr id="5" name="Footer Placeholder 4">
            <a:extLst>
              <a:ext uri="{FF2B5EF4-FFF2-40B4-BE49-F238E27FC236}">
                <a16:creationId xmlns:a16="http://schemas.microsoft.com/office/drawing/2014/main" id="{5A2A4D9D-74CD-B081-C473-1B9BC7286D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E776BC-C043-BA51-B588-8514B4BBFD56}"/>
              </a:ext>
            </a:extLst>
          </p:cNvPr>
          <p:cNvSpPr>
            <a:spLocks noGrp="1"/>
          </p:cNvSpPr>
          <p:nvPr>
            <p:ph type="sldNum" sz="quarter" idx="12"/>
          </p:nvPr>
        </p:nvSpPr>
        <p:spPr/>
        <p:txBody>
          <a:bodyPr/>
          <a:lstStyle/>
          <a:p>
            <a:fld id="{933B8A1C-D450-4AC2-90E1-D6013FFD26EF}" type="slidenum">
              <a:rPr lang="en-IN" smtClean="0"/>
              <a:t>‹#›</a:t>
            </a:fld>
            <a:endParaRPr lang="en-IN"/>
          </a:p>
        </p:txBody>
      </p:sp>
    </p:spTree>
    <p:extLst>
      <p:ext uri="{BB962C8B-B14F-4D97-AF65-F5344CB8AC3E}">
        <p14:creationId xmlns:p14="http://schemas.microsoft.com/office/powerpoint/2010/main" val="1213881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3B779E-36F0-DFFD-55F1-10A21C0C361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0714357-1953-F82C-21B5-6A962B564EF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50CC84-8D8E-10C6-3C48-D75063675681}"/>
              </a:ext>
            </a:extLst>
          </p:cNvPr>
          <p:cNvSpPr>
            <a:spLocks noGrp="1"/>
          </p:cNvSpPr>
          <p:nvPr>
            <p:ph type="dt" sz="half" idx="10"/>
          </p:nvPr>
        </p:nvSpPr>
        <p:spPr/>
        <p:txBody>
          <a:bodyPr/>
          <a:lstStyle/>
          <a:p>
            <a:fld id="{F03671F4-AE6E-4EB4-810D-2CEF3C2A4886}" type="datetimeFigureOut">
              <a:rPr lang="en-IN" smtClean="0"/>
              <a:t>27-10-2025</a:t>
            </a:fld>
            <a:endParaRPr lang="en-IN"/>
          </a:p>
        </p:txBody>
      </p:sp>
      <p:sp>
        <p:nvSpPr>
          <p:cNvPr id="5" name="Footer Placeholder 4">
            <a:extLst>
              <a:ext uri="{FF2B5EF4-FFF2-40B4-BE49-F238E27FC236}">
                <a16:creationId xmlns:a16="http://schemas.microsoft.com/office/drawing/2014/main" id="{A87D84F7-480E-DAEC-5ED5-C7F1C003FE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95D75E-FED2-6687-B7C2-51574BD04750}"/>
              </a:ext>
            </a:extLst>
          </p:cNvPr>
          <p:cNvSpPr>
            <a:spLocks noGrp="1"/>
          </p:cNvSpPr>
          <p:nvPr>
            <p:ph type="sldNum" sz="quarter" idx="12"/>
          </p:nvPr>
        </p:nvSpPr>
        <p:spPr/>
        <p:txBody>
          <a:bodyPr/>
          <a:lstStyle/>
          <a:p>
            <a:fld id="{933B8A1C-D450-4AC2-90E1-D6013FFD26EF}" type="slidenum">
              <a:rPr lang="en-IN" smtClean="0"/>
              <a:t>‹#›</a:t>
            </a:fld>
            <a:endParaRPr lang="en-IN"/>
          </a:p>
        </p:txBody>
      </p:sp>
    </p:spTree>
    <p:extLst>
      <p:ext uri="{BB962C8B-B14F-4D97-AF65-F5344CB8AC3E}">
        <p14:creationId xmlns:p14="http://schemas.microsoft.com/office/powerpoint/2010/main" val="6461249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AA2282-7D70-6078-08F6-E357279EB0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933B459-6803-B458-4D04-2680E30173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6D50E2-12F3-5523-F436-85E1D592E9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3671F4-AE6E-4EB4-810D-2CEF3C2A4886}" type="datetimeFigureOut">
              <a:rPr lang="en-IN" smtClean="0"/>
              <a:t>27-10-2025</a:t>
            </a:fld>
            <a:endParaRPr lang="en-IN"/>
          </a:p>
        </p:txBody>
      </p:sp>
      <p:sp>
        <p:nvSpPr>
          <p:cNvPr id="5" name="Footer Placeholder 4">
            <a:extLst>
              <a:ext uri="{FF2B5EF4-FFF2-40B4-BE49-F238E27FC236}">
                <a16:creationId xmlns:a16="http://schemas.microsoft.com/office/drawing/2014/main" id="{509A0F0B-003F-EF17-C56F-AB56010F95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716278C-BAB3-25F0-8369-85F462E2A1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33B8A1C-D450-4AC2-90E1-D6013FFD26EF}" type="slidenum">
              <a:rPr lang="en-IN" smtClean="0"/>
              <a:t>‹#›</a:t>
            </a:fld>
            <a:endParaRPr lang="en-IN"/>
          </a:p>
        </p:txBody>
      </p:sp>
    </p:spTree>
    <p:extLst>
      <p:ext uri="{BB962C8B-B14F-4D97-AF65-F5344CB8AC3E}">
        <p14:creationId xmlns:p14="http://schemas.microsoft.com/office/powerpoint/2010/main" val="22681580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23F9973-4856-510C-5618-FB72D9224F0A}"/>
              </a:ext>
            </a:extLst>
          </p:cNvPr>
          <p:cNvSpPr>
            <a:spLocks noGrp="1"/>
          </p:cNvSpPr>
          <p:nvPr>
            <p:ph type="ctrTitle"/>
          </p:nvPr>
        </p:nvSpPr>
        <p:spPr>
          <a:xfrm>
            <a:off x="783647" y="818984"/>
            <a:ext cx="10093619" cy="3178689"/>
          </a:xfrm>
        </p:spPr>
        <p:txBody>
          <a:bodyPr>
            <a:normAutofit/>
          </a:bodyPr>
          <a:lstStyle/>
          <a:p>
            <a:r>
              <a:rPr lang="en-US" sz="4800" dirty="0">
                <a:solidFill>
                  <a:srgbClr val="FFFFFF"/>
                </a:solidFill>
              </a:rPr>
              <a:t>S3 (Simple Storage Service)</a:t>
            </a:r>
            <a:endParaRPr lang="en-IN" sz="4800" dirty="0">
              <a:solidFill>
                <a:srgbClr val="FFFFFF"/>
              </a:solidFill>
            </a:endParaRPr>
          </a:p>
        </p:txBody>
      </p:sp>
      <p:sp>
        <p:nvSpPr>
          <p:cNvPr id="21" name="Rectangle 20">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70493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F2546C-C3D8-9F92-5DE0-237DC3BDFC51}"/>
              </a:ext>
            </a:extLst>
          </p:cNvPr>
          <p:cNvSpPr>
            <a:spLocks noGrp="1"/>
          </p:cNvSpPr>
          <p:nvPr>
            <p:ph type="title"/>
          </p:nvPr>
        </p:nvSpPr>
        <p:spPr>
          <a:xfrm>
            <a:off x="1149716" y="499397"/>
            <a:ext cx="5929422" cy="878829"/>
          </a:xfrm>
        </p:spPr>
        <p:txBody>
          <a:bodyPr anchor="b">
            <a:normAutofit/>
          </a:bodyPr>
          <a:lstStyle/>
          <a:p>
            <a:pPr algn="ctr"/>
            <a:r>
              <a:rPr lang="en-IN" sz="4000" dirty="0"/>
              <a:t>Introduction to Amazon S3</a:t>
            </a:r>
          </a:p>
        </p:txBody>
      </p:sp>
      <p:sp>
        <p:nvSpPr>
          <p:cNvPr id="5" name="Rectangle 2">
            <a:extLst>
              <a:ext uri="{FF2B5EF4-FFF2-40B4-BE49-F238E27FC236}">
                <a16:creationId xmlns:a16="http://schemas.microsoft.com/office/drawing/2014/main" id="{F2F761EC-C3EA-8A68-0A59-44B2481C20C0}"/>
              </a:ext>
            </a:extLst>
          </p:cNvPr>
          <p:cNvSpPr>
            <a:spLocks noGrp="1" noChangeArrowheads="1"/>
          </p:cNvSpPr>
          <p:nvPr>
            <p:ph idx="1"/>
          </p:nvPr>
        </p:nvSpPr>
        <p:spPr bwMode="auto">
          <a:xfrm>
            <a:off x="681318" y="2283036"/>
            <a:ext cx="6753152" cy="351978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lvl="0" indent="0" eaLnBrk="0" fontAlgn="base" hangingPunct="0">
              <a:spcBef>
                <a:spcPct val="0"/>
              </a:spcBef>
              <a:spcAft>
                <a:spcPts val="600"/>
              </a:spcAft>
              <a:buFontTx/>
              <a:buChar char="•"/>
            </a:pPr>
            <a:r>
              <a:rPr lang="en-US" altLang="en-US" sz="2400" dirty="0">
                <a:latin typeface="Arial" panose="020B0604020202020204" pitchFamily="34" charset="0"/>
              </a:rPr>
              <a:t>Amazon Simple Storage Service (S3) is an object storage service that offers scalability, data availability, security, and performance.</a:t>
            </a:r>
          </a:p>
          <a:p>
            <a:pPr marL="0" lvl="0" indent="0" eaLnBrk="0" fontAlgn="base" hangingPunct="0">
              <a:spcBef>
                <a:spcPct val="0"/>
              </a:spcBef>
              <a:spcAft>
                <a:spcPts val="600"/>
              </a:spcAft>
              <a:buFontTx/>
              <a:buChar char="•"/>
            </a:pPr>
            <a:endParaRPr lang="en-US" altLang="en-US" sz="2400" dirty="0">
              <a:latin typeface="Arial" panose="020B0604020202020204" pitchFamily="34" charset="0"/>
            </a:endParaRPr>
          </a:p>
          <a:p>
            <a:pPr marL="0" lvl="0" indent="0" eaLnBrk="0" fontAlgn="base" hangingPunct="0">
              <a:spcBef>
                <a:spcPct val="0"/>
              </a:spcBef>
              <a:spcAft>
                <a:spcPts val="600"/>
              </a:spcAft>
              <a:buFontTx/>
              <a:buChar char="•"/>
            </a:pPr>
            <a:r>
              <a:rPr lang="en-US" altLang="en-US" sz="2400" dirty="0">
                <a:latin typeface="Arial" panose="020B0604020202020204" pitchFamily="34" charset="0"/>
              </a:rPr>
              <a:t>Used to store and retrieve any amount of data, at any time, from anywhere on the web</a:t>
            </a:r>
            <a:endParaRPr kumimoji="0" lang="en-US" altLang="en-US" sz="2400" b="0" i="0" u="none" strike="noStrike" cap="none" normalizeH="0" baseline="0" dirty="0">
              <a:ln>
                <a:noFill/>
              </a:ln>
              <a:effectLst/>
              <a:latin typeface="Arial" panose="020B0604020202020204" pitchFamily="34" charset="0"/>
            </a:endParaRPr>
          </a:p>
        </p:txBody>
      </p:sp>
      <p:pic>
        <p:nvPicPr>
          <p:cNvPr id="6" name="Picture 5" descr="A white line on a green background&#10;&#10;AI-generated content may be incorrect.">
            <a:extLst>
              <a:ext uri="{FF2B5EF4-FFF2-40B4-BE49-F238E27FC236}">
                <a16:creationId xmlns:a16="http://schemas.microsoft.com/office/drawing/2014/main" id="{8C361BFB-C451-5B1D-A379-4DDD2AA9EF89}"/>
              </a:ext>
            </a:extLst>
          </p:cNvPr>
          <p:cNvPicPr>
            <a:picLocks noChangeAspect="1"/>
          </p:cNvPicPr>
          <p:nvPr/>
        </p:nvPicPr>
        <p:blipFill>
          <a:blip r:embed="rId3">
            <a:extLst>
              <a:ext uri="{28A0092B-C50C-407E-A947-70E740481C1C}">
                <a14:useLocalDpi xmlns:a14="http://schemas.microsoft.com/office/drawing/2010/main" val="0"/>
              </a:ext>
            </a:extLst>
          </a:blip>
          <a:srcRect t="1931" r="-2" b="1163"/>
          <a:stretch>
            <a:fillRect/>
          </a:stretch>
        </p:blipFill>
        <p:spPr>
          <a:xfrm>
            <a:off x="7745506" y="1550908"/>
            <a:ext cx="3765176" cy="3648608"/>
          </a:xfrm>
          <a:prstGeom prst="rect">
            <a:avLst/>
          </a:prstGeom>
        </p:spPr>
      </p:pic>
      <p:sp>
        <p:nvSpPr>
          <p:cNvPr id="46" name="Rectangle 45">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46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7629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A95B0FB-9D6D-B7A0-ADCC-8C1540164923}"/>
              </a:ext>
            </a:extLst>
          </p:cNvPr>
          <p:cNvSpPr>
            <a:spLocks noGrp="1"/>
          </p:cNvSpPr>
          <p:nvPr>
            <p:ph type="title"/>
          </p:nvPr>
        </p:nvSpPr>
        <p:spPr>
          <a:xfrm>
            <a:off x="838200" y="1195697"/>
            <a:ext cx="3200400" cy="4238118"/>
          </a:xfrm>
        </p:spPr>
        <p:txBody>
          <a:bodyPr>
            <a:normAutofit/>
          </a:bodyPr>
          <a:lstStyle/>
          <a:p>
            <a:pPr algn="ctr"/>
            <a:r>
              <a:rPr lang="en-US" dirty="0">
                <a:solidFill>
                  <a:schemeClr val="bg1"/>
                </a:solidFill>
              </a:rPr>
              <a:t>S3 Core Concepts</a:t>
            </a:r>
            <a:endParaRPr lang="en-IN" dirty="0">
              <a:solidFill>
                <a:schemeClr val="bg1"/>
              </a:solidFill>
            </a:endParaRPr>
          </a:p>
        </p:txBody>
      </p:sp>
      <p:grpSp>
        <p:nvGrpSpPr>
          <p:cNvPr id="47"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50" name="Freeform: Shape 49">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51" name="Oval 50">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3" name="Oval 52">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55"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5"/>
            <a:ext cx="975169" cy="975171"/>
            <a:chOff x="5829300" y="3162300"/>
            <a:chExt cx="532256" cy="532257"/>
          </a:xfrm>
          <a:solidFill>
            <a:schemeClr val="bg1"/>
          </a:solidFill>
        </p:grpSpPr>
        <p:sp>
          <p:nvSpPr>
            <p:cNvPr id="56" name="Freeform: Shape 55">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39" name="Rectangle 3">
            <a:extLst>
              <a:ext uri="{FF2B5EF4-FFF2-40B4-BE49-F238E27FC236}">
                <a16:creationId xmlns:a16="http://schemas.microsoft.com/office/drawing/2014/main" id="{45BD0C92-4E1E-8CE5-7B4D-1CB9D0F313D3}"/>
              </a:ext>
            </a:extLst>
          </p:cNvPr>
          <p:cNvGraphicFramePr>
            <a:graphicFrameLocks noGrp="1"/>
          </p:cNvGraphicFramePr>
          <p:nvPr>
            <p:ph idx="1"/>
            <p:extLst>
              <p:ext uri="{D42A27DB-BD31-4B8C-83A1-F6EECF244321}">
                <p14:modId xmlns:p14="http://schemas.microsoft.com/office/powerpoint/2010/main" val="1151066005"/>
              </p:ext>
            </p:extLst>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2">
            <a:extLst>
              <a:ext uri="{FF2B5EF4-FFF2-40B4-BE49-F238E27FC236}">
                <a16:creationId xmlns:a16="http://schemas.microsoft.com/office/drawing/2014/main" id="{20BDF6E1-EF03-4879-207C-5E94725FAF75}"/>
              </a:ext>
            </a:extLst>
          </p:cNvPr>
          <p:cNvSpPr/>
          <p:nvPr/>
        </p:nvSpPr>
        <p:spPr>
          <a:xfrm>
            <a:off x="6" y="6347637"/>
            <a:ext cx="12191994" cy="498212"/>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2617019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CC231C8-C761-4B31-9B1C-C6D19248C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A3972C-D3F5-E85A-504A-05F1E700D22A}"/>
              </a:ext>
            </a:extLst>
          </p:cNvPr>
          <p:cNvSpPr>
            <a:spLocks noGrp="1"/>
          </p:cNvSpPr>
          <p:nvPr>
            <p:ph type="title"/>
          </p:nvPr>
        </p:nvSpPr>
        <p:spPr>
          <a:xfrm>
            <a:off x="838200" y="557189"/>
            <a:ext cx="3374136" cy="5567891"/>
          </a:xfrm>
        </p:spPr>
        <p:txBody>
          <a:bodyPr>
            <a:normAutofit/>
          </a:bodyPr>
          <a:lstStyle/>
          <a:p>
            <a:pPr algn="ctr"/>
            <a:r>
              <a:rPr lang="en-US" sz="4800" dirty="0"/>
              <a:t>S3 Core Concepts (Continue…)</a:t>
            </a:r>
            <a:endParaRPr lang="en-IN" sz="4800" dirty="0"/>
          </a:p>
        </p:txBody>
      </p:sp>
      <p:graphicFrame>
        <p:nvGraphicFramePr>
          <p:cNvPr id="5" name="Content Placeholder 2">
            <a:extLst>
              <a:ext uri="{FF2B5EF4-FFF2-40B4-BE49-F238E27FC236}">
                <a16:creationId xmlns:a16="http://schemas.microsoft.com/office/drawing/2014/main" id="{C127A2A2-0BB6-54AD-8CE9-ED7CBBC84504}"/>
              </a:ext>
            </a:extLst>
          </p:cNvPr>
          <p:cNvGraphicFramePr>
            <a:graphicFrameLocks noGrp="1"/>
          </p:cNvGraphicFramePr>
          <p:nvPr>
            <p:ph idx="1"/>
            <p:extLst>
              <p:ext uri="{D42A27DB-BD31-4B8C-83A1-F6EECF244321}">
                <p14:modId xmlns:p14="http://schemas.microsoft.com/office/powerpoint/2010/main" val="2379346758"/>
              </p:ext>
            </p:extLst>
          </p:nvPr>
        </p:nvGraphicFramePr>
        <p:xfrm>
          <a:off x="5093208"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229368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5C2CDB7-295F-68D0-4F36-86651C0C7CEB}"/>
              </a:ext>
            </a:extLst>
          </p:cNvPr>
          <p:cNvSpPr>
            <a:spLocks noGrp="1"/>
          </p:cNvSpPr>
          <p:nvPr>
            <p:ph type="title"/>
          </p:nvPr>
        </p:nvSpPr>
        <p:spPr>
          <a:xfrm>
            <a:off x="621792" y="1161288"/>
            <a:ext cx="3602736" cy="4526280"/>
          </a:xfrm>
        </p:spPr>
        <p:txBody>
          <a:bodyPr>
            <a:normAutofit/>
          </a:bodyPr>
          <a:lstStyle/>
          <a:p>
            <a:pPr algn="ctr"/>
            <a:r>
              <a:rPr lang="en-IN" sz="4000" dirty="0"/>
              <a:t>S3 Data Organization</a:t>
            </a:r>
          </a:p>
        </p:txBody>
      </p:sp>
      <p:sp>
        <p:nvSpPr>
          <p:cNvPr id="16" name="Rectangle 15">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6" name="Rectangle 1">
            <a:extLst>
              <a:ext uri="{FF2B5EF4-FFF2-40B4-BE49-F238E27FC236}">
                <a16:creationId xmlns:a16="http://schemas.microsoft.com/office/drawing/2014/main" id="{C7EF355E-D0CB-9F18-AE02-6091D22758C3}"/>
              </a:ext>
            </a:extLst>
          </p:cNvPr>
          <p:cNvGraphicFramePr>
            <a:graphicFrameLocks noGrp="1"/>
          </p:cNvGraphicFramePr>
          <p:nvPr>
            <p:ph idx="1"/>
            <p:extLst>
              <p:ext uri="{D42A27DB-BD31-4B8C-83A1-F6EECF244321}">
                <p14:modId xmlns:p14="http://schemas.microsoft.com/office/powerpoint/2010/main" val="1160114031"/>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66824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D8AD6FF-5ECD-D076-CBEA-53BF971F6DE8}"/>
              </a:ext>
            </a:extLst>
          </p:cNvPr>
          <p:cNvSpPr>
            <a:spLocks noGrp="1"/>
          </p:cNvSpPr>
          <p:nvPr>
            <p:ph type="title"/>
          </p:nvPr>
        </p:nvSpPr>
        <p:spPr>
          <a:xfrm>
            <a:off x="1383564" y="348865"/>
            <a:ext cx="9718111" cy="1576446"/>
          </a:xfrm>
        </p:spPr>
        <p:txBody>
          <a:bodyPr anchor="ctr">
            <a:normAutofit/>
          </a:bodyPr>
          <a:lstStyle/>
          <a:p>
            <a:pPr algn="ctr"/>
            <a:r>
              <a:rPr lang="en-IN" sz="4800" dirty="0">
                <a:solidFill>
                  <a:srgbClr val="FFFFFF"/>
                </a:solidFill>
              </a:rPr>
              <a:t>Use Cases</a:t>
            </a:r>
          </a:p>
        </p:txBody>
      </p:sp>
      <p:graphicFrame>
        <p:nvGraphicFramePr>
          <p:cNvPr id="6" name="Rectangle 1">
            <a:extLst>
              <a:ext uri="{FF2B5EF4-FFF2-40B4-BE49-F238E27FC236}">
                <a16:creationId xmlns:a16="http://schemas.microsoft.com/office/drawing/2014/main" id="{7AE1B761-E22F-BD4B-E087-CFB1DD4E12E8}"/>
              </a:ext>
            </a:extLst>
          </p:cNvPr>
          <p:cNvGraphicFramePr>
            <a:graphicFrameLocks noGrp="1"/>
          </p:cNvGraphicFramePr>
          <p:nvPr>
            <p:ph idx="1"/>
            <p:extLst>
              <p:ext uri="{D42A27DB-BD31-4B8C-83A1-F6EECF244321}">
                <p14:modId xmlns:p14="http://schemas.microsoft.com/office/powerpoint/2010/main" val="3731657336"/>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9867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7E837-43AE-27E4-8A13-1567E9A2D64D}"/>
              </a:ext>
            </a:extLst>
          </p:cNvPr>
          <p:cNvSpPr>
            <a:spLocks noGrp="1"/>
          </p:cNvSpPr>
          <p:nvPr>
            <p:ph type="title"/>
          </p:nvPr>
        </p:nvSpPr>
        <p:spPr>
          <a:xfrm>
            <a:off x="838201" y="3998018"/>
            <a:ext cx="3981854" cy="2216513"/>
          </a:xfrm>
        </p:spPr>
        <p:txBody>
          <a:bodyPr>
            <a:normAutofit/>
          </a:bodyPr>
          <a:lstStyle/>
          <a:p>
            <a:r>
              <a:rPr lang="en-US"/>
              <a:t>Thank you</a:t>
            </a:r>
            <a:endParaRPr lang="en-IN" dirty="0"/>
          </a:p>
        </p:txBody>
      </p:sp>
      <p:sp>
        <p:nvSpPr>
          <p:cNvPr id="3" name="Content Placeholder 2">
            <a:extLst>
              <a:ext uri="{FF2B5EF4-FFF2-40B4-BE49-F238E27FC236}">
                <a16:creationId xmlns:a16="http://schemas.microsoft.com/office/drawing/2014/main" id="{C539D02F-E4EF-457E-F87A-D88C90B43CB7}"/>
              </a:ext>
            </a:extLst>
          </p:cNvPr>
          <p:cNvSpPr>
            <a:spLocks noGrp="1"/>
          </p:cNvSpPr>
          <p:nvPr>
            <p:ph idx="1"/>
          </p:nvPr>
        </p:nvSpPr>
        <p:spPr>
          <a:xfrm>
            <a:off x="5040106" y="2320744"/>
            <a:ext cx="6382966" cy="2216512"/>
          </a:xfrm>
        </p:spPr>
        <p:txBody>
          <a:bodyPr>
            <a:normAutofit/>
          </a:bodyPr>
          <a:lstStyle/>
          <a:p>
            <a:pPr algn="ctr"/>
            <a:r>
              <a:rPr lang="en-US" dirty="0"/>
              <a:t>Explore my other </a:t>
            </a:r>
            <a:r>
              <a:rPr lang="en-US" b="1" dirty="0"/>
              <a:t>Cloud Computing Playlists</a:t>
            </a:r>
            <a:r>
              <a:rPr lang="en-US" dirty="0"/>
              <a:t> for more learning</a:t>
            </a:r>
          </a:p>
          <a:p>
            <a:endParaRPr lang="en-US" dirty="0"/>
          </a:p>
          <a:p>
            <a:pPr marL="0" indent="0">
              <a:buNone/>
            </a:pPr>
            <a:endParaRPr lang="en-US" dirty="0"/>
          </a:p>
        </p:txBody>
      </p:sp>
      <p:sp>
        <p:nvSpPr>
          <p:cNvPr id="5" name="Rectangle 4">
            <a:extLst>
              <a:ext uri="{FF2B5EF4-FFF2-40B4-BE49-F238E27FC236}">
                <a16:creationId xmlns:a16="http://schemas.microsoft.com/office/drawing/2014/main" id="{BB701CDA-07AF-C32D-549F-4818E1C95BBB}"/>
              </a:ext>
            </a:extLst>
          </p:cNvPr>
          <p:cNvSpPr/>
          <p:nvPr/>
        </p:nvSpPr>
        <p:spPr>
          <a:xfrm>
            <a:off x="6" y="6347637"/>
            <a:ext cx="12191994" cy="498212"/>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7" name="Picture 6" descr="A white text on a black background&#10;&#10;AI-generated content may be incorrect.">
            <a:extLst>
              <a:ext uri="{FF2B5EF4-FFF2-40B4-BE49-F238E27FC236}">
                <a16:creationId xmlns:a16="http://schemas.microsoft.com/office/drawing/2014/main" id="{B2BE5594-B791-6E6D-5081-DB7AA0AA10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07521" y="6413900"/>
            <a:ext cx="2298764" cy="357519"/>
          </a:xfrm>
          <a:prstGeom prst="rect">
            <a:avLst/>
          </a:prstGeom>
        </p:spPr>
      </p:pic>
    </p:spTree>
    <p:extLst>
      <p:ext uri="{BB962C8B-B14F-4D97-AF65-F5344CB8AC3E}">
        <p14:creationId xmlns:p14="http://schemas.microsoft.com/office/powerpoint/2010/main" val="15294015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82</TotalTime>
  <Words>804</Words>
  <Application>Microsoft Office PowerPoint</Application>
  <PresentationFormat>Widescreen</PresentationFormat>
  <Paragraphs>60</Paragraphs>
  <Slides>7</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Calibri</vt:lpstr>
      <vt:lpstr>Office Theme</vt:lpstr>
      <vt:lpstr>S3 (Simple Storage Service)</vt:lpstr>
      <vt:lpstr>Introduction to Amazon S3</vt:lpstr>
      <vt:lpstr>S3 Core Concepts</vt:lpstr>
      <vt:lpstr>S3 Core Concepts (Continue…)</vt:lpstr>
      <vt:lpstr>S3 Data Organization</vt:lpstr>
      <vt:lpstr>Use Cases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Ritesh Behal</dc:creator>
  <cp:lastModifiedBy>Ritesh Behal</cp:lastModifiedBy>
  <cp:revision>129</cp:revision>
  <dcterms:created xsi:type="dcterms:W3CDTF">2025-06-18T02:31:44Z</dcterms:created>
  <dcterms:modified xsi:type="dcterms:W3CDTF">2025-10-27T04:37:17Z</dcterms:modified>
</cp:coreProperties>
</file>