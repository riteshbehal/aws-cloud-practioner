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Lst>
  <p:notesMasterIdLst>
    <p:notesMasterId r:id="rId18"/>
  </p:notesMasterIdLst>
  <p:sldIdLst>
    <p:sldId id="1701" r:id="rId3"/>
    <p:sldId id="1737" r:id="rId4"/>
    <p:sldId id="1736" r:id="rId5"/>
    <p:sldId id="1714" r:id="rId6"/>
    <p:sldId id="1732" r:id="rId7"/>
    <p:sldId id="1733" r:id="rId8"/>
    <p:sldId id="1734" r:id="rId9"/>
    <p:sldId id="1735" r:id="rId10"/>
    <p:sldId id="1715" r:id="rId11"/>
    <p:sldId id="1709" r:id="rId12"/>
    <p:sldId id="1717" r:id="rId13"/>
    <p:sldId id="1718" r:id="rId14"/>
    <p:sldId id="1720" r:id="rId15"/>
    <p:sldId id="1719" r:id="rId16"/>
    <p:sldId id="172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576" autoAdjust="0"/>
  </p:normalViewPr>
  <p:slideViewPr>
    <p:cSldViewPr snapToGrid="0">
      <p:cViewPr varScale="1">
        <p:scale>
          <a:sx n="82" d="100"/>
          <a:sy n="82" d="100"/>
        </p:scale>
        <p:origin x="171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4FD76F-49A0-4FBF-839C-1FA60B381BC9}" type="doc">
      <dgm:prSet loTypeId="urn:microsoft.com/office/officeart/2018/2/layout/Icon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5F7DD11C-29EC-4185-A622-749F011A8D6F}">
      <dgm:prSet/>
      <dgm:spPr/>
      <dgm:t>
        <a:bodyPr/>
        <a:lstStyle/>
        <a:p>
          <a:pPr>
            <a:lnSpc>
              <a:spcPct val="100000"/>
            </a:lnSpc>
          </a:pPr>
          <a:r>
            <a:rPr lang="en-US" b="0"/>
            <a:t>Private isolated network space</a:t>
          </a:r>
        </a:p>
      </dgm:t>
    </dgm:pt>
    <dgm:pt modelId="{6B4D1C57-62CA-4679-8D75-8479C7889EA7}" type="parTrans" cxnId="{55A78506-A39D-4D90-BA00-F2209B305C3E}">
      <dgm:prSet/>
      <dgm:spPr/>
      <dgm:t>
        <a:bodyPr/>
        <a:lstStyle/>
        <a:p>
          <a:endParaRPr lang="en-US"/>
        </a:p>
      </dgm:t>
    </dgm:pt>
    <dgm:pt modelId="{45E59B17-753F-4B88-AB08-DE2DA83F49A8}" type="sibTrans" cxnId="{55A78506-A39D-4D90-BA00-F2209B305C3E}">
      <dgm:prSet/>
      <dgm:spPr/>
      <dgm:t>
        <a:bodyPr/>
        <a:lstStyle/>
        <a:p>
          <a:pPr>
            <a:lnSpc>
              <a:spcPct val="100000"/>
            </a:lnSpc>
          </a:pPr>
          <a:endParaRPr lang="en-US"/>
        </a:p>
      </dgm:t>
    </dgm:pt>
    <dgm:pt modelId="{162B2567-8867-4670-952D-CFF289962252}">
      <dgm:prSet/>
      <dgm:spPr/>
      <dgm:t>
        <a:bodyPr/>
        <a:lstStyle/>
        <a:p>
          <a:pPr>
            <a:lnSpc>
              <a:spcPct val="100000"/>
            </a:lnSpc>
          </a:pPr>
          <a:r>
            <a:rPr lang="en-US" b="0"/>
            <a:t>Custom setup</a:t>
          </a:r>
        </a:p>
      </dgm:t>
    </dgm:pt>
    <dgm:pt modelId="{F96D3A22-60D6-4957-AF3B-2F492CF3EE1F}" type="parTrans" cxnId="{BBEB1E07-CA10-4C80-8C0A-866C334C667F}">
      <dgm:prSet/>
      <dgm:spPr/>
      <dgm:t>
        <a:bodyPr/>
        <a:lstStyle/>
        <a:p>
          <a:endParaRPr lang="en-US"/>
        </a:p>
      </dgm:t>
    </dgm:pt>
    <dgm:pt modelId="{DD5466AE-8031-4458-AB6E-A4760AE8680D}" type="sibTrans" cxnId="{BBEB1E07-CA10-4C80-8C0A-866C334C667F}">
      <dgm:prSet/>
      <dgm:spPr/>
      <dgm:t>
        <a:bodyPr/>
        <a:lstStyle/>
        <a:p>
          <a:pPr>
            <a:lnSpc>
              <a:spcPct val="100000"/>
            </a:lnSpc>
          </a:pPr>
          <a:endParaRPr lang="en-US"/>
        </a:p>
      </dgm:t>
    </dgm:pt>
    <dgm:pt modelId="{4A2AC30B-43CB-4674-A305-31FBAE276FFC}">
      <dgm:prSet/>
      <dgm:spPr/>
      <dgm:t>
        <a:bodyPr/>
        <a:lstStyle/>
        <a:p>
          <a:pPr>
            <a:lnSpc>
              <a:spcPct val="100000"/>
            </a:lnSpc>
          </a:pPr>
          <a:r>
            <a:rPr lang="en-US" b="0"/>
            <a:t>Internet access control</a:t>
          </a:r>
        </a:p>
      </dgm:t>
    </dgm:pt>
    <dgm:pt modelId="{965A657C-EC3D-4566-AF92-4A7D4579069C}" type="parTrans" cxnId="{3BE9F804-FF5D-4DF1-9845-351713088722}">
      <dgm:prSet/>
      <dgm:spPr/>
      <dgm:t>
        <a:bodyPr/>
        <a:lstStyle/>
        <a:p>
          <a:endParaRPr lang="en-US"/>
        </a:p>
      </dgm:t>
    </dgm:pt>
    <dgm:pt modelId="{AACBAE2F-FF03-42DC-933A-55E557CB123B}" type="sibTrans" cxnId="{3BE9F804-FF5D-4DF1-9845-351713088722}">
      <dgm:prSet/>
      <dgm:spPr/>
      <dgm:t>
        <a:bodyPr/>
        <a:lstStyle/>
        <a:p>
          <a:endParaRPr lang="en-US"/>
        </a:p>
      </dgm:t>
    </dgm:pt>
    <dgm:pt modelId="{0E58B496-ACA1-44AD-8D08-F4FD53CBCFF3}" type="pres">
      <dgm:prSet presAssocID="{874FD76F-49A0-4FBF-839C-1FA60B381BC9}" presName="root" presStyleCnt="0">
        <dgm:presLayoutVars>
          <dgm:dir/>
          <dgm:resizeHandles val="exact"/>
        </dgm:presLayoutVars>
      </dgm:prSet>
      <dgm:spPr/>
    </dgm:pt>
    <dgm:pt modelId="{BA3D88AA-0725-4E1C-BAE6-85D792C7075B}" type="pres">
      <dgm:prSet presAssocID="{5F7DD11C-29EC-4185-A622-749F011A8D6F}" presName="compNode" presStyleCnt="0"/>
      <dgm:spPr/>
    </dgm:pt>
    <dgm:pt modelId="{EFF35425-5A45-4F2F-B89C-71D44DA973A9}" type="pres">
      <dgm:prSet presAssocID="{5F7DD11C-29EC-4185-A622-749F011A8D6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31214C30-546B-4704-96B0-4A0437AC63EA}" type="pres">
      <dgm:prSet presAssocID="{5F7DD11C-29EC-4185-A622-749F011A8D6F}" presName="spaceRect" presStyleCnt="0"/>
      <dgm:spPr/>
    </dgm:pt>
    <dgm:pt modelId="{F94C2D15-BDB6-40B5-B826-E51453FCB394}" type="pres">
      <dgm:prSet presAssocID="{5F7DD11C-29EC-4185-A622-749F011A8D6F}" presName="textRect" presStyleLbl="revTx" presStyleIdx="0" presStyleCnt="3">
        <dgm:presLayoutVars>
          <dgm:chMax val="1"/>
          <dgm:chPref val="1"/>
        </dgm:presLayoutVars>
      </dgm:prSet>
      <dgm:spPr/>
    </dgm:pt>
    <dgm:pt modelId="{60092449-382D-4088-AD54-5BC6B6F00BC9}" type="pres">
      <dgm:prSet presAssocID="{45E59B17-753F-4B88-AB08-DE2DA83F49A8}" presName="sibTrans" presStyleCnt="0"/>
      <dgm:spPr/>
    </dgm:pt>
    <dgm:pt modelId="{73E2D8DC-8B11-49F8-AE9C-4B541A458DE1}" type="pres">
      <dgm:prSet presAssocID="{162B2567-8867-4670-952D-CFF289962252}" presName="compNode" presStyleCnt="0"/>
      <dgm:spPr/>
    </dgm:pt>
    <dgm:pt modelId="{46319FAD-7DD5-46BD-92E5-53489CFC44CD}" type="pres">
      <dgm:prSet presAssocID="{162B2567-8867-4670-952D-CFF28996225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ingle gear"/>
        </a:ext>
      </dgm:extLst>
    </dgm:pt>
    <dgm:pt modelId="{EBECC383-6144-4C07-ADC1-5E9D24B03A41}" type="pres">
      <dgm:prSet presAssocID="{162B2567-8867-4670-952D-CFF289962252}" presName="spaceRect" presStyleCnt="0"/>
      <dgm:spPr/>
    </dgm:pt>
    <dgm:pt modelId="{62506F9C-DCF8-4BC7-BB61-F9E4D4D983CE}" type="pres">
      <dgm:prSet presAssocID="{162B2567-8867-4670-952D-CFF289962252}" presName="textRect" presStyleLbl="revTx" presStyleIdx="1" presStyleCnt="3">
        <dgm:presLayoutVars>
          <dgm:chMax val="1"/>
          <dgm:chPref val="1"/>
        </dgm:presLayoutVars>
      </dgm:prSet>
      <dgm:spPr/>
    </dgm:pt>
    <dgm:pt modelId="{0ACCFECB-7DD6-4453-85EC-24F70294ABF6}" type="pres">
      <dgm:prSet presAssocID="{DD5466AE-8031-4458-AB6E-A4760AE8680D}" presName="sibTrans" presStyleCnt="0"/>
      <dgm:spPr/>
    </dgm:pt>
    <dgm:pt modelId="{45CC7EBA-7D3C-48F0-951A-21F3C71E5E23}" type="pres">
      <dgm:prSet presAssocID="{4A2AC30B-43CB-4674-A305-31FBAE276FFC}" presName="compNode" presStyleCnt="0"/>
      <dgm:spPr/>
    </dgm:pt>
    <dgm:pt modelId="{229E6CDB-76C6-4ADA-BF5B-0DDE0BD530B6}" type="pres">
      <dgm:prSet presAssocID="{4A2AC30B-43CB-4674-A305-31FBAE276FF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ireless router"/>
        </a:ext>
      </dgm:extLst>
    </dgm:pt>
    <dgm:pt modelId="{74031FD9-0A4F-4C50-A125-2DB870F37C13}" type="pres">
      <dgm:prSet presAssocID="{4A2AC30B-43CB-4674-A305-31FBAE276FFC}" presName="spaceRect" presStyleCnt="0"/>
      <dgm:spPr/>
    </dgm:pt>
    <dgm:pt modelId="{3F8C8810-90A2-428C-96ED-724CEFAEA0A7}" type="pres">
      <dgm:prSet presAssocID="{4A2AC30B-43CB-4674-A305-31FBAE276FFC}" presName="textRect" presStyleLbl="revTx" presStyleIdx="2" presStyleCnt="3">
        <dgm:presLayoutVars>
          <dgm:chMax val="1"/>
          <dgm:chPref val="1"/>
        </dgm:presLayoutVars>
      </dgm:prSet>
      <dgm:spPr/>
    </dgm:pt>
  </dgm:ptLst>
  <dgm:cxnLst>
    <dgm:cxn modelId="{3BE9F804-FF5D-4DF1-9845-351713088722}" srcId="{874FD76F-49A0-4FBF-839C-1FA60B381BC9}" destId="{4A2AC30B-43CB-4674-A305-31FBAE276FFC}" srcOrd="2" destOrd="0" parTransId="{965A657C-EC3D-4566-AF92-4A7D4579069C}" sibTransId="{AACBAE2F-FF03-42DC-933A-55E557CB123B}"/>
    <dgm:cxn modelId="{55A78506-A39D-4D90-BA00-F2209B305C3E}" srcId="{874FD76F-49A0-4FBF-839C-1FA60B381BC9}" destId="{5F7DD11C-29EC-4185-A622-749F011A8D6F}" srcOrd="0" destOrd="0" parTransId="{6B4D1C57-62CA-4679-8D75-8479C7889EA7}" sibTransId="{45E59B17-753F-4B88-AB08-DE2DA83F49A8}"/>
    <dgm:cxn modelId="{BBEB1E07-CA10-4C80-8C0A-866C334C667F}" srcId="{874FD76F-49A0-4FBF-839C-1FA60B381BC9}" destId="{162B2567-8867-4670-952D-CFF289962252}" srcOrd="1" destOrd="0" parTransId="{F96D3A22-60D6-4957-AF3B-2F492CF3EE1F}" sibTransId="{DD5466AE-8031-4458-AB6E-A4760AE8680D}"/>
    <dgm:cxn modelId="{00E52C37-9A33-4804-B035-F27604291EE6}" type="presOf" srcId="{4A2AC30B-43CB-4674-A305-31FBAE276FFC}" destId="{3F8C8810-90A2-428C-96ED-724CEFAEA0A7}" srcOrd="0" destOrd="0" presId="urn:microsoft.com/office/officeart/2018/2/layout/IconLabelList"/>
    <dgm:cxn modelId="{0297096B-9FA2-4291-AE46-06E90BA330A4}" type="presOf" srcId="{874FD76F-49A0-4FBF-839C-1FA60B381BC9}" destId="{0E58B496-ACA1-44AD-8D08-F4FD53CBCFF3}" srcOrd="0" destOrd="0" presId="urn:microsoft.com/office/officeart/2018/2/layout/IconLabelList"/>
    <dgm:cxn modelId="{9DC9B556-8D1B-4633-A27B-FFEB192BCB30}" type="presOf" srcId="{5F7DD11C-29EC-4185-A622-749F011A8D6F}" destId="{F94C2D15-BDB6-40B5-B826-E51453FCB394}" srcOrd="0" destOrd="0" presId="urn:microsoft.com/office/officeart/2018/2/layout/IconLabelList"/>
    <dgm:cxn modelId="{E433C188-9DB8-4012-A8FA-5B39290D253E}" type="presOf" srcId="{162B2567-8867-4670-952D-CFF289962252}" destId="{62506F9C-DCF8-4BC7-BB61-F9E4D4D983CE}" srcOrd="0" destOrd="0" presId="urn:microsoft.com/office/officeart/2018/2/layout/IconLabelList"/>
    <dgm:cxn modelId="{0FEADA3D-9459-499C-9FD0-A765361FF8F2}" type="presParOf" srcId="{0E58B496-ACA1-44AD-8D08-F4FD53CBCFF3}" destId="{BA3D88AA-0725-4E1C-BAE6-85D792C7075B}" srcOrd="0" destOrd="0" presId="urn:microsoft.com/office/officeart/2018/2/layout/IconLabelList"/>
    <dgm:cxn modelId="{6B0F2140-4FE4-4400-83E5-0F545A1AE7CE}" type="presParOf" srcId="{BA3D88AA-0725-4E1C-BAE6-85D792C7075B}" destId="{EFF35425-5A45-4F2F-B89C-71D44DA973A9}" srcOrd="0" destOrd="0" presId="urn:microsoft.com/office/officeart/2018/2/layout/IconLabelList"/>
    <dgm:cxn modelId="{2584CEED-6454-4C14-912E-BF09438B7DC3}" type="presParOf" srcId="{BA3D88AA-0725-4E1C-BAE6-85D792C7075B}" destId="{31214C30-546B-4704-96B0-4A0437AC63EA}" srcOrd="1" destOrd="0" presId="urn:microsoft.com/office/officeart/2018/2/layout/IconLabelList"/>
    <dgm:cxn modelId="{0E2C2DC8-DC02-4900-A341-1770C06B6860}" type="presParOf" srcId="{BA3D88AA-0725-4E1C-BAE6-85D792C7075B}" destId="{F94C2D15-BDB6-40B5-B826-E51453FCB394}" srcOrd="2" destOrd="0" presId="urn:microsoft.com/office/officeart/2018/2/layout/IconLabelList"/>
    <dgm:cxn modelId="{2486D6A0-5F3B-475A-895F-79250A5715A5}" type="presParOf" srcId="{0E58B496-ACA1-44AD-8D08-F4FD53CBCFF3}" destId="{60092449-382D-4088-AD54-5BC6B6F00BC9}" srcOrd="1" destOrd="0" presId="urn:microsoft.com/office/officeart/2018/2/layout/IconLabelList"/>
    <dgm:cxn modelId="{AC15C7F8-F078-49ED-A9B8-7B0634A3FA48}" type="presParOf" srcId="{0E58B496-ACA1-44AD-8D08-F4FD53CBCFF3}" destId="{73E2D8DC-8B11-49F8-AE9C-4B541A458DE1}" srcOrd="2" destOrd="0" presId="urn:microsoft.com/office/officeart/2018/2/layout/IconLabelList"/>
    <dgm:cxn modelId="{9821B7DB-944C-4DC1-A911-9669A7C7E591}" type="presParOf" srcId="{73E2D8DC-8B11-49F8-AE9C-4B541A458DE1}" destId="{46319FAD-7DD5-46BD-92E5-53489CFC44CD}" srcOrd="0" destOrd="0" presId="urn:microsoft.com/office/officeart/2018/2/layout/IconLabelList"/>
    <dgm:cxn modelId="{66668954-5EFC-4E8D-A314-7110A8C76829}" type="presParOf" srcId="{73E2D8DC-8B11-49F8-AE9C-4B541A458DE1}" destId="{EBECC383-6144-4C07-ADC1-5E9D24B03A41}" srcOrd="1" destOrd="0" presId="urn:microsoft.com/office/officeart/2018/2/layout/IconLabelList"/>
    <dgm:cxn modelId="{B2AA517F-7BA3-4181-8604-4FD90AFD357A}" type="presParOf" srcId="{73E2D8DC-8B11-49F8-AE9C-4B541A458DE1}" destId="{62506F9C-DCF8-4BC7-BB61-F9E4D4D983CE}" srcOrd="2" destOrd="0" presId="urn:microsoft.com/office/officeart/2018/2/layout/IconLabelList"/>
    <dgm:cxn modelId="{191BF775-C60B-4983-A17D-7BE2064B65EB}" type="presParOf" srcId="{0E58B496-ACA1-44AD-8D08-F4FD53CBCFF3}" destId="{0ACCFECB-7DD6-4453-85EC-24F70294ABF6}" srcOrd="3" destOrd="0" presId="urn:microsoft.com/office/officeart/2018/2/layout/IconLabelList"/>
    <dgm:cxn modelId="{301EAACB-B73A-4546-B1C2-72621A28DC57}" type="presParOf" srcId="{0E58B496-ACA1-44AD-8D08-F4FD53CBCFF3}" destId="{45CC7EBA-7D3C-48F0-951A-21F3C71E5E23}" srcOrd="4" destOrd="0" presId="urn:microsoft.com/office/officeart/2018/2/layout/IconLabelList"/>
    <dgm:cxn modelId="{C45A0E68-4537-4CFE-AF48-7F6FF7A398D3}" type="presParOf" srcId="{45CC7EBA-7D3C-48F0-951A-21F3C71E5E23}" destId="{229E6CDB-76C6-4ADA-BF5B-0DDE0BD530B6}" srcOrd="0" destOrd="0" presId="urn:microsoft.com/office/officeart/2018/2/layout/IconLabelList"/>
    <dgm:cxn modelId="{AD67045C-F0F7-4F8A-B73D-BA247CEF04A5}" type="presParOf" srcId="{45CC7EBA-7D3C-48F0-951A-21F3C71E5E23}" destId="{74031FD9-0A4F-4C50-A125-2DB870F37C13}" srcOrd="1" destOrd="0" presId="urn:microsoft.com/office/officeart/2018/2/layout/IconLabelList"/>
    <dgm:cxn modelId="{5831E3EE-5362-4FAA-8DBF-82C531E89821}" type="presParOf" srcId="{45CC7EBA-7D3C-48F0-951A-21F3C71E5E23}" destId="{3F8C8810-90A2-428C-96ED-724CEFAEA0A7}"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2D797F4-1AEB-4A74-92F7-9E38C9E54B5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3EC555CA-900B-49BE-AE26-1F1FC9B3DC38}">
      <dgm:prSet custT="1"/>
      <dgm:spPr/>
      <dgm:t>
        <a:bodyPr/>
        <a:lstStyle/>
        <a:p>
          <a:r>
            <a:rPr lang="en-IN" sz="2800" b="1" dirty="0"/>
            <a:t>Virtual private clouds (VPC)</a:t>
          </a:r>
          <a:endParaRPr lang="en-US" sz="2800" dirty="0"/>
        </a:p>
      </dgm:t>
    </dgm:pt>
    <dgm:pt modelId="{7CAB662F-C32D-4B6D-A9C6-1327D0451373}" type="parTrans" cxnId="{C26E62A2-62D5-4501-A04F-2C173622DEC9}">
      <dgm:prSet/>
      <dgm:spPr/>
      <dgm:t>
        <a:bodyPr/>
        <a:lstStyle/>
        <a:p>
          <a:endParaRPr lang="en-US"/>
        </a:p>
      </dgm:t>
    </dgm:pt>
    <dgm:pt modelId="{062CFD98-0DE4-4EBE-81CE-3E63C7BAAC71}" type="sibTrans" cxnId="{C26E62A2-62D5-4501-A04F-2C173622DEC9}">
      <dgm:prSet/>
      <dgm:spPr/>
      <dgm:t>
        <a:bodyPr/>
        <a:lstStyle/>
        <a:p>
          <a:endParaRPr lang="en-US"/>
        </a:p>
      </dgm:t>
    </dgm:pt>
    <dgm:pt modelId="{86B04229-202C-467D-B4FE-B4F768E9E715}">
      <dgm:prSet custT="1"/>
      <dgm:spPr/>
      <dgm:t>
        <a:bodyPr/>
        <a:lstStyle/>
        <a:p>
          <a:r>
            <a:rPr lang="en-IN" sz="2800" b="1" dirty="0"/>
            <a:t>Subnets</a:t>
          </a:r>
          <a:endParaRPr lang="en-US" sz="2800" dirty="0"/>
        </a:p>
      </dgm:t>
    </dgm:pt>
    <dgm:pt modelId="{F5A43CF2-75D0-49AA-829A-5883481D6BF6}" type="parTrans" cxnId="{409BB4A7-63A7-44BD-8B4A-EDA0F00C98A7}">
      <dgm:prSet/>
      <dgm:spPr/>
      <dgm:t>
        <a:bodyPr/>
        <a:lstStyle/>
        <a:p>
          <a:endParaRPr lang="en-US"/>
        </a:p>
      </dgm:t>
    </dgm:pt>
    <dgm:pt modelId="{F7ECFE82-BD8E-439C-A039-1E2594A7895D}" type="sibTrans" cxnId="{409BB4A7-63A7-44BD-8B4A-EDA0F00C98A7}">
      <dgm:prSet/>
      <dgm:spPr/>
      <dgm:t>
        <a:bodyPr/>
        <a:lstStyle/>
        <a:p>
          <a:endParaRPr lang="en-US"/>
        </a:p>
      </dgm:t>
    </dgm:pt>
    <dgm:pt modelId="{97B09944-81E9-4AFF-BA11-C9A6373DD704}">
      <dgm:prSet custT="1"/>
      <dgm:spPr/>
      <dgm:t>
        <a:bodyPr/>
        <a:lstStyle/>
        <a:p>
          <a:r>
            <a:rPr lang="en-IN" sz="2800" b="1" dirty="0"/>
            <a:t>IP addressing</a:t>
          </a:r>
          <a:endParaRPr lang="en-US" sz="2800" dirty="0"/>
        </a:p>
      </dgm:t>
    </dgm:pt>
    <dgm:pt modelId="{C2506247-F9D7-4A7B-BFBA-6BFCAFAD8DDA}" type="parTrans" cxnId="{7DEFA752-8CD6-4C14-A7E7-82BF52253349}">
      <dgm:prSet/>
      <dgm:spPr/>
      <dgm:t>
        <a:bodyPr/>
        <a:lstStyle/>
        <a:p>
          <a:endParaRPr lang="en-US"/>
        </a:p>
      </dgm:t>
    </dgm:pt>
    <dgm:pt modelId="{6C011F4F-74B9-4547-8C01-F32518A0B6B7}" type="sibTrans" cxnId="{7DEFA752-8CD6-4C14-A7E7-82BF52253349}">
      <dgm:prSet/>
      <dgm:spPr/>
      <dgm:t>
        <a:bodyPr/>
        <a:lstStyle/>
        <a:p>
          <a:endParaRPr lang="en-US"/>
        </a:p>
      </dgm:t>
    </dgm:pt>
    <dgm:pt modelId="{9D9A21B5-DCE1-4933-9E2F-DB0AF6219EB3}">
      <dgm:prSet custT="1"/>
      <dgm:spPr/>
      <dgm:t>
        <a:bodyPr/>
        <a:lstStyle/>
        <a:p>
          <a:r>
            <a:rPr lang="en-IN" sz="2800" b="1" dirty="0"/>
            <a:t>Routing</a:t>
          </a:r>
          <a:endParaRPr lang="en-US" sz="2800" dirty="0"/>
        </a:p>
      </dgm:t>
    </dgm:pt>
    <dgm:pt modelId="{80142C18-9D99-40F0-B86D-54CA17ECC6D0}" type="parTrans" cxnId="{F5721067-F99C-44CA-8C56-D12C341D5F29}">
      <dgm:prSet/>
      <dgm:spPr/>
      <dgm:t>
        <a:bodyPr/>
        <a:lstStyle/>
        <a:p>
          <a:endParaRPr lang="en-US"/>
        </a:p>
      </dgm:t>
    </dgm:pt>
    <dgm:pt modelId="{EFC10D58-0DC0-40F3-AFFC-B5D2320C5449}" type="sibTrans" cxnId="{F5721067-F99C-44CA-8C56-D12C341D5F29}">
      <dgm:prSet/>
      <dgm:spPr/>
      <dgm:t>
        <a:bodyPr/>
        <a:lstStyle/>
        <a:p>
          <a:endParaRPr lang="en-US"/>
        </a:p>
      </dgm:t>
    </dgm:pt>
    <dgm:pt modelId="{8697DCBC-8ABA-4507-99EE-6E55B8EEAE81}">
      <dgm:prSet custT="1"/>
      <dgm:spPr/>
      <dgm:t>
        <a:bodyPr/>
        <a:lstStyle/>
        <a:p>
          <a:r>
            <a:rPr lang="en-IN" sz="2800" b="1" dirty="0"/>
            <a:t>Internet Gateway</a:t>
          </a:r>
          <a:endParaRPr lang="en-US" sz="2800" dirty="0"/>
        </a:p>
      </dgm:t>
    </dgm:pt>
    <dgm:pt modelId="{4D13083F-BB61-4E0F-9DEA-88FECA041D0A}" type="parTrans" cxnId="{AF877DEF-A7C5-41DF-B4A5-0DC4154937B9}">
      <dgm:prSet/>
      <dgm:spPr/>
      <dgm:t>
        <a:bodyPr/>
        <a:lstStyle/>
        <a:p>
          <a:endParaRPr lang="en-US"/>
        </a:p>
      </dgm:t>
    </dgm:pt>
    <dgm:pt modelId="{449439BB-3C98-4681-A8C1-3AEA3346F476}" type="sibTrans" cxnId="{AF877DEF-A7C5-41DF-B4A5-0DC4154937B9}">
      <dgm:prSet/>
      <dgm:spPr/>
      <dgm:t>
        <a:bodyPr/>
        <a:lstStyle/>
        <a:p>
          <a:endParaRPr lang="en-US"/>
        </a:p>
      </dgm:t>
    </dgm:pt>
    <dgm:pt modelId="{F9134E3A-57A5-495C-9EE1-5673B2F5515C}">
      <dgm:prSet custT="1"/>
      <dgm:spPr/>
      <dgm:t>
        <a:bodyPr/>
        <a:lstStyle/>
        <a:p>
          <a:r>
            <a:rPr lang="en-US" sz="2800" dirty="0"/>
            <a:t>NAT Gateway</a:t>
          </a:r>
        </a:p>
      </dgm:t>
    </dgm:pt>
    <dgm:pt modelId="{4C6A8280-B143-445C-A6F0-18C39533C177}" type="parTrans" cxnId="{59A29151-9DFD-4F00-A248-9DCE0AB6D18A}">
      <dgm:prSet/>
      <dgm:spPr/>
      <dgm:t>
        <a:bodyPr/>
        <a:lstStyle/>
        <a:p>
          <a:endParaRPr lang="en-US"/>
        </a:p>
      </dgm:t>
    </dgm:pt>
    <dgm:pt modelId="{A26B2882-BB75-4DB1-AB9F-CBAFF15A552F}" type="sibTrans" cxnId="{59A29151-9DFD-4F00-A248-9DCE0AB6D18A}">
      <dgm:prSet/>
      <dgm:spPr/>
      <dgm:t>
        <a:bodyPr/>
        <a:lstStyle/>
        <a:p>
          <a:endParaRPr lang="en-US"/>
        </a:p>
      </dgm:t>
    </dgm:pt>
    <dgm:pt modelId="{9D92F9AB-B6D6-438A-A0D1-CF7C0BB88FCA}">
      <dgm:prSet custT="1"/>
      <dgm:spPr/>
      <dgm:t>
        <a:bodyPr/>
        <a:lstStyle/>
        <a:p>
          <a:r>
            <a:rPr lang="en-IN" sz="2800" b="1" dirty="0"/>
            <a:t>Peering connections</a:t>
          </a:r>
          <a:endParaRPr lang="en-US" sz="2800" dirty="0"/>
        </a:p>
      </dgm:t>
    </dgm:pt>
    <dgm:pt modelId="{D5DD2461-5EB3-4A34-AB2A-6BE9E6C08BD2}" type="parTrans" cxnId="{BDBDBF68-6BC7-481D-8D1B-E2F5B9A7D5B3}">
      <dgm:prSet/>
      <dgm:spPr/>
      <dgm:t>
        <a:bodyPr/>
        <a:lstStyle/>
        <a:p>
          <a:endParaRPr lang="en-US"/>
        </a:p>
      </dgm:t>
    </dgm:pt>
    <dgm:pt modelId="{98F0DF0F-52DF-4F4B-BE08-2C9E987AF241}" type="sibTrans" cxnId="{BDBDBF68-6BC7-481D-8D1B-E2F5B9A7D5B3}">
      <dgm:prSet/>
      <dgm:spPr/>
      <dgm:t>
        <a:bodyPr/>
        <a:lstStyle/>
        <a:p>
          <a:endParaRPr lang="en-US"/>
        </a:p>
      </dgm:t>
    </dgm:pt>
    <dgm:pt modelId="{9AB3AA08-FDE7-4C99-8BEF-CF874AA51073}" type="pres">
      <dgm:prSet presAssocID="{B2D797F4-1AEB-4A74-92F7-9E38C9E54B5E}" presName="diagram" presStyleCnt="0">
        <dgm:presLayoutVars>
          <dgm:dir/>
          <dgm:resizeHandles val="exact"/>
        </dgm:presLayoutVars>
      </dgm:prSet>
      <dgm:spPr/>
    </dgm:pt>
    <dgm:pt modelId="{7EE6C138-5F12-47E2-8B91-0D8DA75E5620}" type="pres">
      <dgm:prSet presAssocID="{3EC555CA-900B-49BE-AE26-1F1FC9B3DC38}" presName="node" presStyleLbl="node1" presStyleIdx="0" presStyleCnt="7">
        <dgm:presLayoutVars>
          <dgm:bulletEnabled val="1"/>
        </dgm:presLayoutVars>
      </dgm:prSet>
      <dgm:spPr/>
    </dgm:pt>
    <dgm:pt modelId="{930D7FB3-90D1-41C5-92A0-9BEEF022A704}" type="pres">
      <dgm:prSet presAssocID="{062CFD98-0DE4-4EBE-81CE-3E63C7BAAC71}" presName="sibTrans" presStyleCnt="0"/>
      <dgm:spPr/>
    </dgm:pt>
    <dgm:pt modelId="{3FBCEE4E-1AC2-4E65-BFE1-8184875D672F}" type="pres">
      <dgm:prSet presAssocID="{86B04229-202C-467D-B4FE-B4F768E9E715}" presName="node" presStyleLbl="node1" presStyleIdx="1" presStyleCnt="7">
        <dgm:presLayoutVars>
          <dgm:bulletEnabled val="1"/>
        </dgm:presLayoutVars>
      </dgm:prSet>
      <dgm:spPr/>
    </dgm:pt>
    <dgm:pt modelId="{077EB2EE-2786-49B6-BE55-85FAF564A4BD}" type="pres">
      <dgm:prSet presAssocID="{F7ECFE82-BD8E-439C-A039-1E2594A7895D}" presName="sibTrans" presStyleCnt="0"/>
      <dgm:spPr/>
    </dgm:pt>
    <dgm:pt modelId="{71B44C5E-EC9A-4DC3-861A-386F03933354}" type="pres">
      <dgm:prSet presAssocID="{97B09944-81E9-4AFF-BA11-C9A6373DD704}" presName="node" presStyleLbl="node1" presStyleIdx="2" presStyleCnt="7">
        <dgm:presLayoutVars>
          <dgm:bulletEnabled val="1"/>
        </dgm:presLayoutVars>
      </dgm:prSet>
      <dgm:spPr/>
    </dgm:pt>
    <dgm:pt modelId="{44E9F204-5FAC-4B15-B6CF-36BA962DBF54}" type="pres">
      <dgm:prSet presAssocID="{6C011F4F-74B9-4547-8C01-F32518A0B6B7}" presName="sibTrans" presStyleCnt="0"/>
      <dgm:spPr/>
    </dgm:pt>
    <dgm:pt modelId="{9C1A500C-02E3-468A-998D-DBBA4F10582C}" type="pres">
      <dgm:prSet presAssocID="{9D9A21B5-DCE1-4933-9E2F-DB0AF6219EB3}" presName="node" presStyleLbl="node1" presStyleIdx="3" presStyleCnt="7">
        <dgm:presLayoutVars>
          <dgm:bulletEnabled val="1"/>
        </dgm:presLayoutVars>
      </dgm:prSet>
      <dgm:spPr/>
    </dgm:pt>
    <dgm:pt modelId="{694AD574-505D-4208-B0A0-E4D1C472D155}" type="pres">
      <dgm:prSet presAssocID="{EFC10D58-0DC0-40F3-AFFC-B5D2320C5449}" presName="sibTrans" presStyleCnt="0"/>
      <dgm:spPr/>
    </dgm:pt>
    <dgm:pt modelId="{7529745D-DC2E-4464-8938-10354BD5EFD9}" type="pres">
      <dgm:prSet presAssocID="{8697DCBC-8ABA-4507-99EE-6E55B8EEAE81}" presName="node" presStyleLbl="node1" presStyleIdx="4" presStyleCnt="7">
        <dgm:presLayoutVars>
          <dgm:bulletEnabled val="1"/>
        </dgm:presLayoutVars>
      </dgm:prSet>
      <dgm:spPr/>
    </dgm:pt>
    <dgm:pt modelId="{7B1082B7-D21E-4D4D-B846-4E891A5B2458}" type="pres">
      <dgm:prSet presAssocID="{449439BB-3C98-4681-A8C1-3AEA3346F476}" presName="sibTrans" presStyleCnt="0"/>
      <dgm:spPr/>
    </dgm:pt>
    <dgm:pt modelId="{0C924F3D-1CEF-4E75-9EE9-93BEF854B5C2}" type="pres">
      <dgm:prSet presAssocID="{F9134E3A-57A5-495C-9EE1-5673B2F5515C}" presName="node" presStyleLbl="node1" presStyleIdx="5" presStyleCnt="7">
        <dgm:presLayoutVars>
          <dgm:bulletEnabled val="1"/>
        </dgm:presLayoutVars>
      </dgm:prSet>
      <dgm:spPr/>
    </dgm:pt>
    <dgm:pt modelId="{38A97FC5-CF4E-4BE1-977B-EE08D2F2D27A}" type="pres">
      <dgm:prSet presAssocID="{A26B2882-BB75-4DB1-AB9F-CBAFF15A552F}" presName="sibTrans" presStyleCnt="0"/>
      <dgm:spPr/>
    </dgm:pt>
    <dgm:pt modelId="{39FF402F-3FDA-458A-8130-BDE50EDDB16D}" type="pres">
      <dgm:prSet presAssocID="{9D92F9AB-B6D6-438A-A0D1-CF7C0BB88FCA}" presName="node" presStyleLbl="node1" presStyleIdx="6" presStyleCnt="7">
        <dgm:presLayoutVars>
          <dgm:bulletEnabled val="1"/>
        </dgm:presLayoutVars>
      </dgm:prSet>
      <dgm:spPr/>
    </dgm:pt>
  </dgm:ptLst>
  <dgm:cxnLst>
    <dgm:cxn modelId="{2C753C01-E9F4-4186-9934-49BCD03C9820}" type="presOf" srcId="{97B09944-81E9-4AFF-BA11-C9A6373DD704}" destId="{71B44C5E-EC9A-4DC3-861A-386F03933354}" srcOrd="0" destOrd="0" presId="urn:microsoft.com/office/officeart/2005/8/layout/default"/>
    <dgm:cxn modelId="{FEFD1409-E442-4777-AB52-51A7DE01C145}" type="presOf" srcId="{3EC555CA-900B-49BE-AE26-1F1FC9B3DC38}" destId="{7EE6C138-5F12-47E2-8B91-0D8DA75E5620}" srcOrd="0" destOrd="0" presId="urn:microsoft.com/office/officeart/2005/8/layout/default"/>
    <dgm:cxn modelId="{41EF1A39-7368-41F2-B66A-3EACCFEB9987}" type="presOf" srcId="{9D9A21B5-DCE1-4933-9E2F-DB0AF6219EB3}" destId="{9C1A500C-02E3-468A-998D-DBBA4F10582C}" srcOrd="0" destOrd="0" presId="urn:microsoft.com/office/officeart/2005/8/layout/default"/>
    <dgm:cxn modelId="{F5721067-F99C-44CA-8C56-D12C341D5F29}" srcId="{B2D797F4-1AEB-4A74-92F7-9E38C9E54B5E}" destId="{9D9A21B5-DCE1-4933-9E2F-DB0AF6219EB3}" srcOrd="3" destOrd="0" parTransId="{80142C18-9D99-40F0-B86D-54CA17ECC6D0}" sibTransId="{EFC10D58-0DC0-40F3-AFFC-B5D2320C5449}"/>
    <dgm:cxn modelId="{BDBDBF68-6BC7-481D-8D1B-E2F5B9A7D5B3}" srcId="{B2D797F4-1AEB-4A74-92F7-9E38C9E54B5E}" destId="{9D92F9AB-B6D6-438A-A0D1-CF7C0BB88FCA}" srcOrd="6" destOrd="0" parTransId="{D5DD2461-5EB3-4A34-AB2A-6BE9E6C08BD2}" sibTransId="{98F0DF0F-52DF-4F4B-BE08-2C9E987AF241}"/>
    <dgm:cxn modelId="{4F387470-216E-4B62-A113-4F9B0DC5DFED}" type="presOf" srcId="{9D92F9AB-B6D6-438A-A0D1-CF7C0BB88FCA}" destId="{39FF402F-3FDA-458A-8130-BDE50EDDB16D}" srcOrd="0" destOrd="0" presId="urn:microsoft.com/office/officeart/2005/8/layout/default"/>
    <dgm:cxn modelId="{59A29151-9DFD-4F00-A248-9DCE0AB6D18A}" srcId="{B2D797F4-1AEB-4A74-92F7-9E38C9E54B5E}" destId="{F9134E3A-57A5-495C-9EE1-5673B2F5515C}" srcOrd="5" destOrd="0" parTransId="{4C6A8280-B143-445C-A6F0-18C39533C177}" sibTransId="{A26B2882-BB75-4DB1-AB9F-CBAFF15A552F}"/>
    <dgm:cxn modelId="{7DEFA752-8CD6-4C14-A7E7-82BF52253349}" srcId="{B2D797F4-1AEB-4A74-92F7-9E38C9E54B5E}" destId="{97B09944-81E9-4AFF-BA11-C9A6373DD704}" srcOrd="2" destOrd="0" parTransId="{C2506247-F9D7-4A7B-BFBA-6BFCAFAD8DDA}" sibTransId="{6C011F4F-74B9-4547-8C01-F32518A0B6B7}"/>
    <dgm:cxn modelId="{52107253-019B-44E4-BCBF-B74E7EC34FC9}" type="presOf" srcId="{8697DCBC-8ABA-4507-99EE-6E55B8EEAE81}" destId="{7529745D-DC2E-4464-8938-10354BD5EFD9}" srcOrd="0" destOrd="0" presId="urn:microsoft.com/office/officeart/2005/8/layout/default"/>
    <dgm:cxn modelId="{C26E62A2-62D5-4501-A04F-2C173622DEC9}" srcId="{B2D797F4-1AEB-4A74-92F7-9E38C9E54B5E}" destId="{3EC555CA-900B-49BE-AE26-1F1FC9B3DC38}" srcOrd="0" destOrd="0" parTransId="{7CAB662F-C32D-4B6D-A9C6-1327D0451373}" sibTransId="{062CFD98-0DE4-4EBE-81CE-3E63C7BAAC71}"/>
    <dgm:cxn modelId="{409BB4A7-63A7-44BD-8B4A-EDA0F00C98A7}" srcId="{B2D797F4-1AEB-4A74-92F7-9E38C9E54B5E}" destId="{86B04229-202C-467D-B4FE-B4F768E9E715}" srcOrd="1" destOrd="0" parTransId="{F5A43CF2-75D0-49AA-829A-5883481D6BF6}" sibTransId="{F7ECFE82-BD8E-439C-A039-1E2594A7895D}"/>
    <dgm:cxn modelId="{51B2AEB0-283D-4D68-96C3-112E28CD7F71}" type="presOf" srcId="{86B04229-202C-467D-B4FE-B4F768E9E715}" destId="{3FBCEE4E-1AC2-4E65-BFE1-8184875D672F}" srcOrd="0" destOrd="0" presId="urn:microsoft.com/office/officeart/2005/8/layout/default"/>
    <dgm:cxn modelId="{7CF53ED9-8D78-4DDB-9F66-6C2FB0AE32C6}" type="presOf" srcId="{B2D797F4-1AEB-4A74-92F7-9E38C9E54B5E}" destId="{9AB3AA08-FDE7-4C99-8BEF-CF874AA51073}" srcOrd="0" destOrd="0" presId="urn:microsoft.com/office/officeart/2005/8/layout/default"/>
    <dgm:cxn modelId="{AF877DEF-A7C5-41DF-B4A5-0DC4154937B9}" srcId="{B2D797F4-1AEB-4A74-92F7-9E38C9E54B5E}" destId="{8697DCBC-8ABA-4507-99EE-6E55B8EEAE81}" srcOrd="4" destOrd="0" parTransId="{4D13083F-BB61-4E0F-9DEA-88FECA041D0A}" sibTransId="{449439BB-3C98-4681-A8C1-3AEA3346F476}"/>
    <dgm:cxn modelId="{1830D3F4-573F-4D0A-AE78-3F4C79D7DACB}" type="presOf" srcId="{F9134E3A-57A5-495C-9EE1-5673B2F5515C}" destId="{0C924F3D-1CEF-4E75-9EE9-93BEF854B5C2}" srcOrd="0" destOrd="0" presId="urn:microsoft.com/office/officeart/2005/8/layout/default"/>
    <dgm:cxn modelId="{A83B7104-7E34-4533-B285-C5CBA0181E90}" type="presParOf" srcId="{9AB3AA08-FDE7-4C99-8BEF-CF874AA51073}" destId="{7EE6C138-5F12-47E2-8B91-0D8DA75E5620}" srcOrd="0" destOrd="0" presId="urn:microsoft.com/office/officeart/2005/8/layout/default"/>
    <dgm:cxn modelId="{84B7D353-5B2D-4E6A-A14A-6B4289CAE3D3}" type="presParOf" srcId="{9AB3AA08-FDE7-4C99-8BEF-CF874AA51073}" destId="{930D7FB3-90D1-41C5-92A0-9BEEF022A704}" srcOrd="1" destOrd="0" presId="urn:microsoft.com/office/officeart/2005/8/layout/default"/>
    <dgm:cxn modelId="{DD486D9B-6518-4D18-8543-DDD9B9F880DC}" type="presParOf" srcId="{9AB3AA08-FDE7-4C99-8BEF-CF874AA51073}" destId="{3FBCEE4E-1AC2-4E65-BFE1-8184875D672F}" srcOrd="2" destOrd="0" presId="urn:microsoft.com/office/officeart/2005/8/layout/default"/>
    <dgm:cxn modelId="{A56BA777-969B-4532-B97C-933135F65A57}" type="presParOf" srcId="{9AB3AA08-FDE7-4C99-8BEF-CF874AA51073}" destId="{077EB2EE-2786-49B6-BE55-85FAF564A4BD}" srcOrd="3" destOrd="0" presId="urn:microsoft.com/office/officeart/2005/8/layout/default"/>
    <dgm:cxn modelId="{CA2F1687-6E8C-4636-9135-C405C4775979}" type="presParOf" srcId="{9AB3AA08-FDE7-4C99-8BEF-CF874AA51073}" destId="{71B44C5E-EC9A-4DC3-861A-386F03933354}" srcOrd="4" destOrd="0" presId="urn:microsoft.com/office/officeart/2005/8/layout/default"/>
    <dgm:cxn modelId="{87FA7300-E947-4257-AA82-07BBA9ACA445}" type="presParOf" srcId="{9AB3AA08-FDE7-4C99-8BEF-CF874AA51073}" destId="{44E9F204-5FAC-4B15-B6CF-36BA962DBF54}" srcOrd="5" destOrd="0" presId="urn:microsoft.com/office/officeart/2005/8/layout/default"/>
    <dgm:cxn modelId="{BA609EC8-D40C-496D-B3A6-13DAC1315A61}" type="presParOf" srcId="{9AB3AA08-FDE7-4C99-8BEF-CF874AA51073}" destId="{9C1A500C-02E3-468A-998D-DBBA4F10582C}" srcOrd="6" destOrd="0" presId="urn:microsoft.com/office/officeart/2005/8/layout/default"/>
    <dgm:cxn modelId="{EEE6878E-D85A-4014-8507-E5CFA8194DA7}" type="presParOf" srcId="{9AB3AA08-FDE7-4C99-8BEF-CF874AA51073}" destId="{694AD574-505D-4208-B0A0-E4D1C472D155}" srcOrd="7" destOrd="0" presId="urn:microsoft.com/office/officeart/2005/8/layout/default"/>
    <dgm:cxn modelId="{62EFB13D-0740-4D31-A7B2-58CAF1A06CD0}" type="presParOf" srcId="{9AB3AA08-FDE7-4C99-8BEF-CF874AA51073}" destId="{7529745D-DC2E-4464-8938-10354BD5EFD9}" srcOrd="8" destOrd="0" presId="urn:microsoft.com/office/officeart/2005/8/layout/default"/>
    <dgm:cxn modelId="{032DD03F-85C2-49FA-A0AB-CA4F9D9B8BF8}" type="presParOf" srcId="{9AB3AA08-FDE7-4C99-8BEF-CF874AA51073}" destId="{7B1082B7-D21E-4D4D-B846-4E891A5B2458}" srcOrd="9" destOrd="0" presId="urn:microsoft.com/office/officeart/2005/8/layout/default"/>
    <dgm:cxn modelId="{37640719-127E-4075-81F7-6B2AA6F47889}" type="presParOf" srcId="{9AB3AA08-FDE7-4C99-8BEF-CF874AA51073}" destId="{0C924F3D-1CEF-4E75-9EE9-93BEF854B5C2}" srcOrd="10" destOrd="0" presId="urn:microsoft.com/office/officeart/2005/8/layout/default"/>
    <dgm:cxn modelId="{5676AD5D-DDFA-43FC-B7D0-2B3EE3306182}" type="presParOf" srcId="{9AB3AA08-FDE7-4C99-8BEF-CF874AA51073}" destId="{38A97FC5-CF4E-4BE1-977B-EE08D2F2D27A}" srcOrd="11" destOrd="0" presId="urn:microsoft.com/office/officeart/2005/8/layout/default"/>
    <dgm:cxn modelId="{B4A2E13C-7F3F-4191-8284-A580064E9C47}" type="presParOf" srcId="{9AB3AA08-FDE7-4C99-8BEF-CF874AA51073}" destId="{39FF402F-3FDA-458A-8130-BDE50EDDB16D}"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2BF117D-D994-4EC1-9A71-39007BBAF9CD}"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5AE42767-896C-4A5D-91DD-0F0F7A393F03}">
      <dgm:prSet custT="1"/>
      <dgm:spPr/>
      <dgm:t>
        <a:bodyPr/>
        <a:lstStyle/>
        <a:p>
          <a:pPr>
            <a:lnSpc>
              <a:spcPct val="100000"/>
            </a:lnSpc>
          </a:pPr>
          <a:r>
            <a:rPr lang="en-US" sz="2000" dirty="0"/>
            <a:t>Isolated Environment for Your Resources</a:t>
          </a:r>
        </a:p>
      </dgm:t>
    </dgm:pt>
    <dgm:pt modelId="{BEA0A6A1-ECE0-4943-B3E0-19D1094CFE5E}" type="parTrans" cxnId="{A3121208-3B3F-4D7A-9699-2DEE5DE688EE}">
      <dgm:prSet/>
      <dgm:spPr/>
      <dgm:t>
        <a:bodyPr/>
        <a:lstStyle/>
        <a:p>
          <a:endParaRPr lang="en-US"/>
        </a:p>
      </dgm:t>
    </dgm:pt>
    <dgm:pt modelId="{776E1539-D564-419E-919D-93E113AE93B9}" type="sibTrans" cxnId="{A3121208-3B3F-4D7A-9699-2DEE5DE688EE}">
      <dgm:prSet/>
      <dgm:spPr/>
      <dgm:t>
        <a:bodyPr/>
        <a:lstStyle/>
        <a:p>
          <a:pPr>
            <a:lnSpc>
              <a:spcPct val="100000"/>
            </a:lnSpc>
          </a:pPr>
          <a:endParaRPr lang="en-US"/>
        </a:p>
      </dgm:t>
    </dgm:pt>
    <dgm:pt modelId="{AA404609-750C-4F8E-B019-DAC2746F94F3}">
      <dgm:prSet custT="1"/>
      <dgm:spPr/>
      <dgm:t>
        <a:bodyPr/>
        <a:lstStyle/>
        <a:p>
          <a:pPr>
            <a:lnSpc>
              <a:spcPct val="100000"/>
            </a:lnSpc>
          </a:pPr>
          <a:r>
            <a:rPr lang="en-US" sz="2000" dirty="0"/>
            <a:t>Required for Most AWS Services</a:t>
          </a:r>
        </a:p>
      </dgm:t>
    </dgm:pt>
    <dgm:pt modelId="{40249356-68E9-49D2-B047-278C9F61CD47}" type="parTrans" cxnId="{DD00D62F-4655-4B76-8FD5-95AD90123480}">
      <dgm:prSet/>
      <dgm:spPr/>
      <dgm:t>
        <a:bodyPr/>
        <a:lstStyle/>
        <a:p>
          <a:endParaRPr lang="en-US"/>
        </a:p>
      </dgm:t>
    </dgm:pt>
    <dgm:pt modelId="{D47DAFAB-D3B5-48FA-850D-D8BFF272920C}" type="sibTrans" cxnId="{DD00D62F-4655-4B76-8FD5-95AD90123480}">
      <dgm:prSet/>
      <dgm:spPr/>
      <dgm:t>
        <a:bodyPr/>
        <a:lstStyle/>
        <a:p>
          <a:pPr>
            <a:lnSpc>
              <a:spcPct val="100000"/>
            </a:lnSpc>
          </a:pPr>
          <a:endParaRPr lang="en-US"/>
        </a:p>
      </dgm:t>
    </dgm:pt>
    <dgm:pt modelId="{30B005E5-9B2A-403B-A5E7-AF9DBA90824D}">
      <dgm:prSet custT="1"/>
      <dgm:spPr/>
      <dgm:t>
        <a:bodyPr/>
        <a:lstStyle/>
        <a:p>
          <a:pPr>
            <a:lnSpc>
              <a:spcPct val="100000"/>
            </a:lnSpc>
          </a:pPr>
          <a:r>
            <a:rPr lang="en-IN" sz="2000" dirty="0"/>
            <a:t>Security Control</a:t>
          </a:r>
          <a:endParaRPr lang="en-US" sz="2000" dirty="0"/>
        </a:p>
      </dgm:t>
    </dgm:pt>
    <dgm:pt modelId="{21301C10-3ABC-4CFB-9689-4CE44E41EC5A}" type="parTrans" cxnId="{3DDCC6BB-464B-4A95-851F-C4C5502FFE09}">
      <dgm:prSet/>
      <dgm:spPr/>
      <dgm:t>
        <a:bodyPr/>
        <a:lstStyle/>
        <a:p>
          <a:endParaRPr lang="en-US"/>
        </a:p>
      </dgm:t>
    </dgm:pt>
    <dgm:pt modelId="{F9E502F7-0BCD-4B06-8CD6-868A792DE81D}" type="sibTrans" cxnId="{3DDCC6BB-464B-4A95-851F-C4C5502FFE09}">
      <dgm:prSet/>
      <dgm:spPr/>
      <dgm:t>
        <a:bodyPr/>
        <a:lstStyle/>
        <a:p>
          <a:pPr>
            <a:lnSpc>
              <a:spcPct val="100000"/>
            </a:lnSpc>
          </a:pPr>
          <a:endParaRPr lang="en-US"/>
        </a:p>
      </dgm:t>
    </dgm:pt>
    <dgm:pt modelId="{204F2DEE-549A-416D-B8E6-538643F90D6E}">
      <dgm:prSet custT="1"/>
      <dgm:spPr/>
      <dgm:t>
        <a:bodyPr/>
        <a:lstStyle/>
        <a:p>
          <a:pPr>
            <a:lnSpc>
              <a:spcPct val="100000"/>
            </a:lnSpc>
          </a:pPr>
          <a:r>
            <a:rPr lang="en-IN" sz="2000" dirty="0"/>
            <a:t>Controlled Internet Access</a:t>
          </a:r>
          <a:endParaRPr lang="en-US" sz="2000" dirty="0"/>
        </a:p>
      </dgm:t>
    </dgm:pt>
    <dgm:pt modelId="{2B347983-45ED-4B54-A8C4-BFA8EEA06B33}" type="parTrans" cxnId="{9EBBD577-8EC4-43DD-B91A-6DE6E7453078}">
      <dgm:prSet/>
      <dgm:spPr/>
      <dgm:t>
        <a:bodyPr/>
        <a:lstStyle/>
        <a:p>
          <a:endParaRPr lang="en-US"/>
        </a:p>
      </dgm:t>
    </dgm:pt>
    <dgm:pt modelId="{424816D4-5198-4714-A469-C79C782FBE79}" type="sibTrans" cxnId="{9EBBD577-8EC4-43DD-B91A-6DE6E7453078}">
      <dgm:prSet/>
      <dgm:spPr/>
      <dgm:t>
        <a:bodyPr/>
        <a:lstStyle/>
        <a:p>
          <a:pPr>
            <a:lnSpc>
              <a:spcPct val="100000"/>
            </a:lnSpc>
          </a:pPr>
          <a:endParaRPr lang="en-US"/>
        </a:p>
      </dgm:t>
    </dgm:pt>
    <dgm:pt modelId="{94D86F14-5819-4A49-8219-B364D8758CDE}">
      <dgm:prSet custT="1"/>
      <dgm:spPr/>
      <dgm:t>
        <a:bodyPr/>
        <a:lstStyle/>
        <a:p>
          <a:pPr>
            <a:lnSpc>
              <a:spcPct val="100000"/>
            </a:lnSpc>
          </a:pPr>
          <a:r>
            <a:rPr lang="en-IN" sz="2000" dirty="0"/>
            <a:t>Full Network Customization</a:t>
          </a:r>
          <a:endParaRPr lang="en-US" sz="2000" dirty="0"/>
        </a:p>
      </dgm:t>
    </dgm:pt>
    <dgm:pt modelId="{DD222DEF-F53B-4D27-B4A4-9B9A773F91B0}" type="parTrans" cxnId="{C39AF8E8-3C42-4B4B-8703-E84B9AE4EB3F}">
      <dgm:prSet/>
      <dgm:spPr/>
      <dgm:t>
        <a:bodyPr/>
        <a:lstStyle/>
        <a:p>
          <a:endParaRPr lang="en-US"/>
        </a:p>
      </dgm:t>
    </dgm:pt>
    <dgm:pt modelId="{C4EC6073-FC66-41FF-B490-DB93F06DE318}" type="sibTrans" cxnId="{C39AF8E8-3C42-4B4B-8703-E84B9AE4EB3F}">
      <dgm:prSet/>
      <dgm:spPr/>
      <dgm:t>
        <a:bodyPr/>
        <a:lstStyle/>
        <a:p>
          <a:pPr>
            <a:lnSpc>
              <a:spcPct val="100000"/>
            </a:lnSpc>
          </a:pPr>
          <a:endParaRPr lang="en-US"/>
        </a:p>
      </dgm:t>
    </dgm:pt>
    <dgm:pt modelId="{4C2619D6-8AA2-4274-A784-28B196CA0F69}">
      <dgm:prSet custT="1"/>
      <dgm:spPr/>
      <dgm:t>
        <a:bodyPr/>
        <a:lstStyle/>
        <a:p>
          <a:pPr>
            <a:lnSpc>
              <a:spcPct val="100000"/>
            </a:lnSpc>
          </a:pPr>
          <a:r>
            <a:rPr lang="en-IN" sz="2000" dirty="0"/>
            <a:t>Connect With On-Prem</a:t>
          </a:r>
          <a:endParaRPr lang="en-US" sz="2000" dirty="0"/>
        </a:p>
      </dgm:t>
    </dgm:pt>
    <dgm:pt modelId="{E01A14E3-18DC-4C52-8679-5D1FC5EED844}" type="parTrans" cxnId="{3BEE3346-2878-4F39-88B2-FBB0F96F2A5D}">
      <dgm:prSet/>
      <dgm:spPr/>
      <dgm:t>
        <a:bodyPr/>
        <a:lstStyle/>
        <a:p>
          <a:endParaRPr lang="en-US"/>
        </a:p>
      </dgm:t>
    </dgm:pt>
    <dgm:pt modelId="{524BA0DA-D89A-4824-9720-15B7F25C9204}" type="sibTrans" cxnId="{3BEE3346-2878-4F39-88B2-FBB0F96F2A5D}">
      <dgm:prSet/>
      <dgm:spPr/>
      <dgm:t>
        <a:bodyPr/>
        <a:lstStyle/>
        <a:p>
          <a:endParaRPr lang="en-US"/>
        </a:p>
      </dgm:t>
    </dgm:pt>
    <dgm:pt modelId="{264E1E21-2E0F-4E3B-8A73-FC399E8F7343}" type="pres">
      <dgm:prSet presAssocID="{32BF117D-D994-4EC1-9A71-39007BBAF9CD}" presName="root" presStyleCnt="0">
        <dgm:presLayoutVars>
          <dgm:dir/>
          <dgm:resizeHandles val="exact"/>
        </dgm:presLayoutVars>
      </dgm:prSet>
      <dgm:spPr/>
    </dgm:pt>
    <dgm:pt modelId="{946A61BA-CD7B-4261-99F8-980888B4CAAA}" type="pres">
      <dgm:prSet presAssocID="{32BF117D-D994-4EC1-9A71-39007BBAF9CD}" presName="container" presStyleCnt="0">
        <dgm:presLayoutVars>
          <dgm:dir/>
          <dgm:resizeHandles val="exact"/>
        </dgm:presLayoutVars>
      </dgm:prSet>
      <dgm:spPr/>
    </dgm:pt>
    <dgm:pt modelId="{128FD704-71B0-4596-BA51-AEF792F0D965}" type="pres">
      <dgm:prSet presAssocID="{5AE42767-896C-4A5D-91DD-0F0F7A393F03}" presName="compNode" presStyleCnt="0"/>
      <dgm:spPr/>
    </dgm:pt>
    <dgm:pt modelId="{F25C2962-9718-4CA7-8847-DA61627F355B}" type="pres">
      <dgm:prSet presAssocID="{5AE42767-896C-4A5D-91DD-0F0F7A393F03}" presName="iconBgRect" presStyleLbl="bgShp" presStyleIdx="0" presStyleCnt="6"/>
      <dgm:spPr/>
    </dgm:pt>
    <dgm:pt modelId="{78062583-8ED5-4116-8BA4-B6C7911D26D5}" type="pres">
      <dgm:prSet presAssocID="{5AE42767-896C-4A5D-91DD-0F0F7A393F03}"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7CC63059-E72C-4AAF-B166-EAF5D607952E}" type="pres">
      <dgm:prSet presAssocID="{5AE42767-896C-4A5D-91DD-0F0F7A393F03}" presName="spaceRect" presStyleCnt="0"/>
      <dgm:spPr/>
    </dgm:pt>
    <dgm:pt modelId="{21C20997-83FE-4EB3-A30D-2D390192EA82}" type="pres">
      <dgm:prSet presAssocID="{5AE42767-896C-4A5D-91DD-0F0F7A393F03}" presName="textRect" presStyleLbl="revTx" presStyleIdx="0" presStyleCnt="6">
        <dgm:presLayoutVars>
          <dgm:chMax val="1"/>
          <dgm:chPref val="1"/>
        </dgm:presLayoutVars>
      </dgm:prSet>
      <dgm:spPr/>
    </dgm:pt>
    <dgm:pt modelId="{28D0A614-7AAE-4AC4-8C51-8EEEA4700776}" type="pres">
      <dgm:prSet presAssocID="{776E1539-D564-419E-919D-93E113AE93B9}" presName="sibTrans" presStyleLbl="sibTrans2D1" presStyleIdx="0" presStyleCnt="0"/>
      <dgm:spPr/>
    </dgm:pt>
    <dgm:pt modelId="{0F0404E7-6630-496B-B56E-C10544202E7F}" type="pres">
      <dgm:prSet presAssocID="{AA404609-750C-4F8E-B019-DAC2746F94F3}" presName="compNode" presStyleCnt="0"/>
      <dgm:spPr/>
    </dgm:pt>
    <dgm:pt modelId="{81BF6FE0-638C-43A1-947D-EE03329B5B26}" type="pres">
      <dgm:prSet presAssocID="{AA404609-750C-4F8E-B019-DAC2746F94F3}" presName="iconBgRect" presStyleLbl="bgShp" presStyleIdx="1" presStyleCnt="6"/>
      <dgm:spPr/>
    </dgm:pt>
    <dgm:pt modelId="{C08A9E1E-3965-4D2C-9772-AF8929B6D626}" type="pres">
      <dgm:prSet presAssocID="{AA404609-750C-4F8E-B019-DAC2746F94F3}"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89207346-31B9-4D0A-9DD7-4FCA522CF7A7}" type="pres">
      <dgm:prSet presAssocID="{AA404609-750C-4F8E-B019-DAC2746F94F3}" presName="spaceRect" presStyleCnt="0"/>
      <dgm:spPr/>
    </dgm:pt>
    <dgm:pt modelId="{A0CE0B08-F261-4B87-A87F-565D29B0BFEB}" type="pres">
      <dgm:prSet presAssocID="{AA404609-750C-4F8E-B019-DAC2746F94F3}" presName="textRect" presStyleLbl="revTx" presStyleIdx="1" presStyleCnt="6">
        <dgm:presLayoutVars>
          <dgm:chMax val="1"/>
          <dgm:chPref val="1"/>
        </dgm:presLayoutVars>
      </dgm:prSet>
      <dgm:spPr/>
    </dgm:pt>
    <dgm:pt modelId="{F4BA5511-2D2E-42CF-A343-CD3937F48BA9}" type="pres">
      <dgm:prSet presAssocID="{D47DAFAB-D3B5-48FA-850D-D8BFF272920C}" presName="sibTrans" presStyleLbl="sibTrans2D1" presStyleIdx="0" presStyleCnt="0"/>
      <dgm:spPr/>
    </dgm:pt>
    <dgm:pt modelId="{4F74AC17-C6CE-4B05-9CAE-C2FA474AD873}" type="pres">
      <dgm:prSet presAssocID="{30B005E5-9B2A-403B-A5E7-AF9DBA90824D}" presName="compNode" presStyleCnt="0"/>
      <dgm:spPr/>
    </dgm:pt>
    <dgm:pt modelId="{0A63DAC0-DB08-4270-9B27-EC0BA21FD329}" type="pres">
      <dgm:prSet presAssocID="{30B005E5-9B2A-403B-A5E7-AF9DBA90824D}" presName="iconBgRect" presStyleLbl="bgShp" presStyleIdx="2" presStyleCnt="6"/>
      <dgm:spPr/>
    </dgm:pt>
    <dgm:pt modelId="{CC9C58B9-BF64-4C0C-BE92-3DA8E30E8302}" type="pres">
      <dgm:prSet presAssocID="{30B005E5-9B2A-403B-A5E7-AF9DBA90824D}"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ecurity Camera"/>
        </a:ext>
      </dgm:extLst>
    </dgm:pt>
    <dgm:pt modelId="{1DA9A875-137D-4448-91B0-6FAF45D42DF0}" type="pres">
      <dgm:prSet presAssocID="{30B005E5-9B2A-403B-A5E7-AF9DBA90824D}" presName="spaceRect" presStyleCnt="0"/>
      <dgm:spPr/>
    </dgm:pt>
    <dgm:pt modelId="{C0856EF6-7D7E-4494-9190-B3960D781F18}" type="pres">
      <dgm:prSet presAssocID="{30B005E5-9B2A-403B-A5E7-AF9DBA90824D}" presName="textRect" presStyleLbl="revTx" presStyleIdx="2" presStyleCnt="6">
        <dgm:presLayoutVars>
          <dgm:chMax val="1"/>
          <dgm:chPref val="1"/>
        </dgm:presLayoutVars>
      </dgm:prSet>
      <dgm:spPr/>
    </dgm:pt>
    <dgm:pt modelId="{A4B1BF92-92CC-4FF1-AA0E-135F5D70CF27}" type="pres">
      <dgm:prSet presAssocID="{F9E502F7-0BCD-4B06-8CD6-868A792DE81D}" presName="sibTrans" presStyleLbl="sibTrans2D1" presStyleIdx="0" presStyleCnt="0"/>
      <dgm:spPr/>
    </dgm:pt>
    <dgm:pt modelId="{CAABEC10-E320-4D46-8DA3-2382B13DEE2B}" type="pres">
      <dgm:prSet presAssocID="{204F2DEE-549A-416D-B8E6-538643F90D6E}" presName="compNode" presStyleCnt="0"/>
      <dgm:spPr/>
    </dgm:pt>
    <dgm:pt modelId="{CC6FCD37-F519-45F2-94A3-040972501C76}" type="pres">
      <dgm:prSet presAssocID="{204F2DEE-549A-416D-B8E6-538643F90D6E}" presName="iconBgRect" presStyleLbl="bgShp" presStyleIdx="3" presStyleCnt="6"/>
      <dgm:spPr/>
    </dgm:pt>
    <dgm:pt modelId="{979756D1-D1D7-413B-9DE6-896954966956}" type="pres">
      <dgm:prSet presAssocID="{204F2DEE-549A-416D-B8E6-538643F90D6E}"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Wireless router"/>
        </a:ext>
      </dgm:extLst>
    </dgm:pt>
    <dgm:pt modelId="{13FC2B67-AB5F-45C8-BB3E-F26FC1B33403}" type="pres">
      <dgm:prSet presAssocID="{204F2DEE-549A-416D-B8E6-538643F90D6E}" presName="spaceRect" presStyleCnt="0"/>
      <dgm:spPr/>
    </dgm:pt>
    <dgm:pt modelId="{CBB02AF8-C04A-459A-8AE1-54E6A4F98346}" type="pres">
      <dgm:prSet presAssocID="{204F2DEE-549A-416D-B8E6-538643F90D6E}" presName="textRect" presStyleLbl="revTx" presStyleIdx="3" presStyleCnt="6">
        <dgm:presLayoutVars>
          <dgm:chMax val="1"/>
          <dgm:chPref val="1"/>
        </dgm:presLayoutVars>
      </dgm:prSet>
      <dgm:spPr/>
    </dgm:pt>
    <dgm:pt modelId="{F5E25D2B-FEDF-4CAB-8951-A17737BDE6DF}" type="pres">
      <dgm:prSet presAssocID="{424816D4-5198-4714-A469-C79C782FBE79}" presName="sibTrans" presStyleLbl="sibTrans2D1" presStyleIdx="0" presStyleCnt="0"/>
      <dgm:spPr/>
    </dgm:pt>
    <dgm:pt modelId="{BC6EBD21-BD77-453A-A673-639FC9B1E079}" type="pres">
      <dgm:prSet presAssocID="{94D86F14-5819-4A49-8219-B364D8758CDE}" presName="compNode" presStyleCnt="0"/>
      <dgm:spPr/>
    </dgm:pt>
    <dgm:pt modelId="{98BF4850-2E84-4F19-BF2D-70FC3FDE09BD}" type="pres">
      <dgm:prSet presAssocID="{94D86F14-5819-4A49-8219-B364D8758CDE}" presName="iconBgRect" presStyleLbl="bgShp" presStyleIdx="4" presStyleCnt="6"/>
      <dgm:spPr/>
    </dgm:pt>
    <dgm:pt modelId="{7922828C-37A8-401A-B884-2B492A39B43E}" type="pres">
      <dgm:prSet presAssocID="{94D86F14-5819-4A49-8219-B364D8758CDE}"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Gears"/>
        </a:ext>
      </dgm:extLst>
    </dgm:pt>
    <dgm:pt modelId="{B59A9432-7A95-4455-B53A-775B7B44C4DA}" type="pres">
      <dgm:prSet presAssocID="{94D86F14-5819-4A49-8219-B364D8758CDE}" presName="spaceRect" presStyleCnt="0"/>
      <dgm:spPr/>
    </dgm:pt>
    <dgm:pt modelId="{1CB6CD1D-714E-405A-A73A-7E52AEE9535D}" type="pres">
      <dgm:prSet presAssocID="{94D86F14-5819-4A49-8219-B364D8758CDE}" presName="textRect" presStyleLbl="revTx" presStyleIdx="4" presStyleCnt="6">
        <dgm:presLayoutVars>
          <dgm:chMax val="1"/>
          <dgm:chPref val="1"/>
        </dgm:presLayoutVars>
      </dgm:prSet>
      <dgm:spPr/>
    </dgm:pt>
    <dgm:pt modelId="{F257B77B-5953-45E9-9BF6-55BE044D66C8}" type="pres">
      <dgm:prSet presAssocID="{C4EC6073-FC66-41FF-B490-DB93F06DE318}" presName="sibTrans" presStyleLbl="sibTrans2D1" presStyleIdx="0" presStyleCnt="0"/>
      <dgm:spPr/>
    </dgm:pt>
    <dgm:pt modelId="{03EFDCBB-E674-4CE5-9957-3E4402300CA9}" type="pres">
      <dgm:prSet presAssocID="{4C2619D6-8AA2-4274-A784-28B196CA0F69}" presName="compNode" presStyleCnt="0"/>
      <dgm:spPr/>
    </dgm:pt>
    <dgm:pt modelId="{A0674E9B-CF86-477C-A7C8-2D2C028B746A}" type="pres">
      <dgm:prSet presAssocID="{4C2619D6-8AA2-4274-A784-28B196CA0F69}" presName="iconBgRect" presStyleLbl="bgShp" presStyleIdx="5" presStyleCnt="6"/>
      <dgm:spPr/>
    </dgm:pt>
    <dgm:pt modelId="{29667AC7-727B-442B-8776-7F5E2E058950}" type="pres">
      <dgm:prSet presAssocID="{4C2619D6-8AA2-4274-A784-28B196CA0F69}"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User Network"/>
        </a:ext>
      </dgm:extLst>
    </dgm:pt>
    <dgm:pt modelId="{A5F82D4E-AD51-43FB-B1F7-E248A97EF7E4}" type="pres">
      <dgm:prSet presAssocID="{4C2619D6-8AA2-4274-A784-28B196CA0F69}" presName="spaceRect" presStyleCnt="0"/>
      <dgm:spPr/>
    </dgm:pt>
    <dgm:pt modelId="{2E56B500-CC69-4D4B-9B25-A8E50BC9B763}" type="pres">
      <dgm:prSet presAssocID="{4C2619D6-8AA2-4274-A784-28B196CA0F69}" presName="textRect" presStyleLbl="revTx" presStyleIdx="5" presStyleCnt="6">
        <dgm:presLayoutVars>
          <dgm:chMax val="1"/>
          <dgm:chPref val="1"/>
        </dgm:presLayoutVars>
      </dgm:prSet>
      <dgm:spPr/>
    </dgm:pt>
  </dgm:ptLst>
  <dgm:cxnLst>
    <dgm:cxn modelId="{A3121208-3B3F-4D7A-9699-2DEE5DE688EE}" srcId="{32BF117D-D994-4EC1-9A71-39007BBAF9CD}" destId="{5AE42767-896C-4A5D-91DD-0F0F7A393F03}" srcOrd="0" destOrd="0" parTransId="{BEA0A6A1-ECE0-4943-B3E0-19D1094CFE5E}" sibTransId="{776E1539-D564-419E-919D-93E113AE93B9}"/>
    <dgm:cxn modelId="{DD00D62F-4655-4B76-8FD5-95AD90123480}" srcId="{32BF117D-D994-4EC1-9A71-39007BBAF9CD}" destId="{AA404609-750C-4F8E-B019-DAC2746F94F3}" srcOrd="1" destOrd="0" parTransId="{40249356-68E9-49D2-B047-278C9F61CD47}" sibTransId="{D47DAFAB-D3B5-48FA-850D-D8BFF272920C}"/>
    <dgm:cxn modelId="{A6EE8D34-DA1E-4CDF-8F5B-4CA130A11D42}" type="presOf" srcId="{32BF117D-D994-4EC1-9A71-39007BBAF9CD}" destId="{264E1E21-2E0F-4E3B-8A73-FC399E8F7343}" srcOrd="0" destOrd="0" presId="urn:microsoft.com/office/officeart/2018/2/layout/IconCircleList"/>
    <dgm:cxn modelId="{3BEE3346-2878-4F39-88B2-FBB0F96F2A5D}" srcId="{32BF117D-D994-4EC1-9A71-39007BBAF9CD}" destId="{4C2619D6-8AA2-4274-A784-28B196CA0F69}" srcOrd="5" destOrd="0" parTransId="{E01A14E3-18DC-4C52-8679-5D1FC5EED844}" sibTransId="{524BA0DA-D89A-4824-9720-15B7F25C9204}"/>
    <dgm:cxn modelId="{D3BE8B47-931E-45E9-B0E8-148B114142E5}" type="presOf" srcId="{30B005E5-9B2A-403B-A5E7-AF9DBA90824D}" destId="{C0856EF6-7D7E-4494-9190-B3960D781F18}" srcOrd="0" destOrd="0" presId="urn:microsoft.com/office/officeart/2018/2/layout/IconCircleList"/>
    <dgm:cxn modelId="{5021864E-C12F-4165-8A20-C9F57BB29097}" type="presOf" srcId="{94D86F14-5819-4A49-8219-B364D8758CDE}" destId="{1CB6CD1D-714E-405A-A73A-7E52AEE9535D}" srcOrd="0" destOrd="0" presId="urn:microsoft.com/office/officeart/2018/2/layout/IconCircleList"/>
    <dgm:cxn modelId="{FCEAEE52-3CEE-43D8-9703-617C36319F7D}" type="presOf" srcId="{D47DAFAB-D3B5-48FA-850D-D8BFF272920C}" destId="{F4BA5511-2D2E-42CF-A343-CD3937F48BA9}" srcOrd="0" destOrd="0" presId="urn:microsoft.com/office/officeart/2018/2/layout/IconCircleList"/>
    <dgm:cxn modelId="{9EBBD577-8EC4-43DD-B91A-6DE6E7453078}" srcId="{32BF117D-D994-4EC1-9A71-39007BBAF9CD}" destId="{204F2DEE-549A-416D-B8E6-538643F90D6E}" srcOrd="3" destOrd="0" parTransId="{2B347983-45ED-4B54-A8C4-BFA8EEA06B33}" sibTransId="{424816D4-5198-4714-A469-C79C782FBE79}"/>
    <dgm:cxn modelId="{DC48D459-79C7-488C-83D7-4DF97529AA58}" type="presOf" srcId="{424816D4-5198-4714-A469-C79C782FBE79}" destId="{F5E25D2B-FEDF-4CAB-8951-A17737BDE6DF}" srcOrd="0" destOrd="0" presId="urn:microsoft.com/office/officeart/2018/2/layout/IconCircleList"/>
    <dgm:cxn modelId="{212A5483-D371-471C-AA8A-3546CA72D87F}" type="presOf" srcId="{5AE42767-896C-4A5D-91DD-0F0F7A393F03}" destId="{21C20997-83FE-4EB3-A30D-2D390192EA82}" srcOrd="0" destOrd="0" presId="urn:microsoft.com/office/officeart/2018/2/layout/IconCircleList"/>
    <dgm:cxn modelId="{640D7186-EFE8-4695-B5B6-8C9E2B9C9930}" type="presOf" srcId="{F9E502F7-0BCD-4B06-8CD6-868A792DE81D}" destId="{A4B1BF92-92CC-4FF1-AA0E-135F5D70CF27}" srcOrd="0" destOrd="0" presId="urn:microsoft.com/office/officeart/2018/2/layout/IconCircleList"/>
    <dgm:cxn modelId="{E4367B89-57A7-498D-8B19-68C0F1F22DD7}" type="presOf" srcId="{C4EC6073-FC66-41FF-B490-DB93F06DE318}" destId="{F257B77B-5953-45E9-9BF6-55BE044D66C8}" srcOrd="0" destOrd="0" presId="urn:microsoft.com/office/officeart/2018/2/layout/IconCircleList"/>
    <dgm:cxn modelId="{B3406E8B-76B7-4C12-AF2F-14FA7994B9E3}" type="presOf" srcId="{204F2DEE-549A-416D-B8E6-538643F90D6E}" destId="{CBB02AF8-C04A-459A-8AE1-54E6A4F98346}" srcOrd="0" destOrd="0" presId="urn:microsoft.com/office/officeart/2018/2/layout/IconCircleList"/>
    <dgm:cxn modelId="{5223F099-0930-43BA-ACCA-29B3F67DD2B1}" type="presOf" srcId="{AA404609-750C-4F8E-B019-DAC2746F94F3}" destId="{A0CE0B08-F261-4B87-A87F-565D29B0BFEB}" srcOrd="0" destOrd="0" presId="urn:microsoft.com/office/officeart/2018/2/layout/IconCircleList"/>
    <dgm:cxn modelId="{3DDCC6BB-464B-4A95-851F-C4C5502FFE09}" srcId="{32BF117D-D994-4EC1-9A71-39007BBAF9CD}" destId="{30B005E5-9B2A-403B-A5E7-AF9DBA90824D}" srcOrd="2" destOrd="0" parTransId="{21301C10-3ABC-4CFB-9689-4CE44E41EC5A}" sibTransId="{F9E502F7-0BCD-4B06-8CD6-868A792DE81D}"/>
    <dgm:cxn modelId="{A8B7B3BF-7AD7-4DA9-8DFD-C0F2B1CDD0E1}" type="presOf" srcId="{4C2619D6-8AA2-4274-A784-28B196CA0F69}" destId="{2E56B500-CC69-4D4B-9B25-A8E50BC9B763}" srcOrd="0" destOrd="0" presId="urn:microsoft.com/office/officeart/2018/2/layout/IconCircleList"/>
    <dgm:cxn modelId="{C39AF8E8-3C42-4B4B-8703-E84B9AE4EB3F}" srcId="{32BF117D-D994-4EC1-9A71-39007BBAF9CD}" destId="{94D86F14-5819-4A49-8219-B364D8758CDE}" srcOrd="4" destOrd="0" parTransId="{DD222DEF-F53B-4D27-B4A4-9B9A773F91B0}" sibTransId="{C4EC6073-FC66-41FF-B490-DB93F06DE318}"/>
    <dgm:cxn modelId="{5A90E5F6-6671-4BAD-BA52-8CAFEF71111D}" type="presOf" srcId="{776E1539-D564-419E-919D-93E113AE93B9}" destId="{28D0A614-7AAE-4AC4-8C51-8EEEA4700776}" srcOrd="0" destOrd="0" presId="urn:microsoft.com/office/officeart/2018/2/layout/IconCircleList"/>
    <dgm:cxn modelId="{DC8A9306-AD46-4D51-8C07-D92E75230BF5}" type="presParOf" srcId="{264E1E21-2E0F-4E3B-8A73-FC399E8F7343}" destId="{946A61BA-CD7B-4261-99F8-980888B4CAAA}" srcOrd="0" destOrd="0" presId="urn:microsoft.com/office/officeart/2018/2/layout/IconCircleList"/>
    <dgm:cxn modelId="{B9212BE8-CD63-4A84-B593-C3FC9ECC656B}" type="presParOf" srcId="{946A61BA-CD7B-4261-99F8-980888B4CAAA}" destId="{128FD704-71B0-4596-BA51-AEF792F0D965}" srcOrd="0" destOrd="0" presId="urn:microsoft.com/office/officeart/2018/2/layout/IconCircleList"/>
    <dgm:cxn modelId="{B26867AC-693E-4042-A5DF-C7C4CB4717F4}" type="presParOf" srcId="{128FD704-71B0-4596-BA51-AEF792F0D965}" destId="{F25C2962-9718-4CA7-8847-DA61627F355B}" srcOrd="0" destOrd="0" presId="urn:microsoft.com/office/officeart/2018/2/layout/IconCircleList"/>
    <dgm:cxn modelId="{4465CF42-793F-4A9E-9D53-95FF46EB190C}" type="presParOf" srcId="{128FD704-71B0-4596-BA51-AEF792F0D965}" destId="{78062583-8ED5-4116-8BA4-B6C7911D26D5}" srcOrd="1" destOrd="0" presId="urn:microsoft.com/office/officeart/2018/2/layout/IconCircleList"/>
    <dgm:cxn modelId="{AFE1210D-6EE0-4158-B28E-7A002186CB5D}" type="presParOf" srcId="{128FD704-71B0-4596-BA51-AEF792F0D965}" destId="{7CC63059-E72C-4AAF-B166-EAF5D607952E}" srcOrd="2" destOrd="0" presId="urn:microsoft.com/office/officeart/2018/2/layout/IconCircleList"/>
    <dgm:cxn modelId="{04AD225C-4100-4187-9F7D-1B999F8D8030}" type="presParOf" srcId="{128FD704-71B0-4596-BA51-AEF792F0D965}" destId="{21C20997-83FE-4EB3-A30D-2D390192EA82}" srcOrd="3" destOrd="0" presId="urn:microsoft.com/office/officeart/2018/2/layout/IconCircleList"/>
    <dgm:cxn modelId="{203659A7-D9ED-4320-8886-47C9A0957253}" type="presParOf" srcId="{946A61BA-CD7B-4261-99F8-980888B4CAAA}" destId="{28D0A614-7AAE-4AC4-8C51-8EEEA4700776}" srcOrd="1" destOrd="0" presId="urn:microsoft.com/office/officeart/2018/2/layout/IconCircleList"/>
    <dgm:cxn modelId="{6F21472F-2EC4-40D1-A807-9FF07C2DE663}" type="presParOf" srcId="{946A61BA-CD7B-4261-99F8-980888B4CAAA}" destId="{0F0404E7-6630-496B-B56E-C10544202E7F}" srcOrd="2" destOrd="0" presId="urn:microsoft.com/office/officeart/2018/2/layout/IconCircleList"/>
    <dgm:cxn modelId="{6D4D383B-D9ED-4A5A-B334-FB71585E0EAF}" type="presParOf" srcId="{0F0404E7-6630-496B-B56E-C10544202E7F}" destId="{81BF6FE0-638C-43A1-947D-EE03329B5B26}" srcOrd="0" destOrd="0" presId="urn:microsoft.com/office/officeart/2018/2/layout/IconCircleList"/>
    <dgm:cxn modelId="{E207EDED-9909-4049-B978-64F1652DCA8F}" type="presParOf" srcId="{0F0404E7-6630-496B-B56E-C10544202E7F}" destId="{C08A9E1E-3965-4D2C-9772-AF8929B6D626}" srcOrd="1" destOrd="0" presId="urn:microsoft.com/office/officeart/2018/2/layout/IconCircleList"/>
    <dgm:cxn modelId="{6CFEBB00-0E13-400C-9860-E7E8F772169C}" type="presParOf" srcId="{0F0404E7-6630-496B-B56E-C10544202E7F}" destId="{89207346-31B9-4D0A-9DD7-4FCA522CF7A7}" srcOrd="2" destOrd="0" presId="urn:microsoft.com/office/officeart/2018/2/layout/IconCircleList"/>
    <dgm:cxn modelId="{4586F706-CC4A-4228-AFF3-955E4F2CA6EE}" type="presParOf" srcId="{0F0404E7-6630-496B-B56E-C10544202E7F}" destId="{A0CE0B08-F261-4B87-A87F-565D29B0BFEB}" srcOrd="3" destOrd="0" presId="urn:microsoft.com/office/officeart/2018/2/layout/IconCircleList"/>
    <dgm:cxn modelId="{8B3951D9-705F-4397-8A63-AD4558236FF0}" type="presParOf" srcId="{946A61BA-CD7B-4261-99F8-980888B4CAAA}" destId="{F4BA5511-2D2E-42CF-A343-CD3937F48BA9}" srcOrd="3" destOrd="0" presId="urn:microsoft.com/office/officeart/2018/2/layout/IconCircleList"/>
    <dgm:cxn modelId="{D90CD04E-D4CC-436F-B31D-B6D90EDED836}" type="presParOf" srcId="{946A61BA-CD7B-4261-99F8-980888B4CAAA}" destId="{4F74AC17-C6CE-4B05-9CAE-C2FA474AD873}" srcOrd="4" destOrd="0" presId="urn:microsoft.com/office/officeart/2018/2/layout/IconCircleList"/>
    <dgm:cxn modelId="{B9C3D7CA-3959-4233-9354-2F3FFDC1C46B}" type="presParOf" srcId="{4F74AC17-C6CE-4B05-9CAE-C2FA474AD873}" destId="{0A63DAC0-DB08-4270-9B27-EC0BA21FD329}" srcOrd="0" destOrd="0" presId="urn:microsoft.com/office/officeart/2018/2/layout/IconCircleList"/>
    <dgm:cxn modelId="{6731D637-AFED-4E0E-BC7C-83C8FD44EE26}" type="presParOf" srcId="{4F74AC17-C6CE-4B05-9CAE-C2FA474AD873}" destId="{CC9C58B9-BF64-4C0C-BE92-3DA8E30E8302}" srcOrd="1" destOrd="0" presId="urn:microsoft.com/office/officeart/2018/2/layout/IconCircleList"/>
    <dgm:cxn modelId="{88532A37-711A-4647-AD84-70443C298F42}" type="presParOf" srcId="{4F74AC17-C6CE-4B05-9CAE-C2FA474AD873}" destId="{1DA9A875-137D-4448-91B0-6FAF45D42DF0}" srcOrd="2" destOrd="0" presId="urn:microsoft.com/office/officeart/2018/2/layout/IconCircleList"/>
    <dgm:cxn modelId="{9DF9682E-3476-4834-8B33-90E50CA4EE0F}" type="presParOf" srcId="{4F74AC17-C6CE-4B05-9CAE-C2FA474AD873}" destId="{C0856EF6-7D7E-4494-9190-B3960D781F18}" srcOrd="3" destOrd="0" presId="urn:microsoft.com/office/officeart/2018/2/layout/IconCircleList"/>
    <dgm:cxn modelId="{8B1FF2E9-836E-4FD7-93E2-ADC3EB96CC48}" type="presParOf" srcId="{946A61BA-CD7B-4261-99F8-980888B4CAAA}" destId="{A4B1BF92-92CC-4FF1-AA0E-135F5D70CF27}" srcOrd="5" destOrd="0" presId="urn:microsoft.com/office/officeart/2018/2/layout/IconCircleList"/>
    <dgm:cxn modelId="{753891A3-4D2A-4216-8F2C-D96ACACFFC0C}" type="presParOf" srcId="{946A61BA-CD7B-4261-99F8-980888B4CAAA}" destId="{CAABEC10-E320-4D46-8DA3-2382B13DEE2B}" srcOrd="6" destOrd="0" presId="urn:microsoft.com/office/officeart/2018/2/layout/IconCircleList"/>
    <dgm:cxn modelId="{21501AF2-F2B2-4B53-A7BE-C679E853CC81}" type="presParOf" srcId="{CAABEC10-E320-4D46-8DA3-2382B13DEE2B}" destId="{CC6FCD37-F519-45F2-94A3-040972501C76}" srcOrd="0" destOrd="0" presId="urn:microsoft.com/office/officeart/2018/2/layout/IconCircleList"/>
    <dgm:cxn modelId="{22EE1410-D2A9-4DE4-B0BC-54F52EA14FBE}" type="presParOf" srcId="{CAABEC10-E320-4D46-8DA3-2382B13DEE2B}" destId="{979756D1-D1D7-413B-9DE6-896954966956}" srcOrd="1" destOrd="0" presId="urn:microsoft.com/office/officeart/2018/2/layout/IconCircleList"/>
    <dgm:cxn modelId="{5DE71CAD-D192-4063-A156-D39CEBD36FE4}" type="presParOf" srcId="{CAABEC10-E320-4D46-8DA3-2382B13DEE2B}" destId="{13FC2B67-AB5F-45C8-BB3E-F26FC1B33403}" srcOrd="2" destOrd="0" presId="urn:microsoft.com/office/officeart/2018/2/layout/IconCircleList"/>
    <dgm:cxn modelId="{4D75F653-A6FB-48A1-AACB-EACF263455BD}" type="presParOf" srcId="{CAABEC10-E320-4D46-8DA3-2382B13DEE2B}" destId="{CBB02AF8-C04A-459A-8AE1-54E6A4F98346}" srcOrd="3" destOrd="0" presId="urn:microsoft.com/office/officeart/2018/2/layout/IconCircleList"/>
    <dgm:cxn modelId="{98F9E346-B177-4F02-B2E9-1E86F172C889}" type="presParOf" srcId="{946A61BA-CD7B-4261-99F8-980888B4CAAA}" destId="{F5E25D2B-FEDF-4CAB-8951-A17737BDE6DF}" srcOrd="7" destOrd="0" presId="urn:microsoft.com/office/officeart/2018/2/layout/IconCircleList"/>
    <dgm:cxn modelId="{192A4A23-76F7-476B-9347-977FCC5E19D7}" type="presParOf" srcId="{946A61BA-CD7B-4261-99F8-980888B4CAAA}" destId="{BC6EBD21-BD77-453A-A673-639FC9B1E079}" srcOrd="8" destOrd="0" presId="urn:microsoft.com/office/officeart/2018/2/layout/IconCircleList"/>
    <dgm:cxn modelId="{5BFEB83F-27D7-4D96-B437-FDC3A5469226}" type="presParOf" srcId="{BC6EBD21-BD77-453A-A673-639FC9B1E079}" destId="{98BF4850-2E84-4F19-BF2D-70FC3FDE09BD}" srcOrd="0" destOrd="0" presId="urn:microsoft.com/office/officeart/2018/2/layout/IconCircleList"/>
    <dgm:cxn modelId="{D660C2D5-57E6-4EC9-B481-C56F98B2331C}" type="presParOf" srcId="{BC6EBD21-BD77-453A-A673-639FC9B1E079}" destId="{7922828C-37A8-401A-B884-2B492A39B43E}" srcOrd="1" destOrd="0" presId="urn:microsoft.com/office/officeart/2018/2/layout/IconCircleList"/>
    <dgm:cxn modelId="{39B30F00-4680-42DB-9A8E-9EF3BA6FF4F7}" type="presParOf" srcId="{BC6EBD21-BD77-453A-A673-639FC9B1E079}" destId="{B59A9432-7A95-4455-B53A-775B7B44C4DA}" srcOrd="2" destOrd="0" presId="urn:microsoft.com/office/officeart/2018/2/layout/IconCircleList"/>
    <dgm:cxn modelId="{92539F09-B346-424B-B2A1-4AFB6834F2C2}" type="presParOf" srcId="{BC6EBD21-BD77-453A-A673-639FC9B1E079}" destId="{1CB6CD1D-714E-405A-A73A-7E52AEE9535D}" srcOrd="3" destOrd="0" presId="urn:microsoft.com/office/officeart/2018/2/layout/IconCircleList"/>
    <dgm:cxn modelId="{EFF70BFF-707C-4F9C-8D4F-11771C87AAE6}" type="presParOf" srcId="{946A61BA-CD7B-4261-99F8-980888B4CAAA}" destId="{F257B77B-5953-45E9-9BF6-55BE044D66C8}" srcOrd="9" destOrd="0" presId="urn:microsoft.com/office/officeart/2018/2/layout/IconCircleList"/>
    <dgm:cxn modelId="{7398D85E-8E31-46DA-ACED-7CB91356DF81}" type="presParOf" srcId="{946A61BA-CD7B-4261-99F8-980888B4CAAA}" destId="{03EFDCBB-E674-4CE5-9957-3E4402300CA9}" srcOrd="10" destOrd="0" presId="urn:microsoft.com/office/officeart/2018/2/layout/IconCircleList"/>
    <dgm:cxn modelId="{4629B0C7-3EE9-459D-BD44-D8E437598067}" type="presParOf" srcId="{03EFDCBB-E674-4CE5-9957-3E4402300CA9}" destId="{A0674E9B-CF86-477C-A7C8-2D2C028B746A}" srcOrd="0" destOrd="0" presId="urn:microsoft.com/office/officeart/2018/2/layout/IconCircleList"/>
    <dgm:cxn modelId="{8CA3134C-91C2-475A-9420-C462C14F4C14}" type="presParOf" srcId="{03EFDCBB-E674-4CE5-9957-3E4402300CA9}" destId="{29667AC7-727B-442B-8776-7F5E2E058950}" srcOrd="1" destOrd="0" presId="urn:microsoft.com/office/officeart/2018/2/layout/IconCircleList"/>
    <dgm:cxn modelId="{474832CF-61B4-4452-927A-7A88F284D042}" type="presParOf" srcId="{03EFDCBB-E674-4CE5-9957-3E4402300CA9}" destId="{A5F82D4E-AD51-43FB-B1F7-E248A97EF7E4}" srcOrd="2" destOrd="0" presId="urn:microsoft.com/office/officeart/2018/2/layout/IconCircleList"/>
    <dgm:cxn modelId="{E9AFF10F-1DFE-4E81-B8A2-C0FECA4206CB}" type="presParOf" srcId="{03EFDCBB-E674-4CE5-9957-3E4402300CA9}" destId="{2E56B500-CC69-4D4B-9B25-A8E50BC9B763}"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C58271E-2EB9-45D1-A477-33E2F4752AE4}"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7D0DC448-8848-4B71-B184-9BBC0A4CDF7F}">
      <dgm:prSet/>
      <dgm:spPr/>
      <dgm:t>
        <a:bodyPr/>
        <a:lstStyle/>
        <a:p>
          <a:pPr>
            <a:lnSpc>
              <a:spcPct val="100000"/>
            </a:lnSpc>
          </a:pPr>
          <a:r>
            <a:rPr lang="en-US" b="0" i="0" dirty="0"/>
            <a:t>A </a:t>
          </a:r>
          <a:r>
            <a:rPr lang="en-US" b="0" i="1" dirty="0"/>
            <a:t>route table</a:t>
          </a:r>
          <a:r>
            <a:rPr lang="en-US" b="0" i="0" dirty="0"/>
            <a:t> contains a set of rules, called routes, that are used to determine where network traffic from your VPC is directed.</a:t>
          </a:r>
          <a:endParaRPr lang="en-US" dirty="0"/>
        </a:p>
      </dgm:t>
    </dgm:pt>
    <dgm:pt modelId="{AB03F8B7-07DC-4C59-A85A-9575A6CD7AC3}" type="parTrans" cxnId="{460A1650-4A29-4D77-A59D-63B38401780E}">
      <dgm:prSet/>
      <dgm:spPr/>
      <dgm:t>
        <a:bodyPr/>
        <a:lstStyle/>
        <a:p>
          <a:endParaRPr lang="en-US"/>
        </a:p>
      </dgm:t>
    </dgm:pt>
    <dgm:pt modelId="{BF56A368-5FAC-44E4-85AC-4A516AFBE6B8}" type="sibTrans" cxnId="{460A1650-4A29-4D77-A59D-63B38401780E}">
      <dgm:prSet/>
      <dgm:spPr/>
      <dgm:t>
        <a:bodyPr/>
        <a:lstStyle/>
        <a:p>
          <a:pPr>
            <a:lnSpc>
              <a:spcPct val="100000"/>
            </a:lnSpc>
          </a:pPr>
          <a:endParaRPr lang="en-US"/>
        </a:p>
      </dgm:t>
    </dgm:pt>
    <dgm:pt modelId="{9A42E193-AE30-41E0-86F1-06B52E1821E8}">
      <dgm:prSet/>
      <dgm:spPr/>
      <dgm:t>
        <a:bodyPr/>
        <a:lstStyle/>
        <a:p>
          <a:pPr>
            <a:lnSpc>
              <a:spcPct val="100000"/>
            </a:lnSpc>
          </a:pPr>
          <a:r>
            <a:rPr lang="en-US" b="0" i="0" dirty="0"/>
            <a:t>Each route in a route table specifies the range of IP addresses where you want the traffic to go (the destination) and the gateway, network interface, or connection through which to send the traffic (the target).</a:t>
          </a:r>
          <a:endParaRPr lang="en-US" dirty="0"/>
        </a:p>
      </dgm:t>
    </dgm:pt>
    <dgm:pt modelId="{6AAE1BCF-5875-4D72-8CF1-E8EA5DEC71B2}" type="parTrans" cxnId="{B0978F6F-1213-48E4-AEB8-005A94588202}">
      <dgm:prSet/>
      <dgm:spPr/>
      <dgm:t>
        <a:bodyPr/>
        <a:lstStyle/>
        <a:p>
          <a:endParaRPr lang="en-US"/>
        </a:p>
      </dgm:t>
    </dgm:pt>
    <dgm:pt modelId="{C2E44580-098F-4009-93AD-D824792CE754}" type="sibTrans" cxnId="{B0978F6F-1213-48E4-AEB8-005A94588202}">
      <dgm:prSet/>
      <dgm:spPr/>
      <dgm:t>
        <a:bodyPr/>
        <a:lstStyle/>
        <a:p>
          <a:endParaRPr lang="en-US"/>
        </a:p>
      </dgm:t>
    </dgm:pt>
    <dgm:pt modelId="{E2613802-B7BC-44F9-A21B-DEF59F3C0030}" type="pres">
      <dgm:prSet presAssocID="{BC58271E-2EB9-45D1-A477-33E2F4752AE4}" presName="hierChild1" presStyleCnt="0">
        <dgm:presLayoutVars>
          <dgm:chPref val="1"/>
          <dgm:dir/>
          <dgm:animOne val="branch"/>
          <dgm:animLvl val="lvl"/>
          <dgm:resizeHandles/>
        </dgm:presLayoutVars>
      </dgm:prSet>
      <dgm:spPr/>
    </dgm:pt>
    <dgm:pt modelId="{933BC747-37ED-40BF-A938-B2379C3B970C}" type="pres">
      <dgm:prSet presAssocID="{7D0DC448-8848-4B71-B184-9BBC0A4CDF7F}" presName="hierRoot1" presStyleCnt="0"/>
      <dgm:spPr/>
    </dgm:pt>
    <dgm:pt modelId="{798C4745-38CB-47E3-9018-840306AD04FF}" type="pres">
      <dgm:prSet presAssocID="{7D0DC448-8848-4B71-B184-9BBC0A4CDF7F}" presName="composite" presStyleCnt="0"/>
      <dgm:spPr/>
    </dgm:pt>
    <dgm:pt modelId="{C07D4540-E3A9-496B-9B63-A4DF0F845950}" type="pres">
      <dgm:prSet presAssocID="{7D0DC448-8848-4B71-B184-9BBC0A4CDF7F}" presName="background" presStyleLbl="node0" presStyleIdx="0" presStyleCnt="2"/>
      <dgm:spPr/>
    </dgm:pt>
    <dgm:pt modelId="{E37AD844-21A4-4C29-B4DA-783A7126AC4B}" type="pres">
      <dgm:prSet presAssocID="{7D0DC448-8848-4B71-B184-9BBC0A4CDF7F}" presName="text" presStyleLbl="fgAcc0" presStyleIdx="0" presStyleCnt="2">
        <dgm:presLayoutVars>
          <dgm:chPref val="3"/>
        </dgm:presLayoutVars>
      </dgm:prSet>
      <dgm:spPr/>
    </dgm:pt>
    <dgm:pt modelId="{56F84D6C-753A-477E-BAEA-09798F45BB7D}" type="pres">
      <dgm:prSet presAssocID="{7D0DC448-8848-4B71-B184-9BBC0A4CDF7F}" presName="hierChild2" presStyleCnt="0"/>
      <dgm:spPr/>
    </dgm:pt>
    <dgm:pt modelId="{8DE38B50-BA30-4575-9753-20E7EE4DC2E9}" type="pres">
      <dgm:prSet presAssocID="{9A42E193-AE30-41E0-86F1-06B52E1821E8}" presName="hierRoot1" presStyleCnt="0"/>
      <dgm:spPr/>
    </dgm:pt>
    <dgm:pt modelId="{0E55FB17-328B-4667-A6BD-D7D4F0621AB7}" type="pres">
      <dgm:prSet presAssocID="{9A42E193-AE30-41E0-86F1-06B52E1821E8}" presName="composite" presStyleCnt="0"/>
      <dgm:spPr/>
    </dgm:pt>
    <dgm:pt modelId="{16A4C312-ECB8-4A31-BFE9-4E44A53EBE7E}" type="pres">
      <dgm:prSet presAssocID="{9A42E193-AE30-41E0-86F1-06B52E1821E8}" presName="background" presStyleLbl="node0" presStyleIdx="1" presStyleCnt="2"/>
      <dgm:spPr/>
    </dgm:pt>
    <dgm:pt modelId="{BF63E5AA-0C7A-4580-B53E-835ABD30E283}" type="pres">
      <dgm:prSet presAssocID="{9A42E193-AE30-41E0-86F1-06B52E1821E8}" presName="text" presStyleLbl="fgAcc0" presStyleIdx="1" presStyleCnt="2">
        <dgm:presLayoutVars>
          <dgm:chPref val="3"/>
        </dgm:presLayoutVars>
      </dgm:prSet>
      <dgm:spPr/>
    </dgm:pt>
    <dgm:pt modelId="{DEB2C244-589B-45C1-BE8C-0CBEC63449C3}" type="pres">
      <dgm:prSet presAssocID="{9A42E193-AE30-41E0-86F1-06B52E1821E8}" presName="hierChild2" presStyleCnt="0"/>
      <dgm:spPr/>
    </dgm:pt>
  </dgm:ptLst>
  <dgm:cxnLst>
    <dgm:cxn modelId="{DF89B32C-6198-4398-A68B-F0D3D96C81BD}" type="presOf" srcId="{BC58271E-2EB9-45D1-A477-33E2F4752AE4}" destId="{E2613802-B7BC-44F9-A21B-DEF59F3C0030}" srcOrd="0" destOrd="0" presId="urn:microsoft.com/office/officeart/2005/8/layout/hierarchy1"/>
    <dgm:cxn modelId="{22EF2464-FAA6-47D3-84BD-DF24D7C942FC}" type="presOf" srcId="{7D0DC448-8848-4B71-B184-9BBC0A4CDF7F}" destId="{E37AD844-21A4-4C29-B4DA-783A7126AC4B}" srcOrd="0" destOrd="0" presId="urn:microsoft.com/office/officeart/2005/8/layout/hierarchy1"/>
    <dgm:cxn modelId="{B0978F6F-1213-48E4-AEB8-005A94588202}" srcId="{BC58271E-2EB9-45D1-A477-33E2F4752AE4}" destId="{9A42E193-AE30-41E0-86F1-06B52E1821E8}" srcOrd="1" destOrd="0" parTransId="{6AAE1BCF-5875-4D72-8CF1-E8EA5DEC71B2}" sibTransId="{C2E44580-098F-4009-93AD-D824792CE754}"/>
    <dgm:cxn modelId="{460A1650-4A29-4D77-A59D-63B38401780E}" srcId="{BC58271E-2EB9-45D1-A477-33E2F4752AE4}" destId="{7D0DC448-8848-4B71-B184-9BBC0A4CDF7F}" srcOrd="0" destOrd="0" parTransId="{AB03F8B7-07DC-4C59-A85A-9575A6CD7AC3}" sibTransId="{BF56A368-5FAC-44E4-85AC-4A516AFBE6B8}"/>
    <dgm:cxn modelId="{22E27493-1169-45A2-AC65-BEFF13737463}" type="presOf" srcId="{9A42E193-AE30-41E0-86F1-06B52E1821E8}" destId="{BF63E5AA-0C7A-4580-B53E-835ABD30E283}" srcOrd="0" destOrd="0" presId="urn:microsoft.com/office/officeart/2005/8/layout/hierarchy1"/>
    <dgm:cxn modelId="{2ADF6B44-8DC9-4BAE-8534-11BA52303341}" type="presParOf" srcId="{E2613802-B7BC-44F9-A21B-DEF59F3C0030}" destId="{933BC747-37ED-40BF-A938-B2379C3B970C}" srcOrd="0" destOrd="0" presId="urn:microsoft.com/office/officeart/2005/8/layout/hierarchy1"/>
    <dgm:cxn modelId="{B379944A-E434-4280-8772-B9B910EB5FDA}" type="presParOf" srcId="{933BC747-37ED-40BF-A938-B2379C3B970C}" destId="{798C4745-38CB-47E3-9018-840306AD04FF}" srcOrd="0" destOrd="0" presId="urn:microsoft.com/office/officeart/2005/8/layout/hierarchy1"/>
    <dgm:cxn modelId="{95888ADF-1103-472C-9E03-CEDD4FFCA377}" type="presParOf" srcId="{798C4745-38CB-47E3-9018-840306AD04FF}" destId="{C07D4540-E3A9-496B-9B63-A4DF0F845950}" srcOrd="0" destOrd="0" presId="urn:microsoft.com/office/officeart/2005/8/layout/hierarchy1"/>
    <dgm:cxn modelId="{176F267D-E92A-4D4B-9C5A-435D8912BD23}" type="presParOf" srcId="{798C4745-38CB-47E3-9018-840306AD04FF}" destId="{E37AD844-21A4-4C29-B4DA-783A7126AC4B}" srcOrd="1" destOrd="0" presId="urn:microsoft.com/office/officeart/2005/8/layout/hierarchy1"/>
    <dgm:cxn modelId="{142855D0-7359-4B65-9FC7-79609EE5AD22}" type="presParOf" srcId="{933BC747-37ED-40BF-A938-B2379C3B970C}" destId="{56F84D6C-753A-477E-BAEA-09798F45BB7D}" srcOrd="1" destOrd="0" presId="urn:microsoft.com/office/officeart/2005/8/layout/hierarchy1"/>
    <dgm:cxn modelId="{25EC198B-B20A-4FFB-A274-34DDF90CDE29}" type="presParOf" srcId="{E2613802-B7BC-44F9-A21B-DEF59F3C0030}" destId="{8DE38B50-BA30-4575-9753-20E7EE4DC2E9}" srcOrd="1" destOrd="0" presId="urn:microsoft.com/office/officeart/2005/8/layout/hierarchy1"/>
    <dgm:cxn modelId="{14FACA17-22C3-4337-8465-5E4AF333DB2B}" type="presParOf" srcId="{8DE38B50-BA30-4575-9753-20E7EE4DC2E9}" destId="{0E55FB17-328B-4667-A6BD-D7D4F0621AB7}" srcOrd="0" destOrd="0" presId="urn:microsoft.com/office/officeart/2005/8/layout/hierarchy1"/>
    <dgm:cxn modelId="{E734344F-21B2-4C57-8225-DA608A0A30EB}" type="presParOf" srcId="{0E55FB17-328B-4667-A6BD-D7D4F0621AB7}" destId="{16A4C312-ECB8-4A31-BFE9-4E44A53EBE7E}" srcOrd="0" destOrd="0" presId="urn:microsoft.com/office/officeart/2005/8/layout/hierarchy1"/>
    <dgm:cxn modelId="{D8590272-5B39-44EE-9340-98785FB8A2A7}" type="presParOf" srcId="{0E55FB17-328B-4667-A6BD-D7D4F0621AB7}" destId="{BF63E5AA-0C7A-4580-B53E-835ABD30E283}" srcOrd="1" destOrd="0" presId="urn:microsoft.com/office/officeart/2005/8/layout/hierarchy1"/>
    <dgm:cxn modelId="{39D3515F-E56E-4CEC-A59C-14D03CF05CE7}" type="presParOf" srcId="{8DE38B50-BA30-4575-9753-20E7EE4DC2E9}" destId="{DEB2C244-589B-45C1-BE8C-0CBEC63449C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AD9BB7B-CEAB-4518-8C42-181C051EDF43}"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6E0AA7E4-C5E3-4782-8D00-AA78A7983D0B}">
      <dgm:prSet custT="1"/>
      <dgm:spPr/>
      <dgm:t>
        <a:bodyPr/>
        <a:lstStyle/>
        <a:p>
          <a:r>
            <a:rPr lang="en-IN" sz="2800" dirty="0"/>
            <a:t>Comes Pre-Configured</a:t>
          </a:r>
          <a:endParaRPr lang="en-US" sz="2800" dirty="0"/>
        </a:p>
      </dgm:t>
    </dgm:pt>
    <dgm:pt modelId="{6361F846-B620-446F-BD7E-CD42EC6E11B4}" type="parTrans" cxnId="{A3D7FA2F-E128-4C35-A8CB-C71EDE6DB33F}">
      <dgm:prSet/>
      <dgm:spPr/>
      <dgm:t>
        <a:bodyPr/>
        <a:lstStyle/>
        <a:p>
          <a:endParaRPr lang="en-US"/>
        </a:p>
      </dgm:t>
    </dgm:pt>
    <dgm:pt modelId="{B1361847-B7E5-4211-B5D6-D9ED598468DF}" type="sibTrans" cxnId="{A3D7FA2F-E128-4C35-A8CB-C71EDE6DB33F}">
      <dgm:prSet/>
      <dgm:spPr/>
      <dgm:t>
        <a:bodyPr/>
        <a:lstStyle/>
        <a:p>
          <a:endParaRPr lang="en-US"/>
        </a:p>
      </dgm:t>
    </dgm:pt>
    <dgm:pt modelId="{E9B048B7-5F4A-48B2-931C-3C70443C951B}">
      <dgm:prSet custT="1"/>
      <dgm:spPr/>
      <dgm:t>
        <a:bodyPr/>
        <a:lstStyle/>
        <a:p>
          <a:r>
            <a:rPr lang="en-IN" sz="2800" dirty="0"/>
            <a:t>Includes 1 Subnet per Availability Zone</a:t>
          </a:r>
          <a:endParaRPr lang="en-US" sz="2800" dirty="0"/>
        </a:p>
      </dgm:t>
    </dgm:pt>
    <dgm:pt modelId="{CC5A86BE-8494-4C74-BE6D-7D0AFD91BB78}" type="parTrans" cxnId="{0B206947-E6A8-4604-985C-77FE7297907C}">
      <dgm:prSet/>
      <dgm:spPr/>
      <dgm:t>
        <a:bodyPr/>
        <a:lstStyle/>
        <a:p>
          <a:endParaRPr lang="en-US"/>
        </a:p>
      </dgm:t>
    </dgm:pt>
    <dgm:pt modelId="{0C76C737-A53E-4C0B-9E73-471AB96590A8}" type="sibTrans" cxnId="{0B206947-E6A8-4604-985C-77FE7297907C}">
      <dgm:prSet/>
      <dgm:spPr/>
      <dgm:t>
        <a:bodyPr/>
        <a:lstStyle/>
        <a:p>
          <a:endParaRPr lang="en-US"/>
        </a:p>
      </dgm:t>
    </dgm:pt>
    <dgm:pt modelId="{0783254C-67CF-4A56-A38C-0121597F49D6}">
      <dgm:prSet custT="1"/>
      <dgm:spPr/>
      <dgm:t>
        <a:bodyPr/>
        <a:lstStyle/>
        <a:p>
          <a:r>
            <a:rPr lang="en-IN" sz="2800" dirty="0"/>
            <a:t>Has an Internet Gateway</a:t>
          </a:r>
          <a:endParaRPr lang="en-US" sz="2800" dirty="0"/>
        </a:p>
      </dgm:t>
    </dgm:pt>
    <dgm:pt modelId="{679B72F4-1291-403D-BB93-B6CD38FFC1C4}" type="parTrans" cxnId="{933644D6-4EE9-457B-8388-3625AB08EB71}">
      <dgm:prSet/>
      <dgm:spPr/>
      <dgm:t>
        <a:bodyPr/>
        <a:lstStyle/>
        <a:p>
          <a:endParaRPr lang="en-US"/>
        </a:p>
      </dgm:t>
    </dgm:pt>
    <dgm:pt modelId="{8D5C4395-EEC9-404F-9E72-700BF046A6D2}" type="sibTrans" cxnId="{933644D6-4EE9-457B-8388-3625AB08EB71}">
      <dgm:prSet/>
      <dgm:spPr/>
      <dgm:t>
        <a:bodyPr/>
        <a:lstStyle/>
        <a:p>
          <a:endParaRPr lang="en-US"/>
        </a:p>
      </dgm:t>
    </dgm:pt>
    <dgm:pt modelId="{344F6A7B-F0D2-4DDF-8829-A0D0C65AAC93}">
      <dgm:prSet custT="1"/>
      <dgm:spPr/>
      <dgm:t>
        <a:bodyPr/>
        <a:lstStyle/>
        <a:p>
          <a:r>
            <a:rPr lang="en-IN" sz="2800" dirty="0"/>
            <a:t>Default Route Table</a:t>
          </a:r>
          <a:endParaRPr lang="en-US" sz="2800" dirty="0"/>
        </a:p>
      </dgm:t>
    </dgm:pt>
    <dgm:pt modelId="{B18036B4-AAAC-48D1-9FB6-D77F6439CB56}" type="parTrans" cxnId="{2E846185-5ABE-446F-8CA8-97E6736B3A71}">
      <dgm:prSet/>
      <dgm:spPr/>
      <dgm:t>
        <a:bodyPr/>
        <a:lstStyle/>
        <a:p>
          <a:endParaRPr lang="en-US"/>
        </a:p>
      </dgm:t>
    </dgm:pt>
    <dgm:pt modelId="{BCC63556-E32B-4CBB-82A2-B6425A89C933}" type="sibTrans" cxnId="{2E846185-5ABE-446F-8CA8-97E6736B3A71}">
      <dgm:prSet/>
      <dgm:spPr/>
      <dgm:t>
        <a:bodyPr/>
        <a:lstStyle/>
        <a:p>
          <a:endParaRPr lang="en-US"/>
        </a:p>
      </dgm:t>
    </dgm:pt>
    <dgm:pt modelId="{025C2A8A-B39D-4CC9-BFC3-43DBA0C9C24C}">
      <dgm:prSet custT="1"/>
      <dgm:spPr/>
      <dgm:t>
        <a:bodyPr/>
        <a:lstStyle/>
        <a:p>
          <a:r>
            <a:rPr lang="en-IN" sz="2800" dirty="0"/>
            <a:t>Security Groups &amp; NACLs</a:t>
          </a:r>
          <a:endParaRPr lang="en-US" sz="2800" dirty="0"/>
        </a:p>
      </dgm:t>
    </dgm:pt>
    <dgm:pt modelId="{6A26C1C3-318E-401E-89B1-AAA7378A9BCC}" type="parTrans" cxnId="{8D1185FE-876F-4022-9059-AAB19DA6E4D3}">
      <dgm:prSet/>
      <dgm:spPr/>
      <dgm:t>
        <a:bodyPr/>
        <a:lstStyle/>
        <a:p>
          <a:endParaRPr lang="en-US"/>
        </a:p>
      </dgm:t>
    </dgm:pt>
    <dgm:pt modelId="{527E4E2E-BD58-48EF-A3AC-C2148A0FC39E}" type="sibTrans" cxnId="{8D1185FE-876F-4022-9059-AAB19DA6E4D3}">
      <dgm:prSet/>
      <dgm:spPr/>
      <dgm:t>
        <a:bodyPr/>
        <a:lstStyle/>
        <a:p>
          <a:endParaRPr lang="en-US"/>
        </a:p>
      </dgm:t>
    </dgm:pt>
    <dgm:pt modelId="{1343FAEB-6722-4B41-9713-4F3D04F287F3}">
      <dgm:prSet custT="1"/>
      <dgm:spPr/>
      <dgm:t>
        <a:bodyPr/>
        <a:lstStyle/>
        <a:p>
          <a:r>
            <a:rPr lang="en-IN" sz="2800" dirty="0"/>
            <a:t>Public IP Assignment Enabled</a:t>
          </a:r>
          <a:endParaRPr lang="en-US" sz="2800" dirty="0"/>
        </a:p>
      </dgm:t>
    </dgm:pt>
    <dgm:pt modelId="{1E3111F4-703C-483A-9D23-E149EBDA05EA}" type="parTrans" cxnId="{AD356E0F-67E8-4594-AA02-20DCBB03F501}">
      <dgm:prSet/>
      <dgm:spPr/>
      <dgm:t>
        <a:bodyPr/>
        <a:lstStyle/>
        <a:p>
          <a:endParaRPr lang="en-US"/>
        </a:p>
      </dgm:t>
    </dgm:pt>
    <dgm:pt modelId="{F4AD1151-659C-4668-A229-FEA930939100}" type="sibTrans" cxnId="{AD356E0F-67E8-4594-AA02-20DCBB03F501}">
      <dgm:prSet/>
      <dgm:spPr/>
      <dgm:t>
        <a:bodyPr/>
        <a:lstStyle/>
        <a:p>
          <a:endParaRPr lang="en-US"/>
        </a:p>
      </dgm:t>
    </dgm:pt>
    <dgm:pt modelId="{8B6FF27A-466B-469F-B25D-63BC1D9CC249}" type="pres">
      <dgm:prSet presAssocID="{3AD9BB7B-CEAB-4518-8C42-181C051EDF43}" presName="diagram" presStyleCnt="0">
        <dgm:presLayoutVars>
          <dgm:dir/>
          <dgm:resizeHandles val="exact"/>
        </dgm:presLayoutVars>
      </dgm:prSet>
      <dgm:spPr/>
    </dgm:pt>
    <dgm:pt modelId="{79F65C8C-EB05-456C-87C4-62E13E486B58}" type="pres">
      <dgm:prSet presAssocID="{6E0AA7E4-C5E3-4782-8D00-AA78A7983D0B}" presName="node" presStyleLbl="node1" presStyleIdx="0" presStyleCnt="6">
        <dgm:presLayoutVars>
          <dgm:bulletEnabled val="1"/>
        </dgm:presLayoutVars>
      </dgm:prSet>
      <dgm:spPr/>
    </dgm:pt>
    <dgm:pt modelId="{C895491A-CC43-450A-8D75-8C7DFDA8BA18}" type="pres">
      <dgm:prSet presAssocID="{B1361847-B7E5-4211-B5D6-D9ED598468DF}" presName="sibTrans" presStyleCnt="0"/>
      <dgm:spPr/>
    </dgm:pt>
    <dgm:pt modelId="{F1020A5B-A43D-4C2A-87F1-5151D1E88A4C}" type="pres">
      <dgm:prSet presAssocID="{E9B048B7-5F4A-48B2-931C-3C70443C951B}" presName="node" presStyleLbl="node1" presStyleIdx="1" presStyleCnt="6">
        <dgm:presLayoutVars>
          <dgm:bulletEnabled val="1"/>
        </dgm:presLayoutVars>
      </dgm:prSet>
      <dgm:spPr/>
    </dgm:pt>
    <dgm:pt modelId="{3BF9DE33-9B21-4FF6-9A17-1891F824C09C}" type="pres">
      <dgm:prSet presAssocID="{0C76C737-A53E-4C0B-9E73-471AB96590A8}" presName="sibTrans" presStyleCnt="0"/>
      <dgm:spPr/>
    </dgm:pt>
    <dgm:pt modelId="{93023EDD-8363-4535-8CCE-8259A4037E77}" type="pres">
      <dgm:prSet presAssocID="{0783254C-67CF-4A56-A38C-0121597F49D6}" presName="node" presStyleLbl="node1" presStyleIdx="2" presStyleCnt="6">
        <dgm:presLayoutVars>
          <dgm:bulletEnabled val="1"/>
        </dgm:presLayoutVars>
      </dgm:prSet>
      <dgm:spPr/>
    </dgm:pt>
    <dgm:pt modelId="{1CC87226-D009-474D-A889-DE4CD45ACE1B}" type="pres">
      <dgm:prSet presAssocID="{8D5C4395-EEC9-404F-9E72-700BF046A6D2}" presName="sibTrans" presStyleCnt="0"/>
      <dgm:spPr/>
    </dgm:pt>
    <dgm:pt modelId="{FC313C1E-6B19-492E-B2FD-EDD4791246D7}" type="pres">
      <dgm:prSet presAssocID="{344F6A7B-F0D2-4DDF-8829-A0D0C65AAC93}" presName="node" presStyleLbl="node1" presStyleIdx="3" presStyleCnt="6">
        <dgm:presLayoutVars>
          <dgm:bulletEnabled val="1"/>
        </dgm:presLayoutVars>
      </dgm:prSet>
      <dgm:spPr/>
    </dgm:pt>
    <dgm:pt modelId="{2C4FF77C-3E03-45D4-A3AF-1B0EB9D4B354}" type="pres">
      <dgm:prSet presAssocID="{BCC63556-E32B-4CBB-82A2-B6425A89C933}" presName="sibTrans" presStyleCnt="0"/>
      <dgm:spPr/>
    </dgm:pt>
    <dgm:pt modelId="{5AF3FFEE-F517-4CC6-A2FE-38EF2478D6FD}" type="pres">
      <dgm:prSet presAssocID="{025C2A8A-B39D-4CC9-BFC3-43DBA0C9C24C}" presName="node" presStyleLbl="node1" presStyleIdx="4" presStyleCnt="6">
        <dgm:presLayoutVars>
          <dgm:bulletEnabled val="1"/>
        </dgm:presLayoutVars>
      </dgm:prSet>
      <dgm:spPr/>
    </dgm:pt>
    <dgm:pt modelId="{BE069F34-D8F9-4D66-8660-2BCCD40A8C47}" type="pres">
      <dgm:prSet presAssocID="{527E4E2E-BD58-48EF-A3AC-C2148A0FC39E}" presName="sibTrans" presStyleCnt="0"/>
      <dgm:spPr/>
    </dgm:pt>
    <dgm:pt modelId="{22509E42-F578-4053-8DAF-CA1FA454394C}" type="pres">
      <dgm:prSet presAssocID="{1343FAEB-6722-4B41-9713-4F3D04F287F3}" presName="node" presStyleLbl="node1" presStyleIdx="5" presStyleCnt="6">
        <dgm:presLayoutVars>
          <dgm:bulletEnabled val="1"/>
        </dgm:presLayoutVars>
      </dgm:prSet>
      <dgm:spPr/>
    </dgm:pt>
  </dgm:ptLst>
  <dgm:cxnLst>
    <dgm:cxn modelId="{AD356E0F-67E8-4594-AA02-20DCBB03F501}" srcId="{3AD9BB7B-CEAB-4518-8C42-181C051EDF43}" destId="{1343FAEB-6722-4B41-9713-4F3D04F287F3}" srcOrd="5" destOrd="0" parTransId="{1E3111F4-703C-483A-9D23-E149EBDA05EA}" sibTransId="{F4AD1151-659C-4668-A229-FEA930939100}"/>
    <dgm:cxn modelId="{2FF10510-0E0B-4861-8AEE-4DC4F148B134}" type="presOf" srcId="{1343FAEB-6722-4B41-9713-4F3D04F287F3}" destId="{22509E42-F578-4053-8DAF-CA1FA454394C}" srcOrd="0" destOrd="0" presId="urn:microsoft.com/office/officeart/2005/8/layout/default"/>
    <dgm:cxn modelId="{A3D7FA2F-E128-4C35-A8CB-C71EDE6DB33F}" srcId="{3AD9BB7B-CEAB-4518-8C42-181C051EDF43}" destId="{6E0AA7E4-C5E3-4782-8D00-AA78A7983D0B}" srcOrd="0" destOrd="0" parTransId="{6361F846-B620-446F-BD7E-CD42EC6E11B4}" sibTransId="{B1361847-B7E5-4211-B5D6-D9ED598468DF}"/>
    <dgm:cxn modelId="{3B49DE43-934C-45B5-AB7B-28CD68CC2F92}" type="presOf" srcId="{025C2A8A-B39D-4CC9-BFC3-43DBA0C9C24C}" destId="{5AF3FFEE-F517-4CC6-A2FE-38EF2478D6FD}" srcOrd="0" destOrd="0" presId="urn:microsoft.com/office/officeart/2005/8/layout/default"/>
    <dgm:cxn modelId="{0B206947-E6A8-4604-985C-77FE7297907C}" srcId="{3AD9BB7B-CEAB-4518-8C42-181C051EDF43}" destId="{E9B048B7-5F4A-48B2-931C-3C70443C951B}" srcOrd="1" destOrd="0" parTransId="{CC5A86BE-8494-4C74-BE6D-7D0AFD91BB78}" sibTransId="{0C76C737-A53E-4C0B-9E73-471AB96590A8}"/>
    <dgm:cxn modelId="{DFAE7B6F-0013-492D-8259-A589B517B169}" type="presOf" srcId="{6E0AA7E4-C5E3-4782-8D00-AA78A7983D0B}" destId="{79F65C8C-EB05-456C-87C4-62E13E486B58}" srcOrd="0" destOrd="0" presId="urn:microsoft.com/office/officeart/2005/8/layout/default"/>
    <dgm:cxn modelId="{2E846185-5ABE-446F-8CA8-97E6736B3A71}" srcId="{3AD9BB7B-CEAB-4518-8C42-181C051EDF43}" destId="{344F6A7B-F0D2-4DDF-8829-A0D0C65AAC93}" srcOrd="3" destOrd="0" parTransId="{B18036B4-AAAC-48D1-9FB6-D77F6439CB56}" sibTransId="{BCC63556-E32B-4CBB-82A2-B6425A89C933}"/>
    <dgm:cxn modelId="{E31E0C87-7B84-4FEF-B669-D5ECA2CEDF18}" type="presOf" srcId="{3AD9BB7B-CEAB-4518-8C42-181C051EDF43}" destId="{8B6FF27A-466B-469F-B25D-63BC1D9CC249}" srcOrd="0" destOrd="0" presId="urn:microsoft.com/office/officeart/2005/8/layout/default"/>
    <dgm:cxn modelId="{785D6196-085C-4ED1-BFFD-D34B91C60DDE}" type="presOf" srcId="{E9B048B7-5F4A-48B2-931C-3C70443C951B}" destId="{F1020A5B-A43D-4C2A-87F1-5151D1E88A4C}" srcOrd="0" destOrd="0" presId="urn:microsoft.com/office/officeart/2005/8/layout/default"/>
    <dgm:cxn modelId="{5A1CC79F-4752-4115-9F7A-299D4E134502}" type="presOf" srcId="{0783254C-67CF-4A56-A38C-0121597F49D6}" destId="{93023EDD-8363-4535-8CCE-8259A4037E77}" srcOrd="0" destOrd="0" presId="urn:microsoft.com/office/officeart/2005/8/layout/default"/>
    <dgm:cxn modelId="{933644D6-4EE9-457B-8388-3625AB08EB71}" srcId="{3AD9BB7B-CEAB-4518-8C42-181C051EDF43}" destId="{0783254C-67CF-4A56-A38C-0121597F49D6}" srcOrd="2" destOrd="0" parTransId="{679B72F4-1291-403D-BB93-B6CD38FFC1C4}" sibTransId="{8D5C4395-EEC9-404F-9E72-700BF046A6D2}"/>
    <dgm:cxn modelId="{9B79D3D6-2000-415B-AB63-ACBC2454220A}" type="presOf" srcId="{344F6A7B-F0D2-4DDF-8829-A0D0C65AAC93}" destId="{FC313C1E-6B19-492E-B2FD-EDD4791246D7}" srcOrd="0" destOrd="0" presId="urn:microsoft.com/office/officeart/2005/8/layout/default"/>
    <dgm:cxn modelId="{8D1185FE-876F-4022-9059-AAB19DA6E4D3}" srcId="{3AD9BB7B-CEAB-4518-8C42-181C051EDF43}" destId="{025C2A8A-B39D-4CC9-BFC3-43DBA0C9C24C}" srcOrd="4" destOrd="0" parTransId="{6A26C1C3-318E-401E-89B1-AAA7378A9BCC}" sibTransId="{527E4E2E-BD58-48EF-A3AC-C2148A0FC39E}"/>
    <dgm:cxn modelId="{1FF8EB5E-6F4D-4D5E-8A6C-FA9636440275}" type="presParOf" srcId="{8B6FF27A-466B-469F-B25D-63BC1D9CC249}" destId="{79F65C8C-EB05-456C-87C4-62E13E486B58}" srcOrd="0" destOrd="0" presId="urn:microsoft.com/office/officeart/2005/8/layout/default"/>
    <dgm:cxn modelId="{A70773CB-4FA2-4EC0-94AF-39D4ADFC826A}" type="presParOf" srcId="{8B6FF27A-466B-469F-B25D-63BC1D9CC249}" destId="{C895491A-CC43-450A-8D75-8C7DFDA8BA18}" srcOrd="1" destOrd="0" presId="urn:microsoft.com/office/officeart/2005/8/layout/default"/>
    <dgm:cxn modelId="{AED2FC2A-53AE-4C12-B69F-BB06FFF58380}" type="presParOf" srcId="{8B6FF27A-466B-469F-B25D-63BC1D9CC249}" destId="{F1020A5B-A43D-4C2A-87F1-5151D1E88A4C}" srcOrd="2" destOrd="0" presId="urn:microsoft.com/office/officeart/2005/8/layout/default"/>
    <dgm:cxn modelId="{98CEF7BF-50AF-4E04-83B5-CF156CD6DEA9}" type="presParOf" srcId="{8B6FF27A-466B-469F-B25D-63BC1D9CC249}" destId="{3BF9DE33-9B21-4FF6-9A17-1891F824C09C}" srcOrd="3" destOrd="0" presId="urn:microsoft.com/office/officeart/2005/8/layout/default"/>
    <dgm:cxn modelId="{8A1F1B93-A0DE-4AF8-830C-206A74286B71}" type="presParOf" srcId="{8B6FF27A-466B-469F-B25D-63BC1D9CC249}" destId="{93023EDD-8363-4535-8CCE-8259A4037E77}" srcOrd="4" destOrd="0" presId="urn:microsoft.com/office/officeart/2005/8/layout/default"/>
    <dgm:cxn modelId="{4CD1BDEE-1293-48BA-A4A6-430B44187C73}" type="presParOf" srcId="{8B6FF27A-466B-469F-B25D-63BC1D9CC249}" destId="{1CC87226-D009-474D-A889-DE4CD45ACE1B}" srcOrd="5" destOrd="0" presId="urn:microsoft.com/office/officeart/2005/8/layout/default"/>
    <dgm:cxn modelId="{1AAC8E45-3D41-4E03-9B48-0C4D7AE16DA7}" type="presParOf" srcId="{8B6FF27A-466B-469F-B25D-63BC1D9CC249}" destId="{FC313C1E-6B19-492E-B2FD-EDD4791246D7}" srcOrd="6" destOrd="0" presId="urn:microsoft.com/office/officeart/2005/8/layout/default"/>
    <dgm:cxn modelId="{EF2BF224-29D1-4648-903A-ECF6248B5066}" type="presParOf" srcId="{8B6FF27A-466B-469F-B25D-63BC1D9CC249}" destId="{2C4FF77C-3E03-45D4-A3AF-1B0EB9D4B354}" srcOrd="7" destOrd="0" presId="urn:microsoft.com/office/officeart/2005/8/layout/default"/>
    <dgm:cxn modelId="{4C6404AB-8DD5-4DD8-B65C-400FD8A6E907}" type="presParOf" srcId="{8B6FF27A-466B-469F-B25D-63BC1D9CC249}" destId="{5AF3FFEE-F517-4CC6-A2FE-38EF2478D6FD}" srcOrd="8" destOrd="0" presId="urn:microsoft.com/office/officeart/2005/8/layout/default"/>
    <dgm:cxn modelId="{1F61CA74-781E-4DB5-B129-69137F922B19}" type="presParOf" srcId="{8B6FF27A-466B-469F-B25D-63BC1D9CC249}" destId="{BE069F34-D8F9-4D66-8660-2BCCD40A8C47}" srcOrd="9" destOrd="0" presId="urn:microsoft.com/office/officeart/2005/8/layout/default"/>
    <dgm:cxn modelId="{E84109B2-BE23-4F02-995A-B350A1788F22}" type="presParOf" srcId="{8B6FF27A-466B-469F-B25D-63BC1D9CC249}" destId="{22509E42-F578-4053-8DAF-CA1FA454394C}" srcOrd="1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F35425-5A45-4F2F-B89C-71D44DA973A9}">
      <dsp:nvSpPr>
        <dsp:cNvPr id="0" name=""/>
        <dsp:cNvSpPr/>
      </dsp:nvSpPr>
      <dsp:spPr>
        <a:xfrm>
          <a:off x="984314" y="196073"/>
          <a:ext cx="717451" cy="7174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4C2D15-BDB6-40B5-B826-E51453FCB394}">
      <dsp:nvSpPr>
        <dsp:cNvPr id="0" name=""/>
        <dsp:cNvSpPr/>
      </dsp:nvSpPr>
      <dsp:spPr>
        <a:xfrm>
          <a:off x="545872" y="1152766"/>
          <a:ext cx="1594335" cy="637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0" kern="1200"/>
            <a:t>Private isolated network space</a:t>
          </a:r>
        </a:p>
      </dsp:txBody>
      <dsp:txXfrm>
        <a:off x="545872" y="1152766"/>
        <a:ext cx="1594335" cy="637734"/>
      </dsp:txXfrm>
    </dsp:sp>
    <dsp:sp modelId="{46319FAD-7DD5-46BD-92E5-53489CFC44CD}">
      <dsp:nvSpPr>
        <dsp:cNvPr id="0" name=""/>
        <dsp:cNvSpPr/>
      </dsp:nvSpPr>
      <dsp:spPr>
        <a:xfrm>
          <a:off x="2857659" y="196073"/>
          <a:ext cx="717451" cy="7174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506F9C-DCF8-4BC7-BB61-F9E4D4D983CE}">
      <dsp:nvSpPr>
        <dsp:cNvPr id="0" name=""/>
        <dsp:cNvSpPr/>
      </dsp:nvSpPr>
      <dsp:spPr>
        <a:xfrm>
          <a:off x="2419216" y="1152766"/>
          <a:ext cx="1594335" cy="637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0" kern="1200"/>
            <a:t>Custom setup</a:t>
          </a:r>
        </a:p>
      </dsp:txBody>
      <dsp:txXfrm>
        <a:off x="2419216" y="1152766"/>
        <a:ext cx="1594335" cy="637734"/>
      </dsp:txXfrm>
    </dsp:sp>
    <dsp:sp modelId="{229E6CDB-76C6-4ADA-BF5B-0DDE0BD530B6}">
      <dsp:nvSpPr>
        <dsp:cNvPr id="0" name=""/>
        <dsp:cNvSpPr/>
      </dsp:nvSpPr>
      <dsp:spPr>
        <a:xfrm>
          <a:off x="1920986" y="2189084"/>
          <a:ext cx="717451" cy="7174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8C8810-90A2-428C-96ED-724CEFAEA0A7}">
      <dsp:nvSpPr>
        <dsp:cNvPr id="0" name=""/>
        <dsp:cNvSpPr/>
      </dsp:nvSpPr>
      <dsp:spPr>
        <a:xfrm>
          <a:off x="1482544" y="3145777"/>
          <a:ext cx="1594335" cy="637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b="0" kern="1200"/>
            <a:t>Internet access control</a:t>
          </a:r>
        </a:p>
      </dsp:txBody>
      <dsp:txXfrm>
        <a:off x="1482544" y="3145777"/>
        <a:ext cx="1594335" cy="6377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E6C138-5F12-47E2-8B91-0D8DA75E5620}">
      <dsp:nvSpPr>
        <dsp:cNvPr id="0" name=""/>
        <dsp:cNvSpPr/>
      </dsp:nvSpPr>
      <dsp:spPr>
        <a:xfrm>
          <a:off x="3080" y="587032"/>
          <a:ext cx="2444055" cy="14664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1" kern="1200" dirty="0"/>
            <a:t>Virtual private clouds (VPC)</a:t>
          </a:r>
          <a:endParaRPr lang="en-US" sz="2800" kern="1200" dirty="0"/>
        </a:p>
      </dsp:txBody>
      <dsp:txXfrm>
        <a:off x="3080" y="587032"/>
        <a:ext cx="2444055" cy="1466433"/>
      </dsp:txXfrm>
    </dsp:sp>
    <dsp:sp modelId="{3FBCEE4E-1AC2-4E65-BFE1-8184875D672F}">
      <dsp:nvSpPr>
        <dsp:cNvPr id="0" name=""/>
        <dsp:cNvSpPr/>
      </dsp:nvSpPr>
      <dsp:spPr>
        <a:xfrm>
          <a:off x="2691541" y="587032"/>
          <a:ext cx="2444055" cy="14664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1" kern="1200" dirty="0"/>
            <a:t>Subnets</a:t>
          </a:r>
          <a:endParaRPr lang="en-US" sz="2800" kern="1200" dirty="0"/>
        </a:p>
      </dsp:txBody>
      <dsp:txXfrm>
        <a:off x="2691541" y="587032"/>
        <a:ext cx="2444055" cy="1466433"/>
      </dsp:txXfrm>
    </dsp:sp>
    <dsp:sp modelId="{71B44C5E-EC9A-4DC3-861A-386F03933354}">
      <dsp:nvSpPr>
        <dsp:cNvPr id="0" name=""/>
        <dsp:cNvSpPr/>
      </dsp:nvSpPr>
      <dsp:spPr>
        <a:xfrm>
          <a:off x="5380002" y="587032"/>
          <a:ext cx="2444055" cy="14664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1" kern="1200" dirty="0"/>
            <a:t>IP addressing</a:t>
          </a:r>
          <a:endParaRPr lang="en-US" sz="2800" kern="1200" dirty="0"/>
        </a:p>
      </dsp:txBody>
      <dsp:txXfrm>
        <a:off x="5380002" y="587032"/>
        <a:ext cx="2444055" cy="1466433"/>
      </dsp:txXfrm>
    </dsp:sp>
    <dsp:sp modelId="{9C1A500C-02E3-468A-998D-DBBA4F10582C}">
      <dsp:nvSpPr>
        <dsp:cNvPr id="0" name=""/>
        <dsp:cNvSpPr/>
      </dsp:nvSpPr>
      <dsp:spPr>
        <a:xfrm>
          <a:off x="8068463" y="587032"/>
          <a:ext cx="2444055" cy="14664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1" kern="1200" dirty="0"/>
            <a:t>Routing</a:t>
          </a:r>
          <a:endParaRPr lang="en-US" sz="2800" kern="1200" dirty="0"/>
        </a:p>
      </dsp:txBody>
      <dsp:txXfrm>
        <a:off x="8068463" y="587032"/>
        <a:ext cx="2444055" cy="1466433"/>
      </dsp:txXfrm>
    </dsp:sp>
    <dsp:sp modelId="{7529745D-DC2E-4464-8938-10354BD5EFD9}">
      <dsp:nvSpPr>
        <dsp:cNvPr id="0" name=""/>
        <dsp:cNvSpPr/>
      </dsp:nvSpPr>
      <dsp:spPr>
        <a:xfrm>
          <a:off x="1347311" y="2297871"/>
          <a:ext cx="2444055" cy="14664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1" kern="1200" dirty="0"/>
            <a:t>Internet Gateway</a:t>
          </a:r>
          <a:endParaRPr lang="en-US" sz="2800" kern="1200" dirty="0"/>
        </a:p>
      </dsp:txBody>
      <dsp:txXfrm>
        <a:off x="1347311" y="2297871"/>
        <a:ext cx="2444055" cy="1466433"/>
      </dsp:txXfrm>
    </dsp:sp>
    <dsp:sp modelId="{0C924F3D-1CEF-4E75-9EE9-93BEF854B5C2}">
      <dsp:nvSpPr>
        <dsp:cNvPr id="0" name=""/>
        <dsp:cNvSpPr/>
      </dsp:nvSpPr>
      <dsp:spPr>
        <a:xfrm>
          <a:off x="4035772" y="2297871"/>
          <a:ext cx="2444055" cy="14664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NAT Gateway</a:t>
          </a:r>
        </a:p>
      </dsp:txBody>
      <dsp:txXfrm>
        <a:off x="4035772" y="2297871"/>
        <a:ext cx="2444055" cy="1466433"/>
      </dsp:txXfrm>
    </dsp:sp>
    <dsp:sp modelId="{39FF402F-3FDA-458A-8130-BDE50EDDB16D}">
      <dsp:nvSpPr>
        <dsp:cNvPr id="0" name=""/>
        <dsp:cNvSpPr/>
      </dsp:nvSpPr>
      <dsp:spPr>
        <a:xfrm>
          <a:off x="6724233" y="2297871"/>
          <a:ext cx="2444055" cy="146643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b="1" kern="1200" dirty="0"/>
            <a:t>Peering connections</a:t>
          </a:r>
          <a:endParaRPr lang="en-US" sz="2800" kern="1200" dirty="0"/>
        </a:p>
      </dsp:txBody>
      <dsp:txXfrm>
        <a:off x="6724233" y="2297871"/>
        <a:ext cx="2444055" cy="14664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5C2962-9718-4CA7-8847-DA61627F355B}">
      <dsp:nvSpPr>
        <dsp:cNvPr id="0" name=""/>
        <dsp:cNvSpPr/>
      </dsp:nvSpPr>
      <dsp:spPr>
        <a:xfrm>
          <a:off x="82613"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062583-8ED5-4116-8BA4-B6C7911D26D5}">
      <dsp:nvSpPr>
        <dsp:cNvPr id="0" name=""/>
        <dsp:cNvSpPr/>
      </dsp:nvSpPr>
      <dsp:spPr>
        <a:xfrm>
          <a:off x="271034" y="1096980"/>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C20997-83FE-4EB3-A30D-2D390192EA82}">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dirty="0"/>
            <a:t>Isolated Environment for Your Resources</a:t>
          </a:r>
        </a:p>
      </dsp:txBody>
      <dsp:txXfrm>
        <a:off x="1172126" y="908559"/>
        <a:ext cx="2114937" cy="897246"/>
      </dsp:txXfrm>
    </dsp:sp>
    <dsp:sp modelId="{81BF6FE0-638C-43A1-947D-EE03329B5B26}">
      <dsp:nvSpPr>
        <dsp:cNvPr id="0" name=""/>
        <dsp:cNvSpPr/>
      </dsp:nvSpPr>
      <dsp:spPr>
        <a:xfrm>
          <a:off x="3655575"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8A9E1E-3965-4D2C-9772-AF8929B6D626}">
      <dsp:nvSpPr>
        <dsp:cNvPr id="0" name=""/>
        <dsp:cNvSpPr/>
      </dsp:nvSpPr>
      <dsp:spPr>
        <a:xfrm>
          <a:off x="3843996" y="1096980"/>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CE0B08-F261-4B87-A87F-565D29B0BFEB}">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dirty="0"/>
            <a:t>Required for Most AWS Services</a:t>
          </a:r>
        </a:p>
      </dsp:txBody>
      <dsp:txXfrm>
        <a:off x="4745088" y="908559"/>
        <a:ext cx="2114937" cy="897246"/>
      </dsp:txXfrm>
    </dsp:sp>
    <dsp:sp modelId="{0A63DAC0-DB08-4270-9B27-EC0BA21FD329}">
      <dsp:nvSpPr>
        <dsp:cNvPr id="0" name=""/>
        <dsp:cNvSpPr/>
      </dsp:nvSpPr>
      <dsp:spPr>
        <a:xfrm>
          <a:off x="7228536"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9C58B9-BF64-4C0C-BE92-3DA8E30E8302}">
      <dsp:nvSpPr>
        <dsp:cNvPr id="0" name=""/>
        <dsp:cNvSpPr/>
      </dsp:nvSpPr>
      <dsp:spPr>
        <a:xfrm>
          <a:off x="7416958" y="1096980"/>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856EF6-7D7E-4494-9190-B3960D781F18}">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t>Security Control</a:t>
          </a:r>
          <a:endParaRPr lang="en-US" sz="2000" kern="1200" dirty="0"/>
        </a:p>
      </dsp:txBody>
      <dsp:txXfrm>
        <a:off x="8318049" y="908559"/>
        <a:ext cx="2114937" cy="897246"/>
      </dsp:txXfrm>
    </dsp:sp>
    <dsp:sp modelId="{CC6FCD37-F519-45F2-94A3-040972501C76}">
      <dsp:nvSpPr>
        <dsp:cNvPr id="0" name=""/>
        <dsp:cNvSpPr/>
      </dsp:nvSpPr>
      <dsp:spPr>
        <a:xfrm>
          <a:off x="82613"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9756D1-D1D7-413B-9DE6-896954966956}">
      <dsp:nvSpPr>
        <dsp:cNvPr id="0" name=""/>
        <dsp:cNvSpPr/>
      </dsp:nvSpPr>
      <dsp:spPr>
        <a:xfrm>
          <a:off x="271034" y="2733954"/>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B02AF8-C04A-459A-8AE1-54E6A4F98346}">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t>Controlled Internet Access</a:t>
          </a:r>
          <a:endParaRPr lang="en-US" sz="2000" kern="1200" dirty="0"/>
        </a:p>
      </dsp:txBody>
      <dsp:txXfrm>
        <a:off x="1172126" y="2545532"/>
        <a:ext cx="2114937" cy="897246"/>
      </dsp:txXfrm>
    </dsp:sp>
    <dsp:sp modelId="{98BF4850-2E84-4F19-BF2D-70FC3FDE09BD}">
      <dsp:nvSpPr>
        <dsp:cNvPr id="0" name=""/>
        <dsp:cNvSpPr/>
      </dsp:nvSpPr>
      <dsp:spPr>
        <a:xfrm>
          <a:off x="3655575"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22828C-37A8-401A-B884-2B492A39B43E}">
      <dsp:nvSpPr>
        <dsp:cNvPr id="0" name=""/>
        <dsp:cNvSpPr/>
      </dsp:nvSpPr>
      <dsp:spPr>
        <a:xfrm>
          <a:off x="3843996" y="2733954"/>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B6CD1D-714E-405A-A73A-7E52AEE9535D}">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t>Full Network Customization</a:t>
          </a:r>
          <a:endParaRPr lang="en-US" sz="2000" kern="1200" dirty="0"/>
        </a:p>
      </dsp:txBody>
      <dsp:txXfrm>
        <a:off x="4745088" y="2545532"/>
        <a:ext cx="2114937" cy="897246"/>
      </dsp:txXfrm>
    </dsp:sp>
    <dsp:sp modelId="{A0674E9B-CF86-477C-A7C8-2D2C028B746A}">
      <dsp:nvSpPr>
        <dsp:cNvPr id="0" name=""/>
        <dsp:cNvSpPr/>
      </dsp:nvSpPr>
      <dsp:spPr>
        <a:xfrm>
          <a:off x="7228536"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667AC7-727B-442B-8776-7F5E2E058950}">
      <dsp:nvSpPr>
        <dsp:cNvPr id="0" name=""/>
        <dsp:cNvSpPr/>
      </dsp:nvSpPr>
      <dsp:spPr>
        <a:xfrm>
          <a:off x="7416958" y="2733954"/>
          <a:ext cx="520402" cy="52040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56B500-CC69-4D4B-9B25-A8E50BC9B763}">
      <dsp:nvSpPr>
        <dsp:cNvPr id="0" name=""/>
        <dsp:cNvSpPr/>
      </dsp:nvSpPr>
      <dsp:spPr>
        <a:xfrm>
          <a:off x="8318049"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t>Connect With On-Prem</a:t>
          </a:r>
          <a:endParaRPr lang="en-US" sz="2000" kern="1200" dirty="0"/>
        </a:p>
      </dsp:txBody>
      <dsp:txXfrm>
        <a:off x="8318049" y="2545532"/>
        <a:ext cx="2114937" cy="8972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7D4540-E3A9-496B-9B63-A4DF0F845950}">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7AD844-21A4-4C29-B4DA-783A7126AC4B}">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b="0" i="0" kern="1200" dirty="0"/>
            <a:t>A </a:t>
          </a:r>
          <a:r>
            <a:rPr lang="en-US" sz="2400" b="0" i="1" kern="1200" dirty="0"/>
            <a:t>route table</a:t>
          </a:r>
          <a:r>
            <a:rPr lang="en-US" sz="2400" b="0" i="0" kern="1200" dirty="0"/>
            <a:t> contains a set of rules, called routes, that are used to determine where network traffic from your VPC is directed.</a:t>
          </a:r>
          <a:endParaRPr lang="en-US" sz="2400" kern="1200" dirty="0"/>
        </a:p>
      </dsp:txBody>
      <dsp:txXfrm>
        <a:off x="608661" y="692298"/>
        <a:ext cx="4508047" cy="2799040"/>
      </dsp:txXfrm>
    </dsp:sp>
    <dsp:sp modelId="{16A4C312-ECB8-4A31-BFE9-4E44A53EBE7E}">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63E5AA-0C7A-4580-B53E-835ABD30E283}">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100000"/>
            </a:lnSpc>
            <a:spcBef>
              <a:spcPct val="0"/>
            </a:spcBef>
            <a:spcAft>
              <a:spcPct val="35000"/>
            </a:spcAft>
            <a:buNone/>
          </a:pPr>
          <a:r>
            <a:rPr lang="en-US" sz="2400" b="0" i="0" kern="1200" dirty="0"/>
            <a:t>Each route in a route table specifies the range of IP addresses where you want the traffic to go (the destination) and the gateway, network interface, or connection through which to send the traffic (the target).</a:t>
          </a:r>
          <a:endParaRPr lang="en-US" sz="2400" kern="1200" dirty="0"/>
        </a:p>
      </dsp:txBody>
      <dsp:txXfrm>
        <a:off x="6331365" y="692298"/>
        <a:ext cx="4508047" cy="27990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F65C8C-EB05-456C-87C4-62E13E486B58}">
      <dsp:nvSpPr>
        <dsp:cNvPr id="0" name=""/>
        <dsp:cNvSpPr/>
      </dsp:nvSpPr>
      <dsp:spPr>
        <a:xfrm>
          <a:off x="0" y="39687"/>
          <a:ext cx="3286125" cy="197167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kern="1200" dirty="0"/>
            <a:t>Comes Pre-Configured</a:t>
          </a:r>
          <a:endParaRPr lang="en-US" sz="2800" kern="1200" dirty="0"/>
        </a:p>
      </dsp:txBody>
      <dsp:txXfrm>
        <a:off x="0" y="39687"/>
        <a:ext cx="3286125" cy="1971675"/>
      </dsp:txXfrm>
    </dsp:sp>
    <dsp:sp modelId="{F1020A5B-A43D-4C2A-87F1-5151D1E88A4C}">
      <dsp:nvSpPr>
        <dsp:cNvPr id="0" name=""/>
        <dsp:cNvSpPr/>
      </dsp:nvSpPr>
      <dsp:spPr>
        <a:xfrm>
          <a:off x="3614737" y="39687"/>
          <a:ext cx="3286125" cy="197167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kern="1200" dirty="0"/>
            <a:t>Includes 1 Subnet per Availability Zone</a:t>
          </a:r>
          <a:endParaRPr lang="en-US" sz="2800" kern="1200" dirty="0"/>
        </a:p>
      </dsp:txBody>
      <dsp:txXfrm>
        <a:off x="3614737" y="39687"/>
        <a:ext cx="3286125" cy="1971675"/>
      </dsp:txXfrm>
    </dsp:sp>
    <dsp:sp modelId="{93023EDD-8363-4535-8CCE-8259A4037E77}">
      <dsp:nvSpPr>
        <dsp:cNvPr id="0" name=""/>
        <dsp:cNvSpPr/>
      </dsp:nvSpPr>
      <dsp:spPr>
        <a:xfrm>
          <a:off x="7229475" y="39687"/>
          <a:ext cx="3286125" cy="197167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kern="1200" dirty="0"/>
            <a:t>Has an Internet Gateway</a:t>
          </a:r>
          <a:endParaRPr lang="en-US" sz="2800" kern="1200" dirty="0"/>
        </a:p>
      </dsp:txBody>
      <dsp:txXfrm>
        <a:off x="7229475" y="39687"/>
        <a:ext cx="3286125" cy="1971675"/>
      </dsp:txXfrm>
    </dsp:sp>
    <dsp:sp modelId="{FC313C1E-6B19-492E-B2FD-EDD4791246D7}">
      <dsp:nvSpPr>
        <dsp:cNvPr id="0" name=""/>
        <dsp:cNvSpPr/>
      </dsp:nvSpPr>
      <dsp:spPr>
        <a:xfrm>
          <a:off x="0" y="2339975"/>
          <a:ext cx="3286125" cy="197167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kern="1200" dirty="0"/>
            <a:t>Default Route Table</a:t>
          </a:r>
          <a:endParaRPr lang="en-US" sz="2800" kern="1200" dirty="0"/>
        </a:p>
      </dsp:txBody>
      <dsp:txXfrm>
        <a:off x="0" y="2339975"/>
        <a:ext cx="3286125" cy="1971675"/>
      </dsp:txXfrm>
    </dsp:sp>
    <dsp:sp modelId="{5AF3FFEE-F517-4CC6-A2FE-38EF2478D6FD}">
      <dsp:nvSpPr>
        <dsp:cNvPr id="0" name=""/>
        <dsp:cNvSpPr/>
      </dsp:nvSpPr>
      <dsp:spPr>
        <a:xfrm>
          <a:off x="3614737" y="2339975"/>
          <a:ext cx="3286125" cy="197167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kern="1200" dirty="0"/>
            <a:t>Security Groups &amp; NACLs</a:t>
          </a:r>
          <a:endParaRPr lang="en-US" sz="2800" kern="1200" dirty="0"/>
        </a:p>
      </dsp:txBody>
      <dsp:txXfrm>
        <a:off x="3614737" y="2339975"/>
        <a:ext cx="3286125" cy="1971675"/>
      </dsp:txXfrm>
    </dsp:sp>
    <dsp:sp modelId="{22509E42-F578-4053-8DAF-CA1FA454394C}">
      <dsp:nvSpPr>
        <dsp:cNvPr id="0" name=""/>
        <dsp:cNvSpPr/>
      </dsp:nvSpPr>
      <dsp:spPr>
        <a:xfrm>
          <a:off x="7229475" y="2339975"/>
          <a:ext cx="3286125" cy="197167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kern="1200" dirty="0"/>
            <a:t>Public IP Assignment Enabled</a:t>
          </a:r>
          <a:endParaRPr lang="en-US" sz="2800" kern="1200" dirty="0"/>
        </a:p>
      </dsp:txBody>
      <dsp:txXfrm>
        <a:off x="7229475" y="2339975"/>
        <a:ext cx="3286125" cy="197167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5972B9-108A-4093-9CBE-6C9EC2B69AFE}" type="datetimeFigureOut">
              <a:rPr lang="en-IN" smtClean="0"/>
              <a:t>30-04-2025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F12C2D-CB71-4CAE-84B3-469BDBD1FD3F}" type="slidenum">
              <a:rPr lang="en-IN" smtClean="0"/>
              <a:t>‹#›</a:t>
            </a:fld>
            <a:endParaRPr lang="en-IN"/>
          </a:p>
        </p:txBody>
      </p:sp>
    </p:spTree>
    <p:extLst>
      <p:ext uri="{BB962C8B-B14F-4D97-AF65-F5344CB8AC3E}">
        <p14:creationId xmlns:p14="http://schemas.microsoft.com/office/powerpoint/2010/main" val="3491033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docs.aws.amazon.com/vpc/latest/userguide/VPC_Internet_Gateway.html" TargetMode="External"/><Relationship Id="rId13" Type="http://schemas.openxmlformats.org/officeDocument/2006/relationships/hyperlink" Target="https://docs.aws.amazon.com/vpc/latest/userguide/flow-logs.html" TargetMode="External"/><Relationship Id="rId3" Type="http://schemas.openxmlformats.org/officeDocument/2006/relationships/hyperlink" Target="https://docs.aws.amazon.com/vpc/latest/userguide/configure-your-vpc.html" TargetMode="External"/><Relationship Id="rId7" Type="http://schemas.openxmlformats.org/officeDocument/2006/relationships/hyperlink" Target="https://docs.aws.amazon.com/vpc/latest/userguide/extend-intro.html" TargetMode="External"/><Relationship Id="rId12" Type="http://schemas.openxmlformats.org/officeDocument/2006/relationships/hyperlink" Target="https://docs.aws.amazon.com/vpc/latest/userguide/extend-tgw.html"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docs.aws.amazon.com/vpc/latest/userguide/VPC_Route_Tables.html" TargetMode="External"/><Relationship Id="rId11" Type="http://schemas.openxmlformats.org/officeDocument/2006/relationships/hyperlink" Target="https://docs.aws.amazon.com/vpc/latest/mirroring/" TargetMode="External"/><Relationship Id="rId5" Type="http://schemas.openxmlformats.org/officeDocument/2006/relationships/hyperlink" Target="https://docs.aws.amazon.com/vpc/latest/userguide/vpc-ip-addressing.html" TargetMode="External"/><Relationship Id="rId10" Type="http://schemas.openxmlformats.org/officeDocument/2006/relationships/hyperlink" Target="https://docs.aws.amazon.com/vpc/latest/peering/" TargetMode="External"/><Relationship Id="rId4" Type="http://schemas.openxmlformats.org/officeDocument/2006/relationships/hyperlink" Target="https://docs.aws.amazon.com/vpc/latest/userguide/configure-subnets.html" TargetMode="External"/><Relationship Id="rId9" Type="http://schemas.openxmlformats.org/officeDocument/2006/relationships/hyperlink" Target="https://docs.aws.amazon.com/vpc/latest/privatelink/privatelink-access-aws-services.html" TargetMode="External"/><Relationship Id="rId14" Type="http://schemas.openxmlformats.org/officeDocument/2006/relationships/hyperlink" Target="https://docs.aws.amazon.com/vpc/latest/userguide/vpn-connections.html"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docs.aws.amazon.com/vpc/latest/userguide/VPC_Route_Tables.html"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aws.amazon.com/premiumsupport/knowledge-center/vpc-ip-address-range/"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Private space</a:t>
            </a:r>
            <a:r>
              <a:rPr lang="en-US" dirty="0"/>
              <a:t>: Only you control who gets in and out.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Custom setup</a:t>
            </a:r>
            <a:r>
              <a:rPr lang="en-US" dirty="0"/>
              <a:t>: You decide how many servers, where they go (subnets), and who can talk to whom (firewalls/security groups).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Internet access control</a:t>
            </a:r>
            <a:r>
              <a:rPr lang="en-US" dirty="0"/>
              <a:t>: You choose which parts of your </a:t>
            </a:r>
            <a:r>
              <a:rPr lang="en-US" dirty="0" err="1"/>
              <a:t>roomc</a:t>
            </a:r>
            <a:r>
              <a:rPr lang="en-US" dirty="0"/>
              <a:t> an connect to the internet and which should stay isolated.</a:t>
            </a:r>
          </a:p>
          <a:p>
            <a:endParaRPr lang="en-IN" dirty="0"/>
          </a:p>
        </p:txBody>
      </p:sp>
      <p:sp>
        <p:nvSpPr>
          <p:cNvPr id="4" name="Slide Number Placeholder 3"/>
          <p:cNvSpPr>
            <a:spLocks noGrp="1"/>
          </p:cNvSpPr>
          <p:nvPr>
            <p:ph type="sldNum" sz="quarter" idx="5"/>
          </p:nvPr>
        </p:nvSpPr>
        <p:spPr/>
        <p:txBody>
          <a:bodyPr/>
          <a:lstStyle/>
          <a:p>
            <a:fld id="{9EF12C2D-CB71-4CAE-84B3-469BDBD1FD3F}" type="slidenum">
              <a:rPr lang="en-IN" smtClean="0"/>
              <a:t>2</a:t>
            </a:fld>
            <a:endParaRPr lang="en-IN"/>
          </a:p>
        </p:txBody>
      </p:sp>
    </p:spTree>
    <p:extLst>
      <p:ext uri="{BB962C8B-B14F-4D97-AF65-F5344CB8AC3E}">
        <p14:creationId xmlns:p14="http://schemas.microsoft.com/office/powerpoint/2010/main" val="1463952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VPC as a virtual version of your traditional on-premises data center. Just like in a physical setup, you have control over your servers, network layout, firewalls, and access policies. The difference is, with a VPC, all of this is hosted in the cloud, so you get the same level of control and security — but without the need to manage physical hardware or worry about power, cooling, and space</a:t>
            </a:r>
            <a:endParaRPr lang="en-IN" dirty="0"/>
          </a:p>
        </p:txBody>
      </p:sp>
      <p:sp>
        <p:nvSpPr>
          <p:cNvPr id="4" name="Slide Number Placeholder 3"/>
          <p:cNvSpPr>
            <a:spLocks noGrp="1"/>
          </p:cNvSpPr>
          <p:nvPr>
            <p:ph type="sldNum" sz="quarter" idx="5"/>
          </p:nvPr>
        </p:nvSpPr>
        <p:spPr/>
        <p:txBody>
          <a:bodyPr/>
          <a:lstStyle/>
          <a:p>
            <a:fld id="{9EF12C2D-CB71-4CAE-84B3-469BDBD1FD3F}" type="slidenum">
              <a:rPr lang="en-IN" smtClean="0"/>
              <a:t>3</a:t>
            </a:fld>
            <a:endParaRPr lang="en-IN"/>
          </a:p>
        </p:txBody>
      </p:sp>
    </p:spTree>
    <p:extLst>
      <p:ext uri="{BB962C8B-B14F-4D97-AF65-F5344CB8AC3E}">
        <p14:creationId xmlns:p14="http://schemas.microsoft.com/office/powerpoint/2010/main" val="1951996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85202-5D4C-E34E-BA15-D77F0E780D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4210C-7441-3EA3-A72E-5536475FC2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A4F563-AF14-BD12-FDC5-1B9EB2C5D28A}"/>
              </a:ext>
            </a:extLst>
          </p:cNvPr>
          <p:cNvSpPr>
            <a:spLocks noGrp="1"/>
          </p:cNvSpPr>
          <p:nvPr>
            <p:ph type="body" idx="1"/>
          </p:nvPr>
        </p:nvSpPr>
        <p:spPr/>
        <p:txBody>
          <a:bodyPr/>
          <a:lstStyle/>
          <a:p>
            <a:pPr algn="l">
              <a:lnSpc>
                <a:spcPts val="1650"/>
              </a:lnSpc>
              <a:spcBef>
                <a:spcPts val="750"/>
              </a:spcBef>
              <a:spcAft>
                <a:spcPts val="600"/>
              </a:spcAft>
              <a:buFont typeface="Arial" panose="020B0604020202020204" pitchFamily="34" charset="0"/>
              <a:buChar char="•"/>
            </a:pPr>
            <a:r>
              <a:rPr lang="en-US" b="1" i="0" dirty="0">
                <a:solidFill>
                  <a:srgbClr val="EEF0FF"/>
                </a:solidFill>
                <a:effectLst/>
                <a:latin typeface="Google Sans"/>
              </a:rPr>
              <a:t>Prefix and Suffix:</a:t>
            </a:r>
            <a:endParaRPr lang="en-US" b="0" i="0" dirty="0">
              <a:solidFill>
                <a:srgbClr val="EEF0FF"/>
              </a:solidFill>
              <a:effectLst/>
              <a:latin typeface="Google Sans"/>
            </a:endParaRPr>
          </a:p>
          <a:p>
            <a:pPr algn="l" fontAlgn="ctr">
              <a:lnSpc>
                <a:spcPts val="1650"/>
              </a:lnSpc>
              <a:spcBef>
                <a:spcPts val="750"/>
              </a:spcBef>
              <a:spcAft>
                <a:spcPts val="600"/>
              </a:spcAft>
              <a:buFont typeface="Arial" panose="020B0604020202020204" pitchFamily="34" charset="0"/>
              <a:buChar char="•"/>
            </a:pPr>
            <a:r>
              <a:rPr lang="en-US" b="0" i="0" dirty="0">
                <a:solidFill>
                  <a:srgbClr val="C3C6D6"/>
                </a:solidFill>
                <a:effectLst/>
                <a:latin typeface="Google Sans"/>
              </a:rPr>
              <a:t>A CIDR address is written as an IP address followed by a slash "/" and a number (the suffix), which indicates the number of bits used for the network portion of the address. </a:t>
            </a:r>
          </a:p>
          <a:p>
            <a:pPr algn="l" fontAlgn="ctr">
              <a:lnSpc>
                <a:spcPts val="1650"/>
              </a:lnSpc>
              <a:spcBef>
                <a:spcPts val="750"/>
              </a:spcBef>
              <a:spcAft>
                <a:spcPts val="600"/>
              </a:spcAft>
              <a:buFont typeface="Arial" panose="020B0604020202020204" pitchFamily="34" charset="0"/>
              <a:buChar char="•"/>
            </a:pPr>
            <a:endParaRPr lang="en-US" b="0" i="0" dirty="0">
              <a:solidFill>
                <a:srgbClr val="A8C7FA"/>
              </a:solidFill>
              <a:effectLst/>
              <a:latin typeface="Google Sans"/>
            </a:endParaRPr>
          </a:p>
          <a:p>
            <a:pPr algn="l">
              <a:lnSpc>
                <a:spcPts val="1650"/>
              </a:lnSpc>
              <a:spcBef>
                <a:spcPts val="750"/>
              </a:spcBef>
              <a:spcAft>
                <a:spcPts val="1500"/>
              </a:spcAft>
              <a:buNone/>
            </a:pPr>
            <a:r>
              <a:rPr lang="en-US" b="1" i="0" dirty="0">
                <a:solidFill>
                  <a:srgbClr val="EEF0FF"/>
                </a:solidFill>
                <a:effectLst/>
                <a:latin typeface="Google Sans"/>
              </a:rPr>
              <a:t>Example:</a:t>
            </a:r>
            <a:endParaRPr lang="en-US" b="0" i="0" dirty="0">
              <a:solidFill>
                <a:srgbClr val="EEF0FF"/>
              </a:solidFill>
              <a:effectLst/>
              <a:latin typeface="Google Sans"/>
            </a:endParaRPr>
          </a:p>
          <a:p>
            <a:pPr algn="l">
              <a:lnSpc>
                <a:spcPts val="1650"/>
              </a:lnSpc>
              <a:spcBef>
                <a:spcPts val="750"/>
              </a:spcBef>
              <a:spcAft>
                <a:spcPts val="1500"/>
              </a:spcAft>
            </a:pPr>
            <a:r>
              <a:rPr lang="en-US" b="0" i="0" dirty="0">
                <a:solidFill>
                  <a:srgbClr val="C3C6D6"/>
                </a:solidFill>
                <a:effectLst/>
                <a:latin typeface="Google Sans"/>
              </a:rPr>
              <a:t>192.168.1.0/24 means that the first 24 bits of the IP address are used to define the network, and the remaining 8 bits are used for host addresses. </a:t>
            </a:r>
          </a:p>
        </p:txBody>
      </p:sp>
      <p:sp>
        <p:nvSpPr>
          <p:cNvPr id="4" name="Slide Number Placeholder 3">
            <a:extLst>
              <a:ext uri="{FF2B5EF4-FFF2-40B4-BE49-F238E27FC236}">
                <a16:creationId xmlns:a16="http://schemas.microsoft.com/office/drawing/2014/main" id="{1813FC58-F319-B819-4B34-6BF3EFD9578D}"/>
              </a:ext>
            </a:extLst>
          </p:cNvPr>
          <p:cNvSpPr>
            <a:spLocks noGrp="1"/>
          </p:cNvSpPr>
          <p:nvPr>
            <p:ph type="sldNum" sz="quarter" idx="5"/>
          </p:nvPr>
        </p:nvSpPr>
        <p:spPr/>
        <p:txBody>
          <a:bodyPr/>
          <a:lstStyle/>
          <a:p>
            <a:fld id="{9EF12C2D-CB71-4CAE-84B3-469BDBD1FD3F}" type="slidenum">
              <a:rPr lang="en-IN" smtClean="0"/>
              <a:t>4</a:t>
            </a:fld>
            <a:endParaRPr lang="en-IN"/>
          </a:p>
        </p:txBody>
      </p:sp>
    </p:spTree>
    <p:extLst>
      <p:ext uri="{BB962C8B-B14F-4D97-AF65-F5344CB8AC3E}">
        <p14:creationId xmlns:p14="http://schemas.microsoft.com/office/powerpoint/2010/main" val="35231100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F12C2D-CB71-4CAE-84B3-469BDBD1FD3F}" type="slidenum">
              <a:rPr lang="en-IN" smtClean="0"/>
              <a:t>7</a:t>
            </a:fld>
            <a:endParaRPr lang="en-IN"/>
          </a:p>
        </p:txBody>
      </p:sp>
    </p:spTree>
    <p:extLst>
      <p:ext uri="{BB962C8B-B14F-4D97-AF65-F5344CB8AC3E}">
        <p14:creationId xmlns:p14="http://schemas.microsoft.com/office/powerpoint/2010/main" val="7329811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solidFill>
                  <a:srgbClr val="0F141A"/>
                </a:solidFill>
                <a:effectLst/>
              </a:rPr>
              <a:t>Virtual private clouds (VPC)</a:t>
            </a:r>
            <a:r>
              <a:rPr lang="en-US" b="0" dirty="0">
                <a:effectLst/>
              </a:rPr>
              <a:t>A </a:t>
            </a:r>
            <a:r>
              <a:rPr lang="en-US" b="0" u="none" strike="noStrike" dirty="0">
                <a:solidFill>
                  <a:srgbClr val="006CE0"/>
                </a:solidFill>
                <a:effectLst/>
                <a:hlinkClick r:id="rId3"/>
              </a:rPr>
              <a:t>VPC</a:t>
            </a:r>
            <a:r>
              <a:rPr lang="en-US" b="0" dirty="0">
                <a:effectLst/>
              </a:rPr>
              <a:t> is a virtual network that closely resembles a traditional network that you'd operate in your own data center. After you create a VPC, you can add subnets.</a:t>
            </a:r>
          </a:p>
          <a:p>
            <a:pPr>
              <a:buNone/>
            </a:pPr>
            <a:endParaRPr lang="en-US" b="0" dirty="0">
              <a:effectLst/>
            </a:endParaRPr>
          </a:p>
          <a:p>
            <a:pPr>
              <a:buNone/>
            </a:pPr>
            <a:r>
              <a:rPr lang="en-US" b="1" dirty="0">
                <a:solidFill>
                  <a:srgbClr val="0F141A"/>
                </a:solidFill>
                <a:effectLst/>
              </a:rPr>
              <a:t>Subnets </a:t>
            </a:r>
            <a:r>
              <a:rPr lang="en-US" b="0" dirty="0">
                <a:effectLst/>
              </a:rPr>
              <a:t>A </a:t>
            </a:r>
            <a:r>
              <a:rPr lang="en-US" b="0" u="none" strike="noStrike" dirty="0">
                <a:solidFill>
                  <a:srgbClr val="006CE0"/>
                </a:solidFill>
                <a:effectLst/>
                <a:hlinkClick r:id="rId4"/>
              </a:rPr>
              <a:t>subnet</a:t>
            </a:r>
            <a:r>
              <a:rPr lang="en-US" b="0" dirty="0">
                <a:effectLst/>
              </a:rPr>
              <a:t> is a range of IP addresses in your VPC. A subnet must reside in a single Availability Zone. After you add subnets, you can deploy AWS resources in your VPC.</a:t>
            </a:r>
          </a:p>
          <a:p>
            <a:pPr>
              <a:buNone/>
            </a:pPr>
            <a:endParaRPr lang="en-US" b="0" dirty="0">
              <a:effectLst/>
            </a:endParaRPr>
          </a:p>
          <a:p>
            <a:pPr>
              <a:buNone/>
            </a:pPr>
            <a:r>
              <a:rPr lang="en-US" b="1" dirty="0">
                <a:solidFill>
                  <a:srgbClr val="0F141A"/>
                </a:solidFill>
                <a:effectLst/>
              </a:rPr>
              <a:t>IP addressing </a:t>
            </a:r>
            <a:r>
              <a:rPr lang="en-US" b="0" dirty="0">
                <a:effectLst/>
              </a:rPr>
              <a:t>You can assign </a:t>
            </a:r>
            <a:r>
              <a:rPr lang="en-US" b="0" u="none" strike="noStrike" dirty="0">
                <a:solidFill>
                  <a:srgbClr val="006CE0"/>
                </a:solidFill>
                <a:effectLst/>
                <a:hlinkClick r:id="rId5"/>
              </a:rPr>
              <a:t>IP addresses</a:t>
            </a:r>
            <a:r>
              <a:rPr lang="en-US" b="0" dirty="0">
                <a:effectLst/>
              </a:rPr>
              <a:t>, both IPv4 and IPv6, to your VPCs and subnets. You can also bring your public IPv4 addresses and IPv6 GUA addresses to AWS and allocate them to resources in your VPC, such as EC2 instances, NAT gateways, and Network Load Balancers.</a:t>
            </a:r>
          </a:p>
          <a:p>
            <a:pPr>
              <a:buNone/>
            </a:pPr>
            <a:endParaRPr lang="en-US" b="0" dirty="0">
              <a:effectLst/>
            </a:endParaRPr>
          </a:p>
          <a:p>
            <a:pPr>
              <a:buNone/>
            </a:pPr>
            <a:r>
              <a:rPr lang="en-US" b="1" dirty="0">
                <a:solidFill>
                  <a:srgbClr val="0F141A"/>
                </a:solidFill>
                <a:effectLst/>
              </a:rPr>
              <a:t>Routing </a:t>
            </a:r>
            <a:r>
              <a:rPr lang="en-US" b="0" dirty="0">
                <a:effectLst/>
              </a:rPr>
              <a:t>Use </a:t>
            </a:r>
            <a:r>
              <a:rPr lang="en-US" b="0" u="none" strike="noStrike" dirty="0">
                <a:solidFill>
                  <a:srgbClr val="006CE0"/>
                </a:solidFill>
                <a:effectLst/>
                <a:hlinkClick r:id="rId6"/>
              </a:rPr>
              <a:t>route tables</a:t>
            </a:r>
            <a:r>
              <a:rPr lang="en-US" b="0" dirty="0">
                <a:effectLst/>
              </a:rPr>
              <a:t> to determine where network traffic from your subnet or gateway is directed.</a:t>
            </a:r>
          </a:p>
          <a:p>
            <a:pPr>
              <a:buNone/>
            </a:pPr>
            <a:endParaRPr lang="en-US" b="0" dirty="0">
              <a:effectLst/>
            </a:endParaRPr>
          </a:p>
          <a:p>
            <a:pPr>
              <a:buNone/>
            </a:pPr>
            <a:r>
              <a:rPr lang="en-US" b="1" dirty="0">
                <a:solidFill>
                  <a:srgbClr val="0F141A"/>
                </a:solidFill>
                <a:effectLst/>
              </a:rPr>
              <a:t>Gateways and endpoints </a:t>
            </a:r>
            <a:r>
              <a:rPr lang="en-US" b="0" dirty="0">
                <a:effectLst/>
              </a:rPr>
              <a:t>A </a:t>
            </a:r>
            <a:r>
              <a:rPr lang="en-US" b="0" u="none" strike="noStrike" dirty="0">
                <a:solidFill>
                  <a:srgbClr val="006CE0"/>
                </a:solidFill>
                <a:effectLst/>
                <a:hlinkClick r:id="rId7"/>
              </a:rPr>
              <a:t>gateway</a:t>
            </a:r>
            <a:r>
              <a:rPr lang="en-US" b="0" dirty="0">
                <a:effectLst/>
              </a:rPr>
              <a:t> connects your VPC to another network. For example, use an </a:t>
            </a:r>
            <a:r>
              <a:rPr lang="en-US" b="0" u="none" strike="noStrike" dirty="0">
                <a:solidFill>
                  <a:srgbClr val="006CE0"/>
                </a:solidFill>
                <a:effectLst/>
                <a:hlinkClick r:id="rId8"/>
              </a:rPr>
              <a:t>internet gateway</a:t>
            </a:r>
            <a:r>
              <a:rPr lang="en-US" b="0" dirty="0">
                <a:effectLst/>
              </a:rPr>
              <a:t> to connect your VPC to the internet. Use a </a:t>
            </a:r>
            <a:r>
              <a:rPr lang="en-US" b="0" u="none" strike="noStrike" dirty="0">
                <a:solidFill>
                  <a:srgbClr val="006CE0"/>
                </a:solidFill>
                <a:effectLst/>
                <a:hlinkClick r:id="rId9"/>
              </a:rPr>
              <a:t>VPC endpoint</a:t>
            </a:r>
            <a:r>
              <a:rPr lang="en-US" b="0" dirty="0">
                <a:effectLst/>
              </a:rPr>
              <a:t> to connect to AWS services privately, without the use of an internet gateway or NAT device.</a:t>
            </a:r>
          </a:p>
          <a:p>
            <a:pPr>
              <a:buNone/>
            </a:pPr>
            <a:endParaRPr lang="en-US" b="0" dirty="0">
              <a:effectLst/>
            </a:endParaRPr>
          </a:p>
          <a:p>
            <a:pPr>
              <a:buNone/>
            </a:pPr>
            <a:r>
              <a:rPr lang="en-US" b="1" dirty="0">
                <a:solidFill>
                  <a:srgbClr val="0F141A"/>
                </a:solidFill>
                <a:effectLst/>
              </a:rPr>
              <a:t>Peering connections </a:t>
            </a:r>
            <a:r>
              <a:rPr lang="en-US" b="0" dirty="0">
                <a:effectLst/>
              </a:rPr>
              <a:t>Use a </a:t>
            </a:r>
            <a:r>
              <a:rPr lang="en-US" b="0" u="none" strike="noStrike" dirty="0">
                <a:solidFill>
                  <a:srgbClr val="006CE0"/>
                </a:solidFill>
                <a:effectLst/>
                <a:hlinkClick r:id="rId10"/>
              </a:rPr>
              <a:t>VPC peering connection</a:t>
            </a:r>
            <a:r>
              <a:rPr lang="en-US" b="0" dirty="0">
                <a:effectLst/>
              </a:rPr>
              <a:t> to route traffic between the resources in two VPCs.</a:t>
            </a:r>
          </a:p>
          <a:p>
            <a:pPr>
              <a:buNone/>
            </a:pPr>
            <a:endParaRPr lang="en-US" b="0" dirty="0">
              <a:effectLst/>
            </a:endParaRPr>
          </a:p>
          <a:p>
            <a:pPr>
              <a:buNone/>
            </a:pPr>
            <a:r>
              <a:rPr lang="en-US" b="1" dirty="0">
                <a:solidFill>
                  <a:srgbClr val="0F141A"/>
                </a:solidFill>
                <a:effectLst/>
              </a:rPr>
              <a:t>Traffic Mirroring </a:t>
            </a:r>
            <a:r>
              <a:rPr lang="en-US" b="0" u="none" strike="noStrike" dirty="0">
                <a:solidFill>
                  <a:srgbClr val="006CE0"/>
                </a:solidFill>
                <a:effectLst/>
                <a:hlinkClick r:id="rId11"/>
              </a:rPr>
              <a:t>Copy network traffic</a:t>
            </a:r>
            <a:r>
              <a:rPr lang="en-US" b="0" dirty="0">
                <a:effectLst/>
              </a:rPr>
              <a:t> from network interfaces and send it to security and monitoring appliances for deep packet inspection.</a:t>
            </a:r>
          </a:p>
          <a:p>
            <a:pPr>
              <a:buNone/>
            </a:pPr>
            <a:endParaRPr lang="en-US" b="0" dirty="0">
              <a:effectLst/>
            </a:endParaRPr>
          </a:p>
          <a:p>
            <a:pPr>
              <a:buNone/>
            </a:pPr>
            <a:r>
              <a:rPr lang="en-US" b="1" dirty="0">
                <a:solidFill>
                  <a:srgbClr val="0F141A"/>
                </a:solidFill>
                <a:effectLst/>
              </a:rPr>
              <a:t>Transit gateways </a:t>
            </a:r>
            <a:r>
              <a:rPr lang="en-US" b="0" dirty="0">
                <a:effectLst/>
              </a:rPr>
              <a:t>Use a </a:t>
            </a:r>
            <a:r>
              <a:rPr lang="en-US" b="0" u="none" strike="noStrike" dirty="0">
                <a:solidFill>
                  <a:srgbClr val="006CE0"/>
                </a:solidFill>
                <a:effectLst/>
                <a:hlinkClick r:id="rId12"/>
              </a:rPr>
              <a:t>transit gateway</a:t>
            </a:r>
            <a:r>
              <a:rPr lang="en-US" b="0" dirty="0">
                <a:effectLst/>
              </a:rPr>
              <a:t>, which acts as a central hub, to route traffic between your VPCs, VPN connections, and AWS Direct Connect connections.</a:t>
            </a:r>
          </a:p>
          <a:p>
            <a:pPr>
              <a:buNone/>
            </a:pPr>
            <a:endParaRPr lang="en-US" b="0" dirty="0">
              <a:effectLst/>
            </a:endParaRPr>
          </a:p>
          <a:p>
            <a:pPr>
              <a:buNone/>
            </a:pPr>
            <a:r>
              <a:rPr lang="en-US" b="1" dirty="0">
                <a:solidFill>
                  <a:srgbClr val="0F141A"/>
                </a:solidFill>
                <a:effectLst/>
              </a:rPr>
              <a:t>VPC Flow Logs </a:t>
            </a:r>
            <a:r>
              <a:rPr lang="en-US" b="0" dirty="0">
                <a:effectLst/>
              </a:rPr>
              <a:t>A </a:t>
            </a:r>
            <a:r>
              <a:rPr lang="en-US" b="0" u="none" strike="noStrike" dirty="0">
                <a:solidFill>
                  <a:srgbClr val="006CE0"/>
                </a:solidFill>
                <a:effectLst/>
                <a:hlinkClick r:id="rId13"/>
              </a:rPr>
              <a:t>flow log</a:t>
            </a:r>
            <a:r>
              <a:rPr lang="en-US" b="0" dirty="0">
                <a:effectLst/>
              </a:rPr>
              <a:t> captures information about the IP traffic going to and from network interfaces in your VPC.</a:t>
            </a:r>
          </a:p>
          <a:p>
            <a:pPr>
              <a:buNone/>
            </a:pPr>
            <a:endParaRPr lang="en-US" b="0" dirty="0">
              <a:effectLst/>
            </a:endParaRPr>
          </a:p>
          <a:p>
            <a:r>
              <a:rPr lang="en-US" b="1" dirty="0">
                <a:solidFill>
                  <a:srgbClr val="0F141A"/>
                </a:solidFill>
                <a:effectLst/>
              </a:rPr>
              <a:t>VPN connections </a:t>
            </a:r>
            <a:r>
              <a:rPr lang="en-US" b="0" dirty="0">
                <a:effectLst/>
              </a:rPr>
              <a:t>Connect your VPCs to your on-premises networks using </a:t>
            </a:r>
            <a:r>
              <a:rPr lang="en-US" b="0" u="none" strike="noStrike" dirty="0">
                <a:solidFill>
                  <a:srgbClr val="006CE0"/>
                </a:solidFill>
                <a:effectLst/>
                <a:hlinkClick r:id="rId14"/>
              </a:rPr>
              <a:t>AWS Virtual Private Network (AWS VPN)</a:t>
            </a:r>
            <a:r>
              <a:rPr lang="en-US" b="0" dirty="0">
                <a:effectLst/>
              </a:rPr>
              <a:t>.</a:t>
            </a:r>
          </a:p>
          <a:p>
            <a:endParaRPr lang="en-IN" dirty="0"/>
          </a:p>
        </p:txBody>
      </p:sp>
      <p:sp>
        <p:nvSpPr>
          <p:cNvPr id="4" name="Slide Number Placeholder 3"/>
          <p:cNvSpPr>
            <a:spLocks noGrp="1"/>
          </p:cNvSpPr>
          <p:nvPr>
            <p:ph type="sldNum" sz="quarter" idx="5"/>
          </p:nvPr>
        </p:nvSpPr>
        <p:spPr/>
        <p:txBody>
          <a:bodyPr/>
          <a:lstStyle/>
          <a:p>
            <a:fld id="{9EF12C2D-CB71-4CAE-84B3-469BDBD1FD3F}" type="slidenum">
              <a:rPr lang="en-IN" smtClean="0"/>
              <a:t>8</a:t>
            </a:fld>
            <a:endParaRPr lang="en-IN"/>
          </a:p>
        </p:txBody>
      </p:sp>
    </p:spTree>
    <p:extLst>
      <p:ext uri="{BB962C8B-B14F-4D97-AF65-F5344CB8AC3E}">
        <p14:creationId xmlns:p14="http://schemas.microsoft.com/office/powerpoint/2010/main" val="1980735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C7F03-CF1F-32BF-D89A-0EA7AE7CFA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F9353F-8FAC-4EA3-7F26-EDE918AF34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2A0A12-A0CB-0991-EE6A-53B1D9FBFA6C}"/>
              </a:ext>
            </a:extLst>
          </p:cNvPr>
          <p:cNvSpPr>
            <a:spLocks noGrp="1"/>
          </p:cNvSpPr>
          <p:nvPr>
            <p:ph type="body" idx="1"/>
          </p:nvPr>
        </p:nvSpPr>
        <p:spPr/>
        <p:txBody>
          <a:bodyPr/>
          <a:lstStyle/>
          <a:p>
            <a:pPr>
              <a:buNone/>
            </a:pPr>
            <a:r>
              <a:rPr lang="en-US" b="1" dirty="0"/>
              <a:t>Why Do We Need a VPC in AWS?</a:t>
            </a:r>
          </a:p>
          <a:p>
            <a:pPr>
              <a:buNone/>
            </a:pPr>
            <a:endParaRPr lang="en-US" b="1" dirty="0"/>
          </a:p>
          <a:p>
            <a:pPr>
              <a:buFont typeface="+mj-lt"/>
              <a:buAutoNum type="arabicPeriod"/>
            </a:pPr>
            <a:r>
              <a:rPr lang="en-US" b="1" dirty="0"/>
              <a:t>🏡 Isolated Environment for Your Resources</a:t>
            </a:r>
            <a:endParaRPr lang="en-US" dirty="0"/>
          </a:p>
          <a:p>
            <a:pPr marL="742950" lvl="1" indent="-285750">
              <a:buFont typeface="+mj-lt"/>
              <a:buAutoNum type="arabicPeriod"/>
            </a:pPr>
            <a:r>
              <a:rPr lang="en-US" dirty="0"/>
              <a:t>VPC gives you a </a:t>
            </a:r>
            <a:r>
              <a:rPr lang="en-US" b="1" dirty="0"/>
              <a:t>private, secure space</a:t>
            </a:r>
            <a:r>
              <a:rPr lang="en-US" dirty="0"/>
              <a:t> in the AWS cloud — like your own virtual data center.</a:t>
            </a:r>
          </a:p>
          <a:p>
            <a:pPr marL="742950" lvl="1" indent="-285750">
              <a:buFont typeface="+mj-lt"/>
              <a:buAutoNum type="arabicPeriod"/>
            </a:pPr>
            <a:endParaRPr lang="en-US" dirty="0"/>
          </a:p>
          <a:p>
            <a:pPr>
              <a:buFont typeface="+mj-lt"/>
              <a:buAutoNum type="arabicPeriod"/>
            </a:pPr>
            <a:r>
              <a:rPr lang="en-US" b="1" dirty="0"/>
              <a:t>💡 Required for Most AWS Services</a:t>
            </a:r>
            <a:endParaRPr lang="en-US" dirty="0"/>
          </a:p>
          <a:p>
            <a:pPr marL="742950" lvl="1" indent="-285750">
              <a:buFont typeface="+mj-lt"/>
              <a:buAutoNum type="arabicPeriod"/>
            </a:pPr>
            <a:r>
              <a:rPr lang="en-US" dirty="0"/>
              <a:t>Services like </a:t>
            </a:r>
            <a:r>
              <a:rPr lang="en-US" b="1" dirty="0"/>
              <a:t>EC2, RDS</a:t>
            </a:r>
            <a:r>
              <a:rPr lang="en-US" dirty="0"/>
              <a:t> etc., run inside a VPC — it’s the foundation for most AWS networking.</a:t>
            </a:r>
          </a:p>
          <a:p>
            <a:pPr marL="742950" lvl="1" indent="-285750">
              <a:buFont typeface="+mj-lt"/>
              <a:buAutoNum type="arabicPeriod"/>
            </a:pPr>
            <a:endParaRPr lang="en-US" dirty="0"/>
          </a:p>
          <a:p>
            <a:pPr>
              <a:buFont typeface="+mj-lt"/>
              <a:buAutoNum type="arabicPeriod"/>
            </a:pPr>
            <a:r>
              <a:rPr lang="en-US" b="1" dirty="0"/>
              <a:t>🔐 Security Control</a:t>
            </a:r>
            <a:endParaRPr lang="en-US" dirty="0"/>
          </a:p>
          <a:p>
            <a:pPr marL="742950" lvl="1" indent="-285750">
              <a:buFont typeface="+mj-lt"/>
              <a:buAutoNum type="arabicPeriod"/>
            </a:pPr>
            <a:r>
              <a:rPr lang="en-US" dirty="0"/>
              <a:t>You can set </a:t>
            </a:r>
            <a:r>
              <a:rPr lang="en-US" b="1" dirty="0"/>
              <a:t>who can access what</a:t>
            </a:r>
            <a:r>
              <a:rPr lang="en-US" dirty="0"/>
              <a:t> using firewalls (Security Groups &amp; NACLs), private/public subnets, etc.</a:t>
            </a:r>
          </a:p>
          <a:p>
            <a:pPr marL="742950" lvl="1" indent="-285750">
              <a:buFont typeface="+mj-lt"/>
              <a:buAutoNum type="arabicPeriod"/>
            </a:pPr>
            <a:endParaRPr lang="en-US" dirty="0"/>
          </a:p>
          <a:p>
            <a:pPr>
              <a:buFont typeface="+mj-lt"/>
              <a:buAutoNum type="arabicPeriod"/>
            </a:pPr>
            <a:r>
              <a:rPr lang="en-US" b="1" dirty="0"/>
              <a:t>🌐 Controlled Internet Access</a:t>
            </a:r>
            <a:endParaRPr lang="en-US" dirty="0"/>
          </a:p>
          <a:p>
            <a:pPr marL="742950" lvl="1" indent="-285750">
              <a:buFont typeface="+mj-lt"/>
              <a:buAutoNum type="arabicPeriod"/>
            </a:pPr>
            <a:r>
              <a:rPr lang="en-US" dirty="0"/>
              <a:t>You decide if resources can connect to the internet (via Internet Gateway, NAT, etc.) or stay internal.</a:t>
            </a:r>
          </a:p>
          <a:p>
            <a:pPr marL="742950" lvl="1" indent="-285750">
              <a:buFont typeface="+mj-lt"/>
              <a:buAutoNum type="arabicPeriod"/>
            </a:pPr>
            <a:endParaRPr lang="en-US" dirty="0"/>
          </a:p>
          <a:p>
            <a:pPr>
              <a:buFont typeface="+mj-lt"/>
              <a:buAutoNum type="arabicPeriod"/>
            </a:pPr>
            <a:r>
              <a:rPr lang="en-US" b="1" dirty="0"/>
              <a:t>🧩 Full Network Customization</a:t>
            </a:r>
            <a:endParaRPr lang="en-US" dirty="0"/>
          </a:p>
          <a:p>
            <a:pPr marL="742950" lvl="1" indent="-285750">
              <a:buFont typeface="+mj-lt"/>
              <a:buAutoNum type="arabicPeriod"/>
            </a:pPr>
            <a:r>
              <a:rPr lang="en-US" dirty="0"/>
              <a:t>Choose your own IP ranges, create subnets, route traffic how you want — </a:t>
            </a:r>
            <a:r>
              <a:rPr lang="en-US" b="1" dirty="0"/>
              <a:t>just like on-prem networking</a:t>
            </a:r>
            <a:r>
              <a:rPr lang="en-US" dirty="0"/>
              <a:t>, but in the cloud.</a:t>
            </a:r>
          </a:p>
          <a:p>
            <a:pPr marL="742950" lvl="1" indent="-285750">
              <a:buFont typeface="+mj-lt"/>
              <a:buAutoNum type="arabicPeriod"/>
            </a:pPr>
            <a:endParaRPr lang="en-US" dirty="0"/>
          </a:p>
          <a:p>
            <a:pPr>
              <a:buFont typeface="+mj-lt"/>
              <a:buAutoNum type="arabicPeriod"/>
            </a:pPr>
            <a:r>
              <a:rPr lang="en-US" b="1" dirty="0"/>
              <a:t>🔄 Connect With On-Prem</a:t>
            </a:r>
            <a:endParaRPr lang="en-US" dirty="0"/>
          </a:p>
          <a:p>
            <a:pPr marL="742950" lvl="1" indent="-285750">
              <a:buFont typeface="+mj-lt"/>
              <a:buAutoNum type="arabicPeriod"/>
            </a:pPr>
            <a:r>
              <a:rPr lang="en-US" dirty="0"/>
              <a:t>You can </a:t>
            </a:r>
            <a:r>
              <a:rPr lang="en-US" b="1" dirty="0"/>
              <a:t>connect your VPC to your physical data center</a:t>
            </a:r>
            <a:r>
              <a:rPr lang="en-US" dirty="0"/>
              <a:t> using VPN or Direct Connect for hybrid cloud setups.</a:t>
            </a:r>
          </a:p>
          <a:p>
            <a:pPr marL="742950" lvl="1" indent="-285750">
              <a:buFont typeface="+mj-lt"/>
              <a:buAutoNum type="arabicPeriod"/>
            </a:pPr>
            <a:endParaRPr lang="en-US" dirty="0"/>
          </a:p>
          <a:p>
            <a:endParaRPr lang="en-US" dirty="0">
              <a:solidFill>
                <a:srgbClr val="000000"/>
              </a:solidFill>
              <a:latin typeface="Calibri" panose="020F0502020204030204" pitchFamily="34" charset="0"/>
            </a:endParaRPr>
          </a:p>
        </p:txBody>
      </p:sp>
      <p:sp>
        <p:nvSpPr>
          <p:cNvPr id="4" name="Slide Number Placeholder 3">
            <a:extLst>
              <a:ext uri="{FF2B5EF4-FFF2-40B4-BE49-F238E27FC236}">
                <a16:creationId xmlns:a16="http://schemas.microsoft.com/office/drawing/2014/main" id="{46E499A1-A104-CFE3-EB80-E1051F22D1AC}"/>
              </a:ext>
            </a:extLst>
          </p:cNvPr>
          <p:cNvSpPr>
            <a:spLocks noGrp="1"/>
          </p:cNvSpPr>
          <p:nvPr>
            <p:ph type="sldNum" sz="quarter" idx="5"/>
          </p:nvPr>
        </p:nvSpPr>
        <p:spPr/>
        <p:txBody>
          <a:bodyPr/>
          <a:lstStyle/>
          <a:p>
            <a:fld id="{9EF12C2D-CB71-4CAE-84B3-469BDBD1FD3F}" type="slidenum">
              <a:rPr lang="en-IN" smtClean="0"/>
              <a:t>9</a:t>
            </a:fld>
            <a:endParaRPr lang="en-IN"/>
          </a:p>
        </p:txBody>
      </p:sp>
    </p:spTree>
    <p:extLst>
      <p:ext uri="{BB962C8B-B14F-4D97-AF65-F5344CB8AC3E}">
        <p14:creationId xmlns:p14="http://schemas.microsoft.com/office/powerpoint/2010/main" val="1957996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1DFF2-9354-55DC-C652-293E3F6C5C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391C10-28B5-4C02-3F62-AF38D43175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1D96D3-B894-2D7A-361C-C93795C91ED8}"/>
              </a:ext>
            </a:extLst>
          </p:cNvPr>
          <p:cNvSpPr>
            <a:spLocks noGrp="1"/>
          </p:cNvSpPr>
          <p:nvPr>
            <p:ph type="body" idx="1"/>
          </p:nvPr>
        </p:nvSpPr>
        <p:spPr/>
        <p:txBody>
          <a:bodyPr/>
          <a:lstStyle/>
          <a:p>
            <a:pPr marL="0" marR="0" lvl="0" indent="0" defTabSz="914400" rtl="0" eaLnBrk="1" fontAlgn="auto" latinLnBrk="0" hangingPunct="1">
              <a:buClrTx/>
              <a:buSzTx/>
              <a:buFontTx/>
              <a:buNone/>
              <a:tabLst/>
              <a:defRPr/>
            </a:pPr>
            <a:endParaRPr lang="en-US" dirty="0">
              <a:solidFill>
                <a:srgbClr val="000000"/>
              </a:solidFill>
              <a:latin typeface="Calibri" panose="020F0502020204030204" pitchFamily="34" charset="0"/>
            </a:endParaRPr>
          </a:p>
          <a:p>
            <a:pPr>
              <a:buNone/>
            </a:pPr>
            <a:r>
              <a:rPr lang="en-US" b="1" dirty="0"/>
              <a:t>Definition</a:t>
            </a:r>
            <a:r>
              <a:rPr lang="en-US" dirty="0"/>
              <a:t>: A subnet is a range of IP addresses in your VPC (Virtual Private Cloud).</a:t>
            </a:r>
          </a:p>
          <a:p>
            <a:pPr>
              <a:buNone/>
            </a:pPr>
            <a:r>
              <a:rPr lang="en-US" b="1" dirty="0"/>
              <a:t>Types of Subnets</a:t>
            </a:r>
            <a:r>
              <a:rPr lang="en-US" dirty="0"/>
              <a:t>:</a:t>
            </a:r>
          </a:p>
          <a:p>
            <a:pPr>
              <a:buFont typeface="Arial" panose="020B0604020202020204" pitchFamily="34" charset="0"/>
              <a:buChar char="•"/>
            </a:pPr>
            <a:r>
              <a:rPr lang="en-US" b="1" dirty="0"/>
              <a:t>Public Subnet</a:t>
            </a:r>
            <a:r>
              <a:rPr lang="en-US" dirty="0"/>
              <a:t>: Connected to the internet via an Internet Gateway.</a:t>
            </a:r>
          </a:p>
          <a:p>
            <a:pPr>
              <a:buFont typeface="Arial" panose="020B0604020202020204" pitchFamily="34" charset="0"/>
              <a:buChar char="•"/>
            </a:pPr>
            <a:r>
              <a:rPr lang="en-US" b="1" dirty="0"/>
              <a:t>Private Subnet</a:t>
            </a:r>
            <a:r>
              <a:rPr lang="en-US" dirty="0"/>
              <a:t>: No direct access to the internet (can access via NAT Gateway).</a:t>
            </a:r>
          </a:p>
          <a:p>
            <a:pPr>
              <a:buFont typeface="Arial" panose="020B0604020202020204" pitchFamily="34" charset="0"/>
              <a:buChar char="•"/>
            </a:pPr>
            <a:r>
              <a:rPr lang="en-US" b="1" dirty="0"/>
              <a:t>Isolated Subnet</a:t>
            </a:r>
            <a:r>
              <a:rPr lang="en-US" dirty="0"/>
              <a:t>: No internet access, used for internal services.</a:t>
            </a:r>
          </a:p>
          <a:p>
            <a:pPr>
              <a:buNone/>
            </a:pPr>
            <a:r>
              <a:rPr lang="en-US" b="1" dirty="0"/>
              <a:t>Subnet Association</a:t>
            </a:r>
            <a:r>
              <a:rPr lang="en-US" dirty="0"/>
              <a:t>: Subnets must be associated with a single Availability Zone (AZ).</a:t>
            </a:r>
          </a:p>
          <a:p>
            <a:pPr>
              <a:buNone/>
            </a:pPr>
            <a:r>
              <a:rPr lang="en-US" b="1" dirty="0"/>
              <a:t>CIDR Block</a:t>
            </a:r>
            <a:r>
              <a:rPr lang="en-US" dirty="0"/>
              <a:t>: Each subnet is assigned a subset of the VPC’s CIDR block.</a:t>
            </a:r>
          </a:p>
          <a:p>
            <a:pPr>
              <a:buNone/>
            </a:pPr>
            <a:r>
              <a:rPr lang="en-US" b="1" dirty="0"/>
              <a:t>Routing</a:t>
            </a:r>
            <a:r>
              <a:rPr lang="en-US" dirty="0"/>
              <a:t>:</a:t>
            </a:r>
          </a:p>
          <a:p>
            <a:pPr>
              <a:buFont typeface="Arial" panose="020B0604020202020204" pitchFamily="34" charset="0"/>
              <a:buChar char="•"/>
            </a:pPr>
            <a:r>
              <a:rPr lang="en-US" dirty="0"/>
              <a:t>Controlled by </a:t>
            </a:r>
            <a:r>
              <a:rPr lang="en-US" b="1" dirty="0"/>
              <a:t>Route Tables</a:t>
            </a:r>
            <a:r>
              <a:rPr lang="en-US" dirty="0"/>
              <a:t>.</a:t>
            </a:r>
          </a:p>
          <a:p>
            <a:pPr>
              <a:buFont typeface="Arial" panose="020B0604020202020204" pitchFamily="34" charset="0"/>
              <a:buChar char="•"/>
            </a:pPr>
            <a:r>
              <a:rPr lang="en-US" dirty="0"/>
              <a:t>Route Tables determine how traffic is directed (e.g., to internet, NAT gateway, peering connections).</a:t>
            </a:r>
          </a:p>
          <a:p>
            <a:pPr>
              <a:buNone/>
            </a:pPr>
            <a:r>
              <a:rPr lang="en-US" b="1" dirty="0"/>
              <a:t>Security</a:t>
            </a:r>
            <a:r>
              <a:rPr lang="en-US" dirty="0"/>
              <a:t>:</a:t>
            </a:r>
          </a:p>
          <a:p>
            <a:pPr>
              <a:buFont typeface="Arial" panose="020B0604020202020204" pitchFamily="34" charset="0"/>
              <a:buChar char="•"/>
            </a:pPr>
            <a:r>
              <a:rPr lang="en-US" dirty="0"/>
              <a:t>Controlled via </a:t>
            </a:r>
            <a:r>
              <a:rPr lang="en-US" b="1" dirty="0"/>
              <a:t>Network ACLs</a:t>
            </a:r>
            <a:r>
              <a:rPr lang="en-US" dirty="0"/>
              <a:t> and </a:t>
            </a:r>
            <a:r>
              <a:rPr lang="en-US" b="1" dirty="0"/>
              <a:t>Security Groups</a:t>
            </a:r>
            <a:r>
              <a:rPr lang="en-US" dirty="0"/>
              <a:t>.</a:t>
            </a:r>
          </a:p>
          <a:p>
            <a:pPr>
              <a:buFont typeface="Arial" panose="020B0604020202020204" pitchFamily="34" charset="0"/>
              <a:buChar char="•"/>
            </a:pPr>
            <a:r>
              <a:rPr lang="en-US" dirty="0"/>
              <a:t>Subnets can have different security configurations even within the same VPC.</a:t>
            </a:r>
          </a:p>
          <a:p>
            <a:pPr>
              <a:buNone/>
            </a:pPr>
            <a:r>
              <a:rPr lang="en-US" b="1" dirty="0"/>
              <a:t>Auto-assignment of Public IPs</a:t>
            </a:r>
            <a:r>
              <a:rPr lang="en-US" dirty="0"/>
              <a:t>: Can be enabled/disabled per subnet.</a:t>
            </a:r>
          </a:p>
          <a:p>
            <a:pPr>
              <a:buNone/>
            </a:pPr>
            <a:r>
              <a:rPr lang="en-US" b="1" dirty="0"/>
              <a:t>Resource Placement</a:t>
            </a:r>
            <a:r>
              <a:rPr lang="en-US" dirty="0"/>
              <a:t>: AWS resources like EC2 instances must be launched within a specific subnet.</a:t>
            </a:r>
          </a:p>
          <a:p>
            <a:pPr>
              <a:buNone/>
            </a:pPr>
            <a:r>
              <a:rPr lang="en-US" b="1" dirty="0"/>
              <a:t>IPv4 &amp; IPv6 Support</a:t>
            </a:r>
            <a:r>
              <a:rPr lang="en-US" dirty="0"/>
              <a:t>: Subnets can support both IP versions.</a:t>
            </a:r>
          </a:p>
          <a:p>
            <a:pPr>
              <a:buNone/>
            </a:pPr>
            <a:r>
              <a:rPr lang="en-US" b="1" dirty="0"/>
              <a:t>Subnet Sizing</a:t>
            </a:r>
            <a:r>
              <a:rPr lang="en-US" dirty="0"/>
              <a:t>:</a:t>
            </a:r>
          </a:p>
          <a:p>
            <a:pPr>
              <a:buFont typeface="Arial" panose="020B0604020202020204" pitchFamily="34" charset="0"/>
              <a:buChar char="•"/>
            </a:pPr>
            <a:r>
              <a:rPr lang="en-US" dirty="0"/>
              <a:t>Must be at least a /28 netmask (16 IPs).</a:t>
            </a:r>
          </a:p>
          <a:p>
            <a:pPr>
              <a:buFont typeface="Arial" panose="020B0604020202020204" pitchFamily="34" charset="0"/>
              <a:buChar char="•"/>
            </a:pPr>
            <a:r>
              <a:rPr lang="en-US" dirty="0"/>
              <a:t>AWS reserves 5 IP addresses per subnet.</a:t>
            </a:r>
          </a:p>
          <a:p>
            <a:endParaRPr lang="en-US" dirty="0">
              <a:solidFill>
                <a:srgbClr val="000000"/>
              </a:solidFill>
              <a:latin typeface="Calibri" panose="020F0502020204030204" pitchFamily="34" charset="0"/>
            </a:endParaRPr>
          </a:p>
        </p:txBody>
      </p:sp>
      <p:sp>
        <p:nvSpPr>
          <p:cNvPr id="4" name="Slide Number Placeholder 3">
            <a:extLst>
              <a:ext uri="{FF2B5EF4-FFF2-40B4-BE49-F238E27FC236}">
                <a16:creationId xmlns:a16="http://schemas.microsoft.com/office/drawing/2014/main" id="{76D85E6F-A8F2-2AD7-BB2F-72755EA64170}"/>
              </a:ext>
            </a:extLst>
          </p:cNvPr>
          <p:cNvSpPr>
            <a:spLocks noGrp="1"/>
          </p:cNvSpPr>
          <p:nvPr>
            <p:ph type="sldNum" sz="quarter" idx="5"/>
          </p:nvPr>
        </p:nvSpPr>
        <p:spPr/>
        <p:txBody>
          <a:bodyPr/>
          <a:lstStyle/>
          <a:p>
            <a:fld id="{9EF12C2D-CB71-4CAE-84B3-469BDBD1FD3F}" type="slidenum">
              <a:rPr lang="en-IN" smtClean="0"/>
              <a:t>10</a:t>
            </a:fld>
            <a:endParaRPr lang="en-IN"/>
          </a:p>
        </p:txBody>
      </p:sp>
    </p:spTree>
    <p:extLst>
      <p:ext uri="{BB962C8B-B14F-4D97-AF65-F5344CB8AC3E}">
        <p14:creationId xmlns:p14="http://schemas.microsoft.com/office/powerpoint/2010/main" val="3367718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2666A-CAB1-2DC7-93D7-2C9F0C017A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54E79-4C5C-DC6F-D26C-07614D24FD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565FA3-3D3A-6B6A-0165-7DB391883E36}"/>
              </a:ext>
            </a:extLst>
          </p:cNvPr>
          <p:cNvSpPr>
            <a:spLocks noGrp="1"/>
          </p:cNvSpPr>
          <p:nvPr>
            <p:ph type="body" idx="1"/>
          </p:nvPr>
        </p:nvSpPr>
        <p:spPr/>
        <p:txBody>
          <a:bodyPr/>
          <a:lstStyle/>
          <a:p>
            <a:r>
              <a:rPr lang="en-US" dirty="0">
                <a:solidFill>
                  <a:srgbClr val="000000"/>
                </a:solidFill>
                <a:latin typeface="Calibri" panose="020F0502020204030204" pitchFamily="34" charset="0"/>
              </a:rPr>
              <a:t>|Instructor notes</a:t>
            </a:r>
          </a:p>
          <a:p>
            <a:r>
              <a:rPr lang="en-US" dirty="0">
                <a:solidFill>
                  <a:srgbClr val="000000"/>
                </a:solidFill>
                <a:latin typeface="Calibri" panose="020F0502020204030204" pitchFamily="34" charset="0"/>
              </a:rPr>
              <a:t>|This simple overview explains the components that are required of a public subnet. The following slides discuss each of the three components in more detail. You only need to focus on the purpose of each component and establish the narrative. Traffic enters and exits the VPC through the internet gateway, and resources on the network use a public IP when communicating with the internet. A route table directs network traffic and can direct traffic through the internet gateway.</a:t>
            </a:r>
          </a:p>
          <a:p>
            <a:r>
              <a:rPr lang="en-US" dirty="0">
                <a:solidFill>
                  <a:srgbClr val="000000"/>
                </a:solidFill>
                <a:latin typeface="Calibri" panose="020F0502020204030204" pitchFamily="34" charset="0"/>
              </a:rPr>
              <a:t>|</a:t>
            </a:r>
          </a:p>
          <a:p>
            <a:r>
              <a:rPr lang="en-US" dirty="0">
                <a:solidFill>
                  <a:srgbClr val="000000"/>
                </a:solidFill>
                <a:latin typeface="Calibri" panose="020F0502020204030204" pitchFamily="34" charset="0"/>
              </a:rPr>
              <a:t>|Student notes</a:t>
            </a:r>
          </a:p>
          <a:p>
            <a:pPr marL="0" marR="0" lvl="0" indent="0" defTabSz="914400" rtl="0" eaLnBrk="1" fontAlgn="auto" latinLnBrk="0" hangingPunct="1">
              <a:buClrTx/>
              <a:buSzTx/>
              <a:buFontTx/>
              <a:buNone/>
              <a:tabLst/>
              <a:defRPr/>
            </a:pPr>
            <a:r>
              <a:rPr lang="en-US" kern="1200" dirty="0">
                <a:solidFill>
                  <a:srgbClr val="000000"/>
                </a:solidFill>
                <a:effectLst/>
                <a:latin typeface="Calibri" panose="020F0502020204030204" pitchFamily="34" charset="0"/>
                <a:ea typeface="+mn-ea"/>
                <a:cs typeface="+mn-cs"/>
              </a:rPr>
              <a:t>Your public subnet configuration acts as a two-way door — which allows traffic to flow in either direction, invited or not invited. Because it has no automatic outbound routing, you must configure a subnet to be public. </a:t>
            </a:r>
          </a:p>
          <a:p>
            <a:pPr marL="0" marR="0" lvl="0" indent="0" defTabSz="914400" rtl="0" eaLnBrk="1" fontAlgn="auto" latinLnBrk="0" hangingPunct="1">
              <a:buClrTx/>
              <a:buSzTx/>
              <a:buFontTx/>
              <a:buNone/>
              <a:tabLst/>
              <a:defRPr/>
            </a:pPr>
            <a:endParaRPr lang="en-US" kern="1200" dirty="0">
              <a:solidFill>
                <a:srgbClr val="000000"/>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A public subnet requires the following:</a:t>
            </a:r>
          </a:p>
          <a:p>
            <a:pPr marL="171450" lvl="0" indent="-171450">
              <a:buFont typeface="Arial" panose="020B0604020202020204" pitchFamily="34" charset="0"/>
              <a:buChar char="•"/>
            </a:pPr>
            <a:r>
              <a:rPr lang="en-US" dirty="0">
                <a:solidFill>
                  <a:srgbClr val="000000"/>
                </a:solidFill>
                <a:latin typeface="Calibri" panose="020F0502020204030204" pitchFamily="34" charset="0"/>
              </a:rPr>
              <a:t>Internet gateway: The internet gateway allows communication between resources in your VPC and the internet.</a:t>
            </a:r>
          </a:p>
          <a:p>
            <a:pPr marL="171450" marR="0" lvl="0" indent="-171450" defTabSz="914400" rtl="0" eaLnBrk="1" fontAlgn="auto" latinLnBrk="0" hangingPunct="1">
              <a:buClrTx/>
              <a:buSzTx/>
              <a:buFont typeface="Arial" panose="020B0604020202020204" pitchFamily="34" charset="0"/>
              <a:buChar char="•"/>
              <a:tabLst/>
              <a:defRPr/>
            </a:pPr>
            <a:r>
              <a:rPr lang="en-US" dirty="0">
                <a:solidFill>
                  <a:srgbClr val="000000"/>
                </a:solidFill>
                <a:latin typeface="Calibri" panose="020F0502020204030204" pitchFamily="34" charset="0"/>
              </a:rPr>
              <a:t>Route table: A route table contains a set of rules (routes) that are used to determine where network traffic is directed. It can direct traffic to the internet gateway.</a:t>
            </a:r>
          </a:p>
          <a:p>
            <a:pPr marL="171450" lvl="0" indent="-171450">
              <a:buFont typeface="Arial" panose="020B0604020202020204" pitchFamily="34" charset="0"/>
              <a:buChar char="•"/>
            </a:pPr>
            <a:r>
              <a:rPr lang="en-US" dirty="0">
                <a:solidFill>
                  <a:srgbClr val="000000"/>
                </a:solidFill>
                <a:latin typeface="Calibri" panose="020F0502020204030204" pitchFamily="34" charset="0"/>
              </a:rPr>
              <a:t>Public IP addresses: These addresses are accessible from the internet. Public IP addresses obscure the private IP addresses, which are only reachable within the network. </a:t>
            </a:r>
          </a:p>
          <a:p>
            <a:endParaRPr lang="en-US"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endParaRPr lang="en-US" kern="1200" dirty="0">
              <a:solidFill>
                <a:srgbClr val="000000"/>
              </a:solidFill>
              <a:effectLst/>
              <a:latin typeface="Calibri" panose="020F0502020204030204" pitchFamily="34" charset="0"/>
              <a:ea typeface="+mn-ea"/>
              <a:cs typeface="+mn-cs"/>
            </a:endParaRPr>
          </a:p>
          <a:p>
            <a:endParaRPr lang="en-US" dirty="0">
              <a:solidFill>
                <a:srgbClr val="000000"/>
              </a:solidFill>
              <a:latin typeface="Calibri" panose="020F0502020204030204" pitchFamily="34" charset="0"/>
            </a:endParaRPr>
          </a:p>
          <a:p>
            <a:endParaRPr lang="en-US" dirty="0">
              <a:solidFill>
                <a:srgbClr val="000000"/>
              </a:solidFill>
              <a:latin typeface="Calibri" panose="020F0502020204030204" pitchFamily="34" charset="0"/>
            </a:endParaRPr>
          </a:p>
        </p:txBody>
      </p:sp>
      <p:sp>
        <p:nvSpPr>
          <p:cNvPr id="4" name="Slide Number Placeholder 3">
            <a:extLst>
              <a:ext uri="{FF2B5EF4-FFF2-40B4-BE49-F238E27FC236}">
                <a16:creationId xmlns:a16="http://schemas.microsoft.com/office/drawing/2014/main" id="{9D250978-20B2-6E97-5D7D-B5F9C3FAA63C}"/>
              </a:ext>
            </a:extLst>
          </p:cNvPr>
          <p:cNvSpPr>
            <a:spLocks noGrp="1"/>
          </p:cNvSpPr>
          <p:nvPr>
            <p:ph type="sldNum" sz="quarter" idx="5"/>
          </p:nvPr>
        </p:nvSpPr>
        <p:spPr/>
        <p:txBody>
          <a:bodyPr/>
          <a:lstStyle/>
          <a:p>
            <a:fld id="{9EF12C2D-CB71-4CAE-84B3-469BDBD1FD3F}" type="slidenum">
              <a:rPr lang="en-IN" smtClean="0"/>
              <a:t>11</a:t>
            </a:fld>
            <a:endParaRPr lang="en-IN"/>
          </a:p>
        </p:txBody>
      </p:sp>
    </p:spTree>
    <p:extLst>
      <p:ext uri="{BB962C8B-B14F-4D97-AF65-F5344CB8AC3E}">
        <p14:creationId xmlns:p14="http://schemas.microsoft.com/office/powerpoint/2010/main" val="18944995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E79AE-A5DB-A649-A788-5384A6511A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175753-C694-33F0-4B52-4420686FD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C35F6C-E97B-B5CF-C770-34E125B44D22}"/>
              </a:ext>
            </a:extLst>
          </p:cNvPr>
          <p:cNvSpPr>
            <a:spLocks noGrp="1"/>
          </p:cNvSpPr>
          <p:nvPr>
            <p:ph type="body" idx="1"/>
          </p:nvPr>
        </p:nvSpPr>
        <p:spPr/>
        <p:txBody>
          <a:bodyPr/>
          <a:lstStyle/>
          <a:p>
            <a:r>
              <a:rPr lang="en-US" dirty="0">
                <a:solidFill>
                  <a:srgbClr val="000000"/>
                </a:solidFill>
                <a:latin typeface="Calibri" panose="020F0502020204030204" pitchFamily="34" charset="0"/>
              </a:rPr>
              <a:t>|Student notes</a:t>
            </a:r>
          </a:p>
          <a:p>
            <a:pPr marL="0" marR="0" lvl="0" indent="0" defTabSz="914400" rtl="0" eaLnBrk="1" fontAlgn="auto" latinLnBrk="0" hangingPunct="1">
              <a:buClrTx/>
              <a:buSzTx/>
              <a:buFontTx/>
              <a:buNone/>
              <a:tabLst/>
              <a:defRPr/>
            </a:pPr>
            <a:r>
              <a:rPr lang="en-US" kern="1200" dirty="0">
                <a:solidFill>
                  <a:srgbClr val="000000"/>
                </a:solidFill>
                <a:effectLst/>
                <a:latin typeface="Calibri" panose="020F0502020204030204" pitchFamily="34" charset="0"/>
                <a:ea typeface="+mn-ea"/>
                <a:cs typeface="+mn-cs"/>
              </a:rPr>
              <a:t>An internet gateway is a horizontally scaled, redundant, and highly available VPC component that permits communication between instances in your VPC and the internet. It imposes no availability risks or bandwidth constraints on your network traffic. An internet gateway supports IPv4 and IPv6 traffic.</a:t>
            </a:r>
          </a:p>
          <a:p>
            <a:endParaRPr lang="en-US" kern="1200" dirty="0">
              <a:solidFill>
                <a:srgbClr val="000000"/>
              </a:solidFill>
              <a:effectLst/>
              <a:latin typeface="Calibri" panose="020F0502020204030204" pitchFamily="34" charset="0"/>
              <a:ea typeface="+mn-ea"/>
              <a:cs typeface="+mn-cs"/>
            </a:endParaRPr>
          </a:p>
          <a:p>
            <a:endParaRPr lang="en-US" kern="1200" dirty="0">
              <a:solidFill>
                <a:srgbClr val="000000"/>
              </a:solidFill>
              <a:effectLst/>
              <a:latin typeface="Calibri" panose="020F0502020204030204" pitchFamily="34" charset="0"/>
              <a:ea typeface="+mn-ea"/>
              <a:cs typeface="+mn-cs"/>
            </a:endParaRPr>
          </a:p>
          <a:p>
            <a:r>
              <a:rPr lang="en-US" kern="1200" dirty="0">
                <a:solidFill>
                  <a:srgbClr val="000000"/>
                </a:solidFill>
                <a:effectLst/>
                <a:latin typeface="Calibri" panose="020F0502020204030204" pitchFamily="34" charset="0"/>
                <a:ea typeface="+mn-ea"/>
                <a:cs typeface="+mn-cs"/>
              </a:rPr>
              <a:t>An internet gateway serves two purposes: </a:t>
            </a:r>
          </a:p>
          <a:p>
            <a:pPr marL="228600" lvl="0" indent="-228600">
              <a:buFont typeface="+mj-lt"/>
              <a:buAutoNum type="arabicPeriod"/>
            </a:pPr>
            <a:r>
              <a:rPr lang="en-US" b="1" kern="1200" dirty="0">
                <a:solidFill>
                  <a:srgbClr val="000000"/>
                </a:solidFill>
                <a:effectLst/>
                <a:latin typeface="Calibri" panose="020F0502020204030204" pitchFamily="34" charset="0"/>
                <a:ea typeface="+mn-ea"/>
                <a:cs typeface="+mn-cs"/>
              </a:rPr>
              <a:t>It provides a target in your route table for internet-routable traffic.</a:t>
            </a:r>
          </a:p>
          <a:p>
            <a:pPr marL="228600" lvl="0" indent="-228600">
              <a:buFont typeface="+mj-lt"/>
              <a:buAutoNum type="arabicPeriod"/>
            </a:pPr>
            <a:r>
              <a:rPr lang="en-US" b="1" kern="1200" dirty="0">
                <a:solidFill>
                  <a:srgbClr val="000000"/>
                </a:solidFill>
                <a:effectLst/>
                <a:latin typeface="Calibri" panose="020F0502020204030204" pitchFamily="34" charset="0"/>
                <a:ea typeface="+mn-ea"/>
                <a:cs typeface="+mn-cs"/>
              </a:rPr>
              <a:t>It protects IP addresses on your network by performing NAT.</a:t>
            </a:r>
          </a:p>
          <a:p>
            <a:pPr marL="228600" lvl="0" indent="-228600">
              <a:buFont typeface="+mj-lt"/>
              <a:buAutoNum type="arabicPeriod"/>
            </a:pPr>
            <a:endParaRPr lang="en-US" kern="1200" dirty="0">
              <a:solidFill>
                <a:srgbClr val="000000"/>
              </a:solidFill>
              <a:effectLst/>
              <a:latin typeface="Calibri" panose="020F0502020204030204" pitchFamily="34" charset="0"/>
              <a:ea typeface="+mn-ea"/>
              <a:cs typeface="+mn-cs"/>
            </a:endParaRPr>
          </a:p>
          <a:p>
            <a:r>
              <a:rPr lang="en-US" b="1" kern="1200" dirty="0">
                <a:solidFill>
                  <a:srgbClr val="000000"/>
                </a:solidFill>
                <a:effectLst/>
                <a:latin typeface="Calibri" panose="020F0502020204030204" pitchFamily="34" charset="0"/>
                <a:ea typeface="+mn-ea"/>
                <a:cs typeface="+mn-cs"/>
              </a:rPr>
              <a:t>Provides a target in your route table for internet-routable traffic</a:t>
            </a:r>
            <a:endParaRPr lang="en-US" kern="1200" dirty="0">
              <a:solidFill>
                <a:srgbClr val="000000"/>
              </a:solidFill>
              <a:effectLst/>
              <a:latin typeface="Calibri" panose="020F0502020204030204" pitchFamily="34" charset="0"/>
              <a:ea typeface="+mn-ea"/>
              <a:cs typeface="+mn-cs"/>
            </a:endParaRPr>
          </a:p>
          <a:p>
            <a:r>
              <a:rPr lang="en-US" kern="1200" dirty="0">
                <a:solidFill>
                  <a:srgbClr val="000000"/>
                </a:solidFill>
                <a:effectLst/>
                <a:latin typeface="Calibri" panose="020F0502020204030204" pitchFamily="34" charset="0"/>
                <a:ea typeface="+mn-ea"/>
                <a:cs typeface="+mn-cs"/>
              </a:rPr>
              <a:t>A subnet does not allow outbound traffic by default. Your VPC uses route tables to determine where to route traffic. To allow your VPC to route internet traffic, you create an outbound route in your route table with an internet gateway as a target, or destination. </a:t>
            </a:r>
          </a:p>
          <a:p>
            <a:endParaRPr lang="en-US" kern="1200" dirty="0">
              <a:solidFill>
                <a:srgbClr val="000000"/>
              </a:solidFill>
              <a:effectLst/>
              <a:latin typeface="Calibri" panose="020F0502020204030204" pitchFamily="34" charset="0"/>
              <a:ea typeface="+mn-ea"/>
              <a:cs typeface="+mn-cs"/>
            </a:endParaRPr>
          </a:p>
          <a:p>
            <a:r>
              <a:rPr lang="en-US" b="1" kern="1200" dirty="0">
                <a:solidFill>
                  <a:srgbClr val="000000"/>
                </a:solidFill>
                <a:effectLst/>
                <a:latin typeface="Calibri" panose="020F0502020204030204" pitchFamily="34" charset="0"/>
                <a:ea typeface="+mn-ea"/>
                <a:cs typeface="+mn-cs"/>
              </a:rPr>
              <a:t>Protects IP addresses on your network by performing NAT</a:t>
            </a:r>
            <a:endParaRPr lang="en-US" kern="1200" dirty="0">
              <a:solidFill>
                <a:srgbClr val="000000"/>
              </a:solidFill>
              <a:effectLst/>
              <a:latin typeface="Calibri" panose="020F0502020204030204" pitchFamily="34" charset="0"/>
              <a:ea typeface="+mn-ea"/>
              <a:cs typeface="+mn-cs"/>
            </a:endParaRPr>
          </a:p>
          <a:p>
            <a:r>
              <a:rPr lang="en-US" kern="1200" dirty="0">
                <a:solidFill>
                  <a:srgbClr val="000000"/>
                </a:solidFill>
                <a:effectLst/>
                <a:latin typeface="Calibri" panose="020F0502020204030204" pitchFamily="34" charset="0"/>
                <a:ea typeface="+mn-ea"/>
                <a:cs typeface="+mn-cs"/>
              </a:rPr>
              <a:t>Resources on your network that connect to the internet should use two kinds of IP addresses:</a:t>
            </a:r>
          </a:p>
          <a:p>
            <a:pPr marL="171450" lvl="0" indent="-171450">
              <a:buFont typeface="Arial" panose="020B0604020202020204" pitchFamily="34" charset="0"/>
              <a:buChar char="•"/>
            </a:pPr>
            <a:r>
              <a:rPr lang="en-US" b="1" kern="1200" dirty="0">
                <a:solidFill>
                  <a:srgbClr val="000000"/>
                </a:solidFill>
                <a:effectLst/>
                <a:latin typeface="Calibri" panose="020F0502020204030204" pitchFamily="34" charset="0"/>
                <a:ea typeface="+mn-ea"/>
                <a:cs typeface="+mn-cs"/>
              </a:rPr>
              <a:t>Private IP</a:t>
            </a:r>
            <a:r>
              <a:rPr lang="en-US" kern="1200" dirty="0">
                <a:solidFill>
                  <a:srgbClr val="000000"/>
                </a:solidFill>
                <a:effectLst/>
                <a:latin typeface="Calibri" panose="020F0502020204030204" pitchFamily="34" charset="0"/>
                <a:ea typeface="+mn-ea"/>
                <a:cs typeface="+mn-cs"/>
              </a:rPr>
              <a:t>: Use private IPs for communication within your private network. These addresses are not reachable over the internet. </a:t>
            </a:r>
          </a:p>
          <a:p>
            <a:pPr marL="171450" lvl="0" indent="-171450">
              <a:buFont typeface="Arial" panose="020B0604020202020204" pitchFamily="34" charset="0"/>
              <a:buChar char="•"/>
            </a:pPr>
            <a:r>
              <a:rPr lang="en-US" b="1" kern="1200" dirty="0">
                <a:solidFill>
                  <a:srgbClr val="000000"/>
                </a:solidFill>
                <a:effectLst/>
                <a:latin typeface="Calibri" panose="020F0502020204030204" pitchFamily="34" charset="0"/>
                <a:ea typeface="+mn-ea"/>
                <a:cs typeface="+mn-cs"/>
              </a:rPr>
              <a:t>Public IP</a:t>
            </a:r>
            <a:r>
              <a:rPr lang="en-US" kern="1200" dirty="0">
                <a:solidFill>
                  <a:srgbClr val="000000"/>
                </a:solidFill>
                <a:effectLst/>
                <a:latin typeface="Calibri" panose="020F0502020204030204" pitchFamily="34" charset="0"/>
                <a:ea typeface="+mn-ea"/>
                <a:cs typeface="+mn-cs"/>
              </a:rPr>
              <a:t>: Use public IP addresses for communication between resources in your VPC and the internet. A public IP address is reachable over the internet. </a:t>
            </a:r>
          </a:p>
        </p:txBody>
      </p:sp>
      <p:sp>
        <p:nvSpPr>
          <p:cNvPr id="4" name="Slide Number Placeholder 3">
            <a:extLst>
              <a:ext uri="{FF2B5EF4-FFF2-40B4-BE49-F238E27FC236}">
                <a16:creationId xmlns:a16="http://schemas.microsoft.com/office/drawing/2014/main" id="{45CA1155-026C-D31C-6BD3-C6A7CB41393B}"/>
              </a:ext>
            </a:extLst>
          </p:cNvPr>
          <p:cNvSpPr>
            <a:spLocks noGrp="1"/>
          </p:cNvSpPr>
          <p:nvPr>
            <p:ph type="sldNum" sz="quarter" idx="5"/>
          </p:nvPr>
        </p:nvSpPr>
        <p:spPr/>
        <p:txBody>
          <a:bodyPr/>
          <a:lstStyle/>
          <a:p>
            <a:fld id="{9EF12C2D-CB71-4CAE-84B3-469BDBD1FD3F}" type="slidenum">
              <a:rPr lang="en-IN" smtClean="0"/>
              <a:t>12</a:t>
            </a:fld>
            <a:endParaRPr lang="en-IN"/>
          </a:p>
        </p:txBody>
      </p:sp>
    </p:spTree>
    <p:extLst>
      <p:ext uri="{BB962C8B-B14F-4D97-AF65-F5344CB8AC3E}">
        <p14:creationId xmlns:p14="http://schemas.microsoft.com/office/powerpoint/2010/main" val="482390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46E48-18F8-323E-000A-467D04E9BD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9D7E5-02B3-42AC-EFA2-DF78FBE642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D3DD8D-C7AD-3AD1-117C-A6856BBEEB87}"/>
              </a:ext>
            </a:extLst>
          </p:cNvPr>
          <p:cNvSpPr>
            <a:spLocks noGrp="1"/>
          </p:cNvSpPr>
          <p:nvPr>
            <p:ph type="body" idx="1"/>
          </p:nvPr>
        </p:nvSpPr>
        <p:spPr/>
        <p:txBody>
          <a:bodyPr/>
          <a:lstStyle/>
          <a:p>
            <a:r>
              <a:rPr lang="en-US" dirty="0">
                <a:solidFill>
                  <a:srgbClr val="000000"/>
                </a:solidFill>
                <a:latin typeface="Calibri" panose="020F0502020204030204" pitchFamily="34" charset="0"/>
              </a:rPr>
              <a:t>|Student notes</a:t>
            </a:r>
          </a:p>
          <a:p>
            <a:pPr marL="0" marR="0" lvl="0" indent="0" defTabSz="914400" rtl="0" eaLnBrk="1" fontAlgn="auto" latinLnBrk="0" hangingPunct="1">
              <a:buClrTx/>
              <a:buSzTx/>
              <a:buFontTx/>
              <a:buNone/>
              <a:tabLst/>
              <a:defRPr/>
            </a:pPr>
            <a:r>
              <a:rPr lang="en-US" kern="1200" dirty="0">
                <a:solidFill>
                  <a:srgbClr val="000000"/>
                </a:solidFill>
                <a:effectLst/>
                <a:latin typeface="Calibri" panose="020F0502020204030204" pitchFamily="34" charset="0"/>
                <a:ea typeface="+mn-ea"/>
                <a:cs typeface="+mn-cs"/>
              </a:rPr>
              <a:t>Private subnets allow indirect access to the internet. Traffic stays within your private network. A private IP address assigned to an Amazon Elastic Compute Cloud (Amazon EC2) instance will never change unless you manually assign a new IP address on the network interface of the EC2 instance.</a:t>
            </a:r>
          </a:p>
          <a:p>
            <a:pPr marL="0" marR="0" lvl="0" indent="0" defTabSz="914400" rtl="0" eaLnBrk="1" fontAlgn="auto" latinLnBrk="0" hangingPunct="1">
              <a:buClrTx/>
              <a:buSzTx/>
              <a:buFontTx/>
              <a:buNone/>
              <a:tabLst/>
              <a:defRPr/>
            </a:pPr>
            <a:endParaRPr lang="en-US" kern="1200" dirty="0">
              <a:solidFill>
                <a:srgbClr val="000000"/>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kern="1200" dirty="0">
                <a:solidFill>
                  <a:srgbClr val="000000"/>
                </a:solidFill>
                <a:effectLst/>
                <a:latin typeface="Calibri" panose="020F0502020204030204" pitchFamily="34" charset="0"/>
                <a:ea typeface="+mn-ea"/>
                <a:cs typeface="+mn-cs"/>
              </a:rPr>
              <a:t>You can put web-tier instances into a public subnet. However, we recommend that you put web-tier instances inside</a:t>
            </a:r>
            <a:r>
              <a:rPr lang="en-US" kern="1200" baseline="0" dirty="0">
                <a:solidFill>
                  <a:srgbClr val="000000"/>
                </a:solidFill>
                <a:effectLst/>
                <a:latin typeface="Calibri" panose="020F0502020204030204" pitchFamily="34" charset="0"/>
                <a:ea typeface="+mn-ea"/>
                <a:cs typeface="+mn-cs"/>
              </a:rPr>
              <a:t> </a:t>
            </a:r>
            <a:r>
              <a:rPr lang="en-US" i="0" kern="1200" dirty="0">
                <a:solidFill>
                  <a:srgbClr val="000000"/>
                </a:solidFill>
                <a:effectLst/>
                <a:latin typeface="Calibri" panose="020F0502020204030204" pitchFamily="34" charset="0"/>
                <a:ea typeface="+mn-ea"/>
                <a:cs typeface="+mn-cs"/>
              </a:rPr>
              <a:t>private</a:t>
            </a:r>
            <a:r>
              <a:rPr lang="en-US" kern="1200" dirty="0">
                <a:solidFill>
                  <a:srgbClr val="000000"/>
                </a:solidFill>
                <a:effectLst/>
                <a:latin typeface="Calibri" panose="020F0502020204030204" pitchFamily="34" charset="0"/>
                <a:ea typeface="+mn-ea"/>
                <a:cs typeface="+mn-cs"/>
              </a:rPr>
              <a:t> subnets behind a load balancer placed in a public subnet. Elastic Load Balancing is discussed later in this cours</a:t>
            </a:r>
            <a:r>
              <a:rPr lang="en-US" dirty="0">
                <a:solidFill>
                  <a:srgbClr val="000000"/>
                </a:solidFill>
                <a:latin typeface="Calibri" panose="020F0502020204030204" pitchFamily="34" charset="0"/>
              </a:rPr>
              <a:t>e.</a:t>
            </a:r>
          </a:p>
          <a:p>
            <a:endParaRPr lang="en-US" dirty="0">
              <a:solidFill>
                <a:srgbClr val="000000"/>
              </a:solidFill>
              <a:latin typeface="Calibri" panose="020F0502020204030204" pitchFamily="34" charset="0"/>
            </a:endParaRPr>
          </a:p>
          <a:p>
            <a:endParaRPr lang="en-US" dirty="0">
              <a:latin typeface="Calibri" panose="020F0502020204030204" pitchFamily="34" charset="0"/>
              <a:ea typeface="Amazon Ember Light" panose="020B040302020402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6B6FE029-E0D5-010F-A76E-993BCF422DEB}"/>
              </a:ext>
            </a:extLst>
          </p:cNvPr>
          <p:cNvSpPr>
            <a:spLocks noGrp="1"/>
          </p:cNvSpPr>
          <p:nvPr>
            <p:ph type="sldNum" sz="quarter" idx="5"/>
          </p:nvPr>
        </p:nvSpPr>
        <p:spPr/>
        <p:txBody>
          <a:bodyPr/>
          <a:lstStyle/>
          <a:p>
            <a:fld id="{9EF12C2D-CB71-4CAE-84B3-469BDBD1FD3F}" type="slidenum">
              <a:rPr lang="en-IN" smtClean="0"/>
              <a:t>13</a:t>
            </a:fld>
            <a:endParaRPr lang="en-IN"/>
          </a:p>
        </p:txBody>
      </p:sp>
    </p:spTree>
    <p:extLst>
      <p:ext uri="{BB962C8B-B14F-4D97-AF65-F5344CB8AC3E}">
        <p14:creationId xmlns:p14="http://schemas.microsoft.com/office/powerpoint/2010/main" val="1601469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EAC94-0C3E-8736-5785-A5B8E24B9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4EB5ED-C933-161E-B32C-0212D7BDA8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2ECA2-4232-58DD-52A4-13FA2E78554F}"/>
              </a:ext>
            </a:extLst>
          </p:cNvPr>
          <p:cNvSpPr>
            <a:spLocks noGrp="1"/>
          </p:cNvSpPr>
          <p:nvPr>
            <p:ph type="body" idx="1"/>
          </p:nvPr>
        </p:nvSpPr>
        <p:spPr/>
        <p:txBody>
          <a:bodyPr/>
          <a:lstStyle/>
          <a:p>
            <a:r>
              <a:rPr lang="en-US" dirty="0">
                <a:solidFill>
                  <a:srgbClr val="000000"/>
                </a:solidFill>
                <a:latin typeface="Calibri" panose="020F0502020204030204" pitchFamily="34" charset="0"/>
              </a:rPr>
              <a:t>|Instructor notes</a:t>
            </a:r>
          </a:p>
          <a:p>
            <a:r>
              <a:rPr lang="en-US" dirty="0">
                <a:solidFill>
                  <a:srgbClr val="000000"/>
                </a:solidFill>
                <a:latin typeface="Calibri" panose="020F0502020204030204" pitchFamily="34" charset="0"/>
              </a:rPr>
              <a:t>|It is worth mentioning the use of the 0.0.0.0/0 CIDR range in the public route table</a:t>
            </a:r>
          </a:p>
          <a:p>
            <a:r>
              <a:rPr lang="en-US" dirty="0">
                <a:solidFill>
                  <a:srgbClr val="000000"/>
                </a:solidFill>
                <a:latin typeface="Calibri" panose="020F0502020204030204" pitchFamily="34" charset="0"/>
              </a:rPr>
              <a:t>|</a:t>
            </a:r>
          </a:p>
          <a:p>
            <a:r>
              <a:rPr lang="en-US" dirty="0">
                <a:solidFill>
                  <a:srgbClr val="000000"/>
                </a:solidFill>
                <a:latin typeface="Calibri" panose="020F0502020204030204" pitchFamily="34" charset="0"/>
              </a:rPr>
              <a:t>|Student notes</a:t>
            </a:r>
          </a:p>
          <a:p>
            <a:r>
              <a:rPr lang="en-US" dirty="0">
                <a:solidFill>
                  <a:srgbClr val="000000"/>
                </a:solidFill>
                <a:latin typeface="Calibri" panose="020F0502020204030204" pitchFamily="34" charset="0"/>
              </a:rPr>
              <a:t>A route table contains a set of rules (routes) that the VPC uses to determine where to direct network traffic. When you create a VPC, it automatically has a main route table. Initially, the main route table (and every route table in a VPC) contains only a single route. This local route permits communication for all the resources within the VPC. You can't modify the local route in a route table. Whenever you launch an instance in the VPC, the local route automatically covers that instance. You can create additional custom route tables for your VPC.</a:t>
            </a:r>
          </a:p>
          <a:p>
            <a:endParaRPr lang="en-US" dirty="0">
              <a:solidFill>
                <a:srgbClr val="000000"/>
              </a:solidFill>
              <a:latin typeface="Calibri" panose="020F0502020204030204" pitchFamily="34" charset="0"/>
            </a:endParaRPr>
          </a:p>
          <a:p>
            <a:r>
              <a:rPr lang="en-US" dirty="0">
                <a:solidFill>
                  <a:srgbClr val="000000"/>
                </a:solidFill>
                <a:latin typeface="Calibri" panose="020F0502020204030204" pitchFamily="34" charset="0"/>
              </a:rPr>
              <a:t>Each subnet in your VPC must be associated with a route table. If you don't explicitly associate a subnet with a particular route table, the subnet is implicitly associated with and uses the main route table. A subnet can be associated with only one route table at a time, but you can associate multiple subnets with the same route table. Use custom route tables for each subnet to permit granular routing for destinations.</a:t>
            </a:r>
          </a:p>
          <a:p>
            <a:r>
              <a:rPr lang="en-US" kern="1200" dirty="0">
                <a:solidFill>
                  <a:srgbClr val="000000"/>
                </a:solidFill>
                <a:effectLst/>
                <a:latin typeface="Calibri" panose="020F0502020204030204" pitchFamily="34" charset="0"/>
                <a:ea typeface="+mn-ea"/>
                <a:cs typeface="+mn-cs"/>
              </a:rPr>
              <a:t> </a:t>
            </a:r>
          </a:p>
          <a:p>
            <a:r>
              <a:rPr lang="en-US" kern="1200" dirty="0">
                <a:solidFill>
                  <a:srgbClr val="000000"/>
                </a:solidFill>
                <a:effectLst/>
                <a:latin typeface="Calibri" panose="020F0502020204030204" pitchFamily="34" charset="0"/>
                <a:ea typeface="+mn-ea"/>
                <a:cs typeface="+mn-cs"/>
              </a:rPr>
              <a:t>In this example, both route tables direct network traffic locally, but the public route table includes routes to the internet gateway.  </a:t>
            </a:r>
          </a:p>
          <a:p>
            <a:r>
              <a:rPr lang="en-US" kern="1200" dirty="0">
                <a:solidFill>
                  <a:srgbClr val="000000"/>
                </a:solidFill>
                <a:effectLst/>
                <a:latin typeface="Calibri" panose="020F0502020204030204" pitchFamily="34" charset="0"/>
                <a:ea typeface="+mn-ea"/>
                <a:cs typeface="+mn-cs"/>
              </a:rPr>
              <a:t> </a:t>
            </a:r>
            <a:endParaRPr lang="en-US" dirty="0">
              <a:solidFill>
                <a:srgbClr val="000000"/>
              </a:solidFill>
              <a:latin typeface="Calibri" panose="020F0502020204030204" pitchFamily="34" charset="0"/>
            </a:endParaRPr>
          </a:p>
          <a:p>
            <a:pPr>
              <a:defRPr/>
            </a:pPr>
            <a:r>
              <a:rPr lang="en-US" dirty="0">
                <a:latin typeface="Calibri" panose="020F0502020204030204" pitchFamily="34" charset="0"/>
              </a:rPr>
              <a:t>For more information, see “Configure route tables” in the </a:t>
            </a:r>
            <a:r>
              <a:rPr lang="en-US" i="1" dirty="0">
                <a:latin typeface="Calibri" panose="020F0502020204030204" pitchFamily="34" charset="0"/>
              </a:rPr>
              <a:t>Amazon Virtual Private Cloud User Guide</a:t>
            </a:r>
            <a:r>
              <a:rPr lang="en-US" dirty="0">
                <a:latin typeface="Calibri" panose="020F0502020204030204" pitchFamily="34" charset="0"/>
              </a:rPr>
              <a:t> at </a:t>
            </a:r>
            <a:r>
              <a:rPr lang="en-US" u="sng" dirty="0">
                <a:latin typeface="Calibri" panose="020F0502020204030204" pitchFamily="34" charset="0"/>
                <a:hlinkClick r:id="rId3"/>
              </a:rPr>
              <a:t>https://docs.aws.amazon.com/vpc/latest/userguide/VPC_Route_Tables.html</a:t>
            </a:r>
            <a:r>
              <a:rPr lang="en-US" dirty="0">
                <a:latin typeface="Calibri" panose="020F0502020204030204" pitchFamily="34" charset="0"/>
              </a:rPr>
              <a:t>.</a:t>
            </a:r>
            <a:endParaRPr lang="en-US" dirty="0">
              <a:latin typeface="Calibri" panose="020F0502020204030204" pitchFamily="34" charset="0"/>
              <a:ea typeface="Amazon Ember Light" panose="020B040302020402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E8BE03E-1F48-DB85-241A-0E11E2949E76}"/>
              </a:ext>
            </a:extLst>
          </p:cNvPr>
          <p:cNvSpPr>
            <a:spLocks noGrp="1"/>
          </p:cNvSpPr>
          <p:nvPr>
            <p:ph type="sldNum" sz="quarter" idx="5"/>
          </p:nvPr>
        </p:nvSpPr>
        <p:spPr/>
        <p:txBody>
          <a:bodyPr/>
          <a:lstStyle/>
          <a:p>
            <a:fld id="{9EF12C2D-CB71-4CAE-84B3-469BDBD1FD3F}" type="slidenum">
              <a:rPr lang="en-IN" smtClean="0"/>
              <a:t>14</a:t>
            </a:fld>
            <a:endParaRPr lang="en-IN"/>
          </a:p>
        </p:txBody>
      </p:sp>
    </p:spTree>
    <p:extLst>
      <p:ext uri="{BB962C8B-B14F-4D97-AF65-F5344CB8AC3E}">
        <p14:creationId xmlns:p14="http://schemas.microsoft.com/office/powerpoint/2010/main" val="42360759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BF8E5-C47C-FB8F-0CB7-B27566A69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799D6-7597-38B8-E1C7-75F77B0E3C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36D919-BAD1-DD0B-0064-8669090FB9B6}"/>
              </a:ext>
            </a:extLst>
          </p:cNvPr>
          <p:cNvSpPr>
            <a:spLocks noGrp="1"/>
          </p:cNvSpPr>
          <p:nvPr>
            <p:ph type="body" idx="1"/>
          </p:nvPr>
        </p:nvSpPr>
        <p:spPr/>
        <p:txBody>
          <a:bodyPr/>
          <a:lstStyle/>
          <a:p>
            <a:r>
              <a:rPr lang="en-US" dirty="0">
                <a:solidFill>
                  <a:srgbClr val="000000"/>
                </a:solidFill>
                <a:latin typeface="Calibri" panose="020F0502020204030204" pitchFamily="34" charset="0"/>
              </a:rPr>
              <a:t>|Student notes</a:t>
            </a:r>
          </a:p>
          <a:p>
            <a:pPr marL="0" marR="0"/>
            <a:r>
              <a:rPr lang="en-US" dirty="0">
                <a:effectLst/>
                <a:latin typeface="Calibri" panose="020F0502020204030204" pitchFamily="34" charset="0"/>
                <a:ea typeface="Calibri" panose="020F0502020204030204" pitchFamily="34" charset="0"/>
                <a:cs typeface="Times New Roman" panose="02020603050405020304" pitchFamily="18" charset="0"/>
              </a:rPr>
              <a:t>Each AWS account comes with a default Amazon VPC that is preconfigured for you to use immediately. The default Amazon VPC is suitable for getting started quickly and for launching public instances, such as a blog or simple website.</a:t>
            </a:r>
          </a:p>
          <a:p>
            <a:pPr marL="0" marR="0"/>
            <a:r>
              <a:rPr lang="en-US" dirty="0">
                <a:effectLst/>
                <a:latin typeface="Calibri" panose="020F0502020204030204" pitchFamily="34" charset="0"/>
                <a:ea typeface="Calibri" panose="020F0502020204030204" pitchFamily="34" charset="0"/>
                <a:cs typeface="Times New Roman" panose="02020603050405020304" pitchFamily="18" charset="0"/>
              </a:rPr>
              <a:t> </a:t>
            </a:r>
          </a:p>
          <a:p>
            <a:pPr marL="0" marR="0"/>
            <a:r>
              <a:rPr lang="en-US" dirty="0">
                <a:effectLst/>
                <a:latin typeface="Calibri" panose="020F0502020204030204" pitchFamily="34" charset="0"/>
                <a:ea typeface="Calibri" panose="020F0502020204030204" pitchFamily="34" charset="0"/>
                <a:cs typeface="Times New Roman" panose="02020603050405020304" pitchFamily="18" charset="0"/>
              </a:rPr>
              <a:t>This diagram is a default Amazon VPC. The CIDR block for the default VPC is always a /16 subnet mask. In this example, the CIDR block of 172.31.0.0/16 means that this VPC can provide up to 65,536 IP addresses. It includes one public subnet in each Availability Zone in the Region. These subnets use a /20 subnet mask, which provides 4,096 addresses per subnet. It also includes an internet gateway. The VPC uses a main route table to connect the subnets to the internet gateway.</a:t>
            </a:r>
          </a:p>
          <a:p>
            <a:pPr marL="0" marR="0"/>
            <a:r>
              <a:rPr lang="en-US" dirty="0">
                <a:effectLst/>
                <a:latin typeface="Calibri" panose="020F0502020204030204" pitchFamily="34" charset="0"/>
                <a:ea typeface="Calibri" panose="020F0502020204030204" pitchFamily="34" charset="0"/>
                <a:cs typeface="Times New Roman" panose="02020603050405020304" pitchFamily="18" charset="0"/>
              </a:rPr>
              <a:t> </a:t>
            </a:r>
          </a:p>
          <a:p>
            <a:pPr marL="0" marR="0"/>
            <a:r>
              <a:rPr lang="en-US" dirty="0">
                <a:effectLst/>
                <a:latin typeface="Calibri" panose="020F0502020204030204" pitchFamily="34" charset="0"/>
                <a:ea typeface="Calibri" panose="020F0502020204030204" pitchFamily="34" charset="0"/>
                <a:cs typeface="Times New Roman" panose="02020603050405020304" pitchFamily="18" charset="0"/>
              </a:rPr>
              <a:t>For more information about how to modify the IPv4 address range, see “How do I modify the IPv4 CIDR block of my Amazon VPC?” at </a:t>
            </a:r>
            <a:r>
              <a:rPr lang="en-US"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https://aws.amazon.com/premiumsupport/knowledge-center/vpc-ip-address-range/</a:t>
            </a:r>
            <a:r>
              <a:rPr lang="en-US" dirty="0">
                <a:effectLst/>
                <a:latin typeface="Calibri" panose="020F0502020204030204" pitchFamily="34" charset="0"/>
                <a:ea typeface="Calibri" panose="020F0502020204030204" pitchFamily="34" charset="0"/>
                <a:cs typeface="Times New Roman" panose="02020603050405020304" pitchFamily="18" charset="0"/>
              </a:rPr>
              <a:t>.</a:t>
            </a:r>
          </a:p>
          <a:p>
            <a:endParaRPr lang="en-US" dirty="0">
              <a:latin typeface="Calibri" panose="020F0502020204030204" pitchFamily="34" charset="0"/>
              <a:ea typeface="Amazon Ember Light" panose="020B040302020402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DB1E350-FA33-52F5-5F90-ECCA9A713535}"/>
              </a:ext>
            </a:extLst>
          </p:cNvPr>
          <p:cNvSpPr>
            <a:spLocks noGrp="1"/>
          </p:cNvSpPr>
          <p:nvPr>
            <p:ph type="sldNum" sz="quarter" idx="5"/>
          </p:nvPr>
        </p:nvSpPr>
        <p:spPr/>
        <p:txBody>
          <a:bodyPr/>
          <a:lstStyle/>
          <a:p>
            <a:fld id="{9EF12C2D-CB71-4CAE-84B3-469BDBD1FD3F}" type="slidenum">
              <a:rPr lang="en-IN" smtClean="0"/>
              <a:t>15</a:t>
            </a:fld>
            <a:endParaRPr lang="en-IN"/>
          </a:p>
        </p:txBody>
      </p:sp>
    </p:spTree>
    <p:extLst>
      <p:ext uri="{BB962C8B-B14F-4D97-AF65-F5344CB8AC3E}">
        <p14:creationId xmlns:p14="http://schemas.microsoft.com/office/powerpoint/2010/main" val="2599060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D5CB39-08C5-4D18-BF82-74FF071CE759}"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326221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D5CB39-08C5-4D18-BF82-74FF071CE759}"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1994841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D5CB39-08C5-4D18-BF82-74FF071CE759}"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2698189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D5CB39-08C5-4D18-BF82-74FF071CE759}"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1386610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D5CB39-08C5-4D18-BF82-74FF071CE759}" type="datetimeFigureOut">
              <a:rPr lang="en-IN" smtClean="0"/>
              <a:t>30-04-2025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1381000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D5CB39-08C5-4D18-BF82-74FF071CE759}" type="datetimeFigureOut">
              <a:rPr lang="en-IN" smtClean="0"/>
              <a:t>30-04-2025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292841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D5CB39-08C5-4D18-BF82-74FF071CE759}" type="datetimeFigureOut">
              <a:rPr lang="en-IN" smtClean="0"/>
              <a:t>30-04-2025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3237808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D5CB39-08C5-4D18-BF82-74FF071CE759}"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1955127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D5CB39-08C5-4D18-BF82-74FF071CE759}"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3523987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D5CB39-08C5-4D18-BF82-74FF071CE759}"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1283281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D5CB39-08C5-4D18-BF82-74FF071CE759}"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160395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D5CB39-08C5-4D18-BF82-74FF071CE759}"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18654764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D5CB39-08C5-4D18-BF82-74FF071CE759}"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21160772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D5CB39-08C5-4D18-BF82-74FF071CE759}"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30662078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D5CB39-08C5-4D18-BF82-74FF071CE759}"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3471595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D5CB39-08C5-4D18-BF82-74FF071CE759}" type="datetimeFigureOut">
              <a:rPr lang="en-IN" smtClean="0"/>
              <a:t>30-04-2025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18596179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D5CB39-08C5-4D18-BF82-74FF071CE759}" type="datetimeFigureOut">
              <a:rPr lang="en-IN" smtClean="0"/>
              <a:t>30-04-2025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41343374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D5CB39-08C5-4D18-BF82-74FF071CE759}" type="datetimeFigureOut">
              <a:rPr lang="en-IN" smtClean="0"/>
              <a:t>30-04-2025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19578446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D5CB39-08C5-4D18-BF82-74FF071CE759}"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34676232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D5CB39-08C5-4D18-BF82-74FF071CE759}"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7694968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D5CB39-08C5-4D18-BF82-74FF071CE759}"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13266768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D5CB39-08C5-4D18-BF82-74FF071CE759}"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BFE4BAC-AA8F-4169-9277-C0D31021A7B2}" type="slidenum">
              <a:rPr lang="en-IN" smtClean="0"/>
              <a:t>‹#›</a:t>
            </a:fld>
            <a:endParaRPr lang="en-IN"/>
          </a:p>
        </p:txBody>
      </p:sp>
    </p:spTree>
    <p:extLst>
      <p:ext uri="{BB962C8B-B14F-4D97-AF65-F5344CB8AC3E}">
        <p14:creationId xmlns:p14="http://schemas.microsoft.com/office/powerpoint/2010/main" val="1352039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D5CB39-08C5-4D18-BF82-74FF071CE759}" type="datetimeFigureOut">
              <a:rPr lang="en-IN" smtClean="0"/>
              <a:t>30-04-2025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FE4BAC-AA8F-4169-9277-C0D31021A7B2}" type="slidenum">
              <a:rPr lang="en-IN" smtClean="0"/>
              <a:t>‹#›</a:t>
            </a:fld>
            <a:endParaRPr lang="en-IN"/>
          </a:p>
        </p:txBody>
      </p:sp>
    </p:spTree>
    <p:extLst>
      <p:ext uri="{BB962C8B-B14F-4D97-AF65-F5344CB8AC3E}">
        <p14:creationId xmlns:p14="http://schemas.microsoft.com/office/powerpoint/2010/main" val="8694420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D5CB39-08C5-4D18-BF82-74FF071CE759}" type="datetimeFigureOut">
              <a:rPr lang="en-IN" smtClean="0"/>
              <a:t>30-04-2025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FE4BAC-AA8F-4169-9277-C0D31021A7B2}" type="slidenum">
              <a:rPr lang="en-IN" smtClean="0"/>
              <a:t>‹#›</a:t>
            </a:fld>
            <a:endParaRPr lang="en-IN"/>
          </a:p>
        </p:txBody>
      </p:sp>
    </p:spTree>
    <p:extLst>
      <p:ext uri="{BB962C8B-B14F-4D97-AF65-F5344CB8AC3E}">
        <p14:creationId xmlns:p14="http://schemas.microsoft.com/office/powerpoint/2010/main" val="330880982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2.jpeg"/><Relationship Id="rId7" Type="http://schemas.openxmlformats.org/officeDocument/2006/relationships/diagramColors" Target="../diagrams/colors5.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41C6D5-C270-976A-4D36-800111A983B8}"/>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CE43FD9-D8BE-7FAD-9212-C2283B8217AC}"/>
              </a:ext>
            </a:extLst>
          </p:cNvPr>
          <p:cNvSpPr>
            <a:spLocks noGrp="1"/>
          </p:cNvSpPr>
          <p:nvPr>
            <p:ph type="title"/>
          </p:nvPr>
        </p:nvSpPr>
        <p:spPr>
          <a:xfrm>
            <a:off x="1314824" y="735106"/>
            <a:ext cx="10053763" cy="2928470"/>
          </a:xfrm>
        </p:spPr>
        <p:txBody>
          <a:bodyPr vert="horz" lIns="91440" tIns="45720" rIns="91440" bIns="45720" rtlCol="0" anchor="b">
            <a:normAutofit/>
          </a:bodyPr>
          <a:lstStyle/>
          <a:p>
            <a:pPr lvl="1" algn="l" rtl="0">
              <a:lnSpc>
                <a:spcPct val="90000"/>
              </a:lnSpc>
              <a:spcBef>
                <a:spcPct val="0"/>
              </a:spcBef>
            </a:pPr>
            <a:r>
              <a:rPr lang="en-US" sz="4800" kern="1200" dirty="0">
                <a:solidFill>
                  <a:srgbClr val="FFFFFF"/>
                </a:solidFill>
                <a:latin typeface="+mj-lt"/>
                <a:ea typeface="+mj-ea"/>
                <a:cs typeface="+mj-cs"/>
              </a:rPr>
              <a:t>Amazon Virtual Private Cloud </a:t>
            </a:r>
            <a:br>
              <a:rPr lang="en-US" sz="4800" kern="1200" dirty="0">
                <a:solidFill>
                  <a:srgbClr val="FFFFFF"/>
                </a:solidFill>
                <a:latin typeface="+mj-lt"/>
                <a:ea typeface="+mj-ea"/>
                <a:cs typeface="+mj-cs"/>
              </a:rPr>
            </a:br>
            <a:r>
              <a:rPr lang="en-US" sz="4800" kern="1200" dirty="0">
                <a:solidFill>
                  <a:srgbClr val="FFFFFF"/>
                </a:solidFill>
                <a:latin typeface="+mj-lt"/>
                <a:ea typeface="+mj-ea"/>
                <a:cs typeface="+mj-cs"/>
              </a:rPr>
              <a:t>		(Amazon VPC)</a:t>
            </a:r>
          </a:p>
        </p:txBody>
      </p:sp>
    </p:spTree>
    <p:extLst>
      <p:ext uri="{BB962C8B-B14F-4D97-AF65-F5344CB8AC3E}">
        <p14:creationId xmlns:p14="http://schemas.microsoft.com/office/powerpoint/2010/main" val="4315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97FA5F-DCCB-D390-84DC-5253F1DE6891}"/>
              </a:ext>
            </a:extLst>
          </p:cNvPr>
          <p:cNvSpPr>
            <a:spLocks noGrp="1"/>
          </p:cNvSpPr>
          <p:nvPr>
            <p:ph type="title"/>
          </p:nvPr>
        </p:nvSpPr>
        <p:spPr>
          <a:xfrm>
            <a:off x="589560" y="856180"/>
            <a:ext cx="4560584" cy="1128068"/>
          </a:xfrm>
        </p:spPr>
        <p:txBody>
          <a:bodyPr anchor="ctr">
            <a:normAutofit/>
          </a:bodyPr>
          <a:lstStyle/>
          <a:p>
            <a:r>
              <a:rPr lang="en-US" sz="2800" b="1"/>
              <a:t>What do you get with a VPC?</a:t>
            </a:r>
            <a:br>
              <a:rPr lang="en-US" sz="2800" b="1"/>
            </a:br>
            <a:endParaRPr lang="en-IN" sz="2800"/>
          </a:p>
        </p:txBody>
      </p:sp>
      <p:grpSp>
        <p:nvGrpSpPr>
          <p:cNvPr id="25" name="Group 2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6" name="Rectangle 2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4" descr="A diagram of a network&#10;&#10;AI-generated content may be incorrect.">
            <a:extLst>
              <a:ext uri="{FF2B5EF4-FFF2-40B4-BE49-F238E27FC236}">
                <a16:creationId xmlns:a16="http://schemas.microsoft.com/office/drawing/2014/main" id="{F1AAAC70-C4B5-BC01-4695-88D37B32A5EC}"/>
              </a:ext>
            </a:extLst>
          </p:cNvPr>
          <p:cNvPicPr>
            <a:picLocks noChangeAspect="1"/>
          </p:cNvPicPr>
          <p:nvPr/>
        </p:nvPicPr>
        <p:blipFill>
          <a:blip r:embed="rId3"/>
          <a:srcRect r="4" b="3065"/>
          <a:stretch/>
        </p:blipFill>
        <p:spPr>
          <a:xfrm>
            <a:off x="5977788" y="799352"/>
            <a:ext cx="5425410" cy="5259296"/>
          </a:xfrm>
          <a:prstGeom prst="rect">
            <a:avLst/>
          </a:prstGeom>
        </p:spPr>
      </p:pic>
      <p:graphicFrame>
        <p:nvGraphicFramePr>
          <p:cNvPr id="18" name="Content Placeholder 2">
            <a:extLst>
              <a:ext uri="{FF2B5EF4-FFF2-40B4-BE49-F238E27FC236}">
                <a16:creationId xmlns:a16="http://schemas.microsoft.com/office/drawing/2014/main" id="{48E177E2-4781-BB34-5EEA-F6798B6FB3B7}"/>
              </a:ext>
            </a:extLst>
          </p:cNvPr>
          <p:cNvGraphicFramePr>
            <a:graphicFrameLocks noGrp="1"/>
          </p:cNvGraphicFramePr>
          <p:nvPr>
            <p:ph idx="1"/>
            <p:extLst>
              <p:ext uri="{D42A27DB-BD31-4B8C-83A1-F6EECF244321}">
                <p14:modId xmlns:p14="http://schemas.microsoft.com/office/powerpoint/2010/main" val="1983627196"/>
              </p:ext>
            </p:extLst>
          </p:nvPr>
        </p:nvGraphicFramePr>
        <p:xfrm>
          <a:off x="590719" y="2330505"/>
          <a:ext cx="4559425" cy="397958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39310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0D7B2-8578-DA75-6CA5-38B4AEDE3D54}"/>
              </a:ext>
            </a:extLst>
          </p:cNvPr>
          <p:cNvSpPr>
            <a:spLocks noGrp="1"/>
          </p:cNvSpPr>
          <p:nvPr>
            <p:ph type="title"/>
          </p:nvPr>
        </p:nvSpPr>
        <p:spPr>
          <a:xfrm>
            <a:off x="660041" y="2767106"/>
            <a:ext cx="2880828" cy="3071906"/>
          </a:xfrm>
        </p:spPr>
        <p:txBody>
          <a:bodyPr vert="horz" lIns="91440" tIns="45720" rIns="91440" bIns="45720" rtlCol="0" anchor="t">
            <a:normAutofit/>
          </a:bodyPr>
          <a:lstStyle/>
          <a:p>
            <a:endParaRPr lang="en-US" sz="4000" kern="1200">
              <a:solidFill>
                <a:srgbClr val="FFFFFF"/>
              </a:solidFill>
              <a:latin typeface="+mj-lt"/>
              <a:ea typeface="+mj-ea"/>
              <a:cs typeface="+mj-cs"/>
            </a:endParaRPr>
          </a:p>
        </p:txBody>
      </p:sp>
      <p:pic>
        <p:nvPicPr>
          <p:cNvPr id="5" name="Content Placeholder 4" descr="A diagram of a network&#10;&#10;AI-generated content may be incorrect.">
            <a:extLst>
              <a:ext uri="{FF2B5EF4-FFF2-40B4-BE49-F238E27FC236}">
                <a16:creationId xmlns:a16="http://schemas.microsoft.com/office/drawing/2014/main" id="{4F85DFFB-2DA7-61C5-E322-A21089A90F09}"/>
              </a:ext>
            </a:extLst>
          </p:cNvPr>
          <p:cNvPicPr>
            <a:picLocks noGrp="1" noChangeAspect="1"/>
          </p:cNvPicPr>
          <p:nvPr>
            <p:ph idx="1"/>
          </p:nvPr>
        </p:nvPicPr>
        <p:blipFill>
          <a:blip r:embed="rId3"/>
          <a:stretch>
            <a:fillRect/>
          </a:stretch>
        </p:blipFill>
        <p:spPr>
          <a:xfrm>
            <a:off x="455066" y="467208"/>
            <a:ext cx="10622028" cy="5923584"/>
          </a:xfrm>
          <a:prstGeom prst="rect">
            <a:avLst/>
          </a:prstGeom>
        </p:spPr>
      </p:pic>
    </p:spTree>
    <p:extLst>
      <p:ext uri="{BB962C8B-B14F-4D97-AF65-F5344CB8AC3E}">
        <p14:creationId xmlns:p14="http://schemas.microsoft.com/office/powerpoint/2010/main" val="470071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14B91A-FF9A-1DA0-8071-C58779F89E08}"/>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6CA16E-39EA-D437-C042-EF1DE009B8CD}"/>
              </a:ext>
            </a:extLst>
          </p:cNvPr>
          <p:cNvSpPr>
            <a:spLocks noGrp="1"/>
          </p:cNvSpPr>
          <p:nvPr>
            <p:ph type="title"/>
          </p:nvPr>
        </p:nvSpPr>
        <p:spPr>
          <a:xfrm>
            <a:off x="1371599" y="294538"/>
            <a:ext cx="9895951" cy="1033669"/>
          </a:xfrm>
        </p:spPr>
        <p:txBody>
          <a:bodyPr>
            <a:normAutofit/>
          </a:bodyPr>
          <a:lstStyle/>
          <a:p>
            <a:r>
              <a:rPr lang="en-US" sz="4800" dirty="0">
                <a:solidFill>
                  <a:srgbClr val="FFFFFF"/>
                </a:solidFill>
                <a:ea typeface="Calibri" panose="020F0502020204030204" pitchFamily="34" charset="0"/>
                <a:cs typeface="Calibri" panose="020F0502020204030204" pitchFamily="34" charset="0"/>
              </a:rPr>
              <a:t>Classless Inter-Domain Routing (CIDR)</a:t>
            </a:r>
            <a:endParaRPr lang="en-IN" sz="4800" dirty="0">
              <a:solidFill>
                <a:srgbClr val="FFFFFF"/>
              </a:solidFill>
              <a:ea typeface="Calibri" panose="020F0502020204030204" pitchFamily="34" charset="0"/>
              <a:cs typeface="Calibri" panose="020F0502020204030204" pitchFamily="34" charset="0"/>
            </a:endParaRPr>
          </a:p>
        </p:txBody>
      </p:sp>
      <p:sp>
        <p:nvSpPr>
          <p:cNvPr id="5" name="Content Placeholder 4">
            <a:extLst>
              <a:ext uri="{FF2B5EF4-FFF2-40B4-BE49-F238E27FC236}">
                <a16:creationId xmlns:a16="http://schemas.microsoft.com/office/drawing/2014/main" id="{C331A2D8-EE07-C51B-F8EF-8A66FA3CC322}"/>
              </a:ext>
            </a:extLst>
          </p:cNvPr>
          <p:cNvSpPr>
            <a:spLocks noGrp="1"/>
          </p:cNvSpPr>
          <p:nvPr>
            <p:ph idx="1"/>
          </p:nvPr>
        </p:nvSpPr>
        <p:spPr>
          <a:xfrm>
            <a:off x="1371599" y="2318197"/>
            <a:ext cx="9724031" cy="3683358"/>
          </a:xfrm>
        </p:spPr>
        <p:txBody>
          <a:bodyPr anchor="ctr">
            <a:normAutofit/>
          </a:bodyPr>
          <a:lstStyle/>
          <a:p>
            <a:r>
              <a:rPr lang="en-US" b="0" i="0" dirty="0">
                <a:effectLst/>
                <a:latin typeface="Google Sans"/>
              </a:rPr>
              <a:t>Classless Inter-Domain Routing (CIDR) is a method for allocating IP addresses on </a:t>
            </a:r>
            <a:r>
              <a:rPr lang="en-US" b="0" i="0">
                <a:effectLst/>
                <a:latin typeface="Google Sans"/>
              </a:rPr>
              <a:t>the internet. </a:t>
            </a:r>
            <a:r>
              <a:rPr lang="en-US" b="0" i="0" dirty="0">
                <a:effectLst/>
                <a:latin typeface="Google Sans"/>
              </a:rPr>
              <a:t>It improves efficiency by allowing for variable-length subnet masks and flexible address allocation, enabling better use of IP address space</a:t>
            </a:r>
            <a:endParaRPr lang="en-IN" dirty="0"/>
          </a:p>
        </p:txBody>
      </p:sp>
    </p:spTree>
    <p:extLst>
      <p:ext uri="{BB962C8B-B14F-4D97-AF65-F5344CB8AC3E}">
        <p14:creationId xmlns:p14="http://schemas.microsoft.com/office/powerpoint/2010/main" val="1761484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7C2020-35D9-EE0C-8EEC-1E79B7CAA768}"/>
              </a:ext>
            </a:extLst>
          </p:cNvPr>
          <p:cNvSpPr>
            <a:spLocks noGrp="1"/>
          </p:cNvSpPr>
          <p:nvPr>
            <p:ph type="title"/>
          </p:nvPr>
        </p:nvSpPr>
        <p:spPr>
          <a:xfrm>
            <a:off x="1371599" y="294538"/>
            <a:ext cx="9895951" cy="1033669"/>
          </a:xfrm>
        </p:spPr>
        <p:txBody>
          <a:bodyPr>
            <a:noAutofit/>
          </a:bodyPr>
          <a:lstStyle/>
          <a:p>
            <a:r>
              <a:rPr lang="en-IN" sz="4800" b="1" kern="1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Public IP Address</a:t>
            </a:r>
            <a:endParaRPr lang="en-IN" sz="4800" dirty="0">
              <a:solidFill>
                <a:srgbClr val="FFFFFF"/>
              </a:solidFill>
            </a:endParaRPr>
          </a:p>
        </p:txBody>
      </p:sp>
      <p:sp>
        <p:nvSpPr>
          <p:cNvPr id="3" name="Content Placeholder 2">
            <a:extLst>
              <a:ext uri="{FF2B5EF4-FFF2-40B4-BE49-F238E27FC236}">
                <a16:creationId xmlns:a16="http://schemas.microsoft.com/office/drawing/2014/main" id="{212DCAE6-3230-E4CF-D367-2A7CECC73834}"/>
              </a:ext>
            </a:extLst>
          </p:cNvPr>
          <p:cNvSpPr>
            <a:spLocks noGrp="1"/>
          </p:cNvSpPr>
          <p:nvPr>
            <p:ph idx="1"/>
          </p:nvPr>
        </p:nvSpPr>
        <p:spPr>
          <a:xfrm>
            <a:off x="1371599" y="2318197"/>
            <a:ext cx="9724031" cy="3683358"/>
          </a:xfrm>
        </p:spPr>
        <p:txBody>
          <a:bodyPr anchor="ctr">
            <a:normAutofit lnSpcReduction="10000"/>
          </a:bodyPr>
          <a:lstStyle/>
          <a:p>
            <a:pPr marL="342900" lvl="0" indent="-342900">
              <a:spcAft>
                <a:spcPts val="800"/>
              </a:spcAft>
              <a:buSzPts val="1000"/>
              <a:buFont typeface="Symbol" panose="05050102010706020507" pitchFamily="18" charset="2"/>
              <a:buChar char=""/>
              <a:tabLst>
                <a:tab pos="457200" algn="l"/>
              </a:tabLst>
            </a:pPr>
            <a:r>
              <a:rPr lang="en-IN" b="1" kern="100" dirty="0">
                <a:effectLst/>
                <a:ea typeface="Calibri" panose="020F0502020204030204" pitchFamily="34" charset="0"/>
                <a:cs typeface="Biome" panose="020B0502040204020203" pitchFamily="34" charset="0"/>
              </a:rPr>
              <a:t>Assigned by your Internet Service Provider (ISP)</a:t>
            </a:r>
            <a:r>
              <a:rPr lang="en-IN" kern="100" dirty="0">
                <a:effectLst/>
                <a:ea typeface="Calibri" panose="020F0502020204030204" pitchFamily="34" charset="0"/>
                <a:cs typeface="Biome" panose="020B0502040204020203" pitchFamily="34" charset="0"/>
              </a:rPr>
              <a:t> and is accessible over the internet.</a:t>
            </a:r>
          </a:p>
          <a:p>
            <a:pPr marL="342900" lvl="0" indent="-342900">
              <a:spcAft>
                <a:spcPts val="800"/>
              </a:spcAft>
              <a:buSzPts val="1000"/>
              <a:buFont typeface="Symbol" panose="05050102010706020507" pitchFamily="18" charset="2"/>
              <a:buChar char=""/>
              <a:tabLst>
                <a:tab pos="457200" algn="l"/>
              </a:tabLst>
            </a:pPr>
            <a:r>
              <a:rPr lang="en-IN" kern="100" dirty="0">
                <a:effectLst/>
                <a:ea typeface="Calibri" panose="020F0502020204030204" pitchFamily="34" charset="0"/>
                <a:cs typeface="Biome" panose="020B0502040204020203" pitchFamily="34" charset="0"/>
              </a:rPr>
              <a:t>Used for </a:t>
            </a:r>
            <a:r>
              <a:rPr lang="en-IN" b="1" kern="100" dirty="0">
                <a:effectLst/>
                <a:ea typeface="Calibri" panose="020F0502020204030204" pitchFamily="34" charset="0"/>
                <a:cs typeface="Biome" panose="020B0502040204020203" pitchFamily="34" charset="0"/>
              </a:rPr>
              <a:t>communication between devices over the internet</a:t>
            </a:r>
            <a:r>
              <a:rPr lang="en-IN" kern="100" dirty="0">
                <a:effectLst/>
                <a:ea typeface="Calibri" panose="020F0502020204030204" pitchFamily="34" charset="0"/>
                <a:cs typeface="Biome" panose="020B0502040204020203" pitchFamily="34" charset="0"/>
              </a:rPr>
              <a:t>.</a:t>
            </a:r>
          </a:p>
          <a:p>
            <a:pPr marL="342900" lvl="0" indent="-342900">
              <a:spcAft>
                <a:spcPts val="800"/>
              </a:spcAft>
              <a:buSzPts val="1000"/>
              <a:buFont typeface="Symbol" panose="05050102010706020507" pitchFamily="18" charset="2"/>
              <a:buChar char=""/>
              <a:tabLst>
                <a:tab pos="457200" algn="l"/>
              </a:tabLst>
            </a:pPr>
            <a:r>
              <a:rPr lang="en-IN" kern="100" dirty="0">
                <a:effectLst/>
                <a:ea typeface="Calibri" panose="020F0502020204030204" pitchFamily="34" charset="0"/>
                <a:cs typeface="Biome" panose="020B0502040204020203" pitchFamily="34" charset="0"/>
              </a:rPr>
              <a:t>Must be </a:t>
            </a:r>
            <a:r>
              <a:rPr lang="en-IN" b="1" kern="100" dirty="0">
                <a:effectLst/>
                <a:ea typeface="Calibri" panose="020F0502020204030204" pitchFamily="34" charset="0"/>
                <a:cs typeface="Biome" panose="020B0502040204020203" pitchFamily="34" charset="0"/>
              </a:rPr>
              <a:t>globally unique</a:t>
            </a:r>
            <a:r>
              <a:rPr lang="en-IN" kern="100" dirty="0">
                <a:effectLst/>
                <a:ea typeface="Calibri" panose="020F0502020204030204" pitchFamily="34" charset="0"/>
                <a:cs typeface="Biome" panose="020B0502040204020203" pitchFamily="34" charset="0"/>
              </a:rPr>
              <a:t>.</a:t>
            </a:r>
          </a:p>
          <a:p>
            <a:pPr marL="0" lvl="0" indent="0">
              <a:spcAft>
                <a:spcPts val="800"/>
              </a:spcAft>
              <a:buSzPts val="1000"/>
              <a:buNone/>
              <a:tabLst>
                <a:tab pos="457200" algn="l"/>
              </a:tabLst>
            </a:pPr>
            <a:r>
              <a:rPr lang="en-IN" b="1" kern="100" dirty="0">
                <a:effectLst/>
                <a:ea typeface="Calibri" panose="020F0502020204030204" pitchFamily="34" charset="0"/>
                <a:cs typeface="Biome" panose="020B0502040204020203" pitchFamily="34" charset="0"/>
              </a:rPr>
              <a:t>			</a:t>
            </a:r>
            <a:r>
              <a:rPr lang="en-IN" sz="2000" b="1" kern="100" dirty="0">
                <a:effectLst/>
                <a:ea typeface="Calibri" panose="020F0502020204030204" pitchFamily="34" charset="0"/>
                <a:cs typeface="Biome" panose="020B0502040204020203" pitchFamily="34" charset="0"/>
              </a:rPr>
              <a:t>Example</a:t>
            </a:r>
            <a:r>
              <a:rPr lang="en-IN" sz="2000" kern="100" dirty="0">
                <a:effectLst/>
                <a:ea typeface="Calibri" panose="020F0502020204030204" pitchFamily="34" charset="0"/>
                <a:cs typeface="Biome" panose="020B0502040204020203" pitchFamily="34" charset="0"/>
              </a:rPr>
              <a:t>: 203.0.113.5</a:t>
            </a:r>
          </a:p>
          <a:p>
            <a:pPr marL="342900" lvl="0" indent="-342900">
              <a:spcAft>
                <a:spcPts val="800"/>
              </a:spcAft>
              <a:buSzPts val="1000"/>
              <a:buFont typeface="Symbol" panose="05050102010706020507" pitchFamily="18" charset="2"/>
              <a:buChar char=""/>
              <a:tabLst>
                <a:tab pos="457200" algn="l"/>
              </a:tabLst>
            </a:pPr>
            <a:r>
              <a:rPr lang="en-IN" kern="100" dirty="0">
                <a:effectLst/>
                <a:ea typeface="Calibri" panose="020F0502020204030204" pitchFamily="34" charset="0"/>
                <a:cs typeface="Biome" panose="020B0502040204020203" pitchFamily="34" charset="0"/>
              </a:rPr>
              <a:t>Routers, servers, or any device that needs to be accessible from outside a local network.</a:t>
            </a:r>
          </a:p>
          <a:p>
            <a:endParaRPr lang="en-IN" sz="2000" dirty="0"/>
          </a:p>
        </p:txBody>
      </p:sp>
    </p:spTree>
    <p:extLst>
      <p:ext uri="{BB962C8B-B14F-4D97-AF65-F5344CB8AC3E}">
        <p14:creationId xmlns:p14="http://schemas.microsoft.com/office/powerpoint/2010/main" val="2752403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D1BC35-E108-3271-48DD-C72BAE6C31EC}"/>
              </a:ext>
            </a:extLst>
          </p:cNvPr>
          <p:cNvSpPr>
            <a:spLocks noGrp="1"/>
          </p:cNvSpPr>
          <p:nvPr>
            <p:ph type="title"/>
          </p:nvPr>
        </p:nvSpPr>
        <p:spPr>
          <a:xfrm>
            <a:off x="1371599" y="294538"/>
            <a:ext cx="9895951" cy="1033669"/>
          </a:xfrm>
        </p:spPr>
        <p:txBody>
          <a:bodyPr>
            <a:normAutofit/>
          </a:bodyPr>
          <a:lstStyle/>
          <a:p>
            <a:r>
              <a:rPr lang="en-IN" sz="4000">
                <a:solidFill>
                  <a:srgbClr val="FFFFFF"/>
                </a:solidFill>
              </a:rPr>
              <a:t>Private IP Address</a:t>
            </a:r>
          </a:p>
        </p:txBody>
      </p:sp>
      <p:sp>
        <p:nvSpPr>
          <p:cNvPr id="4" name="Rectangle 1">
            <a:extLst>
              <a:ext uri="{FF2B5EF4-FFF2-40B4-BE49-F238E27FC236}">
                <a16:creationId xmlns:a16="http://schemas.microsoft.com/office/drawing/2014/main" id="{28F7AD77-B05B-299A-875E-3052FB6FE96C}"/>
              </a:ext>
            </a:extLst>
          </p:cNvPr>
          <p:cNvSpPr>
            <a:spLocks noGrp="1" noChangeArrowheads="1"/>
          </p:cNvSpPr>
          <p:nvPr>
            <p:ph idx="1"/>
          </p:nvPr>
        </p:nvSpPr>
        <p:spPr bwMode="auto">
          <a:xfrm>
            <a:off x="1371599" y="2318197"/>
            <a:ext cx="9724031" cy="396537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fontScale="92500" lnSpcReduction="10000"/>
          </a:bodyPr>
          <a:lstStyle/>
          <a:p>
            <a:pPr marL="0" marR="0" lvl="0" indent="0" defTabSz="914400" rtl="0" eaLnBrk="0" fontAlgn="base" latinLnBrk="0" hangingPunct="0">
              <a:spcBef>
                <a:spcPct val="0"/>
              </a:spcBef>
              <a:buClrTx/>
              <a:buSzTx/>
              <a:buFontTx/>
              <a:buChar char="•"/>
              <a:tabLst/>
            </a:pPr>
            <a:r>
              <a:rPr kumimoji="0" lang="en-US" altLang="en-US" b="0" i="0" u="none" strike="noStrike" cap="none" normalizeH="0" baseline="0" dirty="0">
                <a:ln>
                  <a:noFill/>
                </a:ln>
                <a:effectLst/>
              </a:rPr>
              <a:t>An IP address that is used within a </a:t>
            </a:r>
            <a:r>
              <a:rPr kumimoji="0" lang="en-US" altLang="en-US" b="1" i="0" u="none" strike="noStrike" cap="none" normalizeH="0" baseline="0" dirty="0">
                <a:ln>
                  <a:noFill/>
                </a:ln>
                <a:effectLst/>
              </a:rPr>
              <a:t>private network</a:t>
            </a:r>
            <a:r>
              <a:rPr kumimoji="0" lang="en-US" altLang="en-US" b="0" i="0" u="none" strike="noStrike" cap="none" normalizeH="0" baseline="0" dirty="0">
                <a:ln>
                  <a:noFill/>
                </a:ln>
                <a:effectLst/>
              </a:rPr>
              <a:t> (like your home, office, or cloud VPC).</a:t>
            </a:r>
          </a:p>
          <a:p>
            <a:pPr marL="0" marR="0" lvl="0" indent="0" defTabSz="914400" rtl="0" eaLnBrk="0" fontAlgn="base" latinLnBrk="0" hangingPunct="0">
              <a:spcBef>
                <a:spcPct val="0"/>
              </a:spcBef>
              <a:buClrTx/>
              <a:buSzTx/>
              <a:buFontTx/>
              <a:buChar char="•"/>
              <a:tabLst/>
            </a:pPr>
            <a:r>
              <a:rPr kumimoji="0" lang="en-US" altLang="en-US" b="0" i="0" u="none" strike="noStrike" cap="none" normalizeH="0" baseline="0" dirty="0">
                <a:ln>
                  <a:noFill/>
                </a:ln>
                <a:effectLst/>
              </a:rPr>
              <a:t>Used for </a:t>
            </a:r>
            <a:r>
              <a:rPr kumimoji="0" lang="en-US" altLang="en-US" i="0" u="none" strike="noStrike" cap="none" normalizeH="0" baseline="0" dirty="0">
                <a:ln>
                  <a:noFill/>
                </a:ln>
                <a:effectLst/>
              </a:rPr>
              <a:t>communication between devices within the same network.</a:t>
            </a:r>
          </a:p>
          <a:p>
            <a:pPr marL="0" marR="0" lvl="0" indent="0" defTabSz="914400" rtl="0" eaLnBrk="0" fontAlgn="base" latinLnBrk="0" hangingPunct="0">
              <a:spcBef>
                <a:spcPct val="0"/>
              </a:spcBef>
              <a:buClrTx/>
              <a:buSzTx/>
              <a:buFontTx/>
              <a:buChar char="•"/>
              <a:tabLst/>
            </a:pPr>
            <a:r>
              <a:rPr kumimoji="0" lang="en-US" altLang="en-US" i="0" u="none" strike="noStrike" cap="none" normalizeH="0" baseline="0" dirty="0">
                <a:ln>
                  <a:noFill/>
                </a:ln>
                <a:effectLst/>
              </a:rPr>
              <a:t>Must be unique within the local network but can be reused across different networks.</a:t>
            </a:r>
          </a:p>
          <a:p>
            <a:pPr marL="0" marR="0" lvl="0" indent="0" defTabSz="914400" rtl="0" eaLnBrk="0" fontAlgn="base" latinLnBrk="0" hangingPunct="0">
              <a:spcBef>
                <a:spcPct val="0"/>
              </a:spcBef>
              <a:buClrTx/>
              <a:buSzTx/>
              <a:buFontTx/>
              <a:buChar char="•"/>
              <a:tabLst/>
            </a:pPr>
            <a:endParaRPr kumimoji="0" lang="en-US" altLang="en-US" b="0" i="0" u="none" strike="noStrike" cap="none" normalizeH="0" baseline="0" dirty="0">
              <a:ln>
                <a:noFill/>
              </a:ln>
              <a:effectLst/>
            </a:endParaRPr>
          </a:p>
          <a:p>
            <a:pPr marL="457200" lvl="1" indent="0" eaLnBrk="0" fontAlgn="base" hangingPunct="0">
              <a:spcBef>
                <a:spcPct val="0"/>
              </a:spcBef>
              <a:buFontTx/>
              <a:buChar char="•"/>
            </a:pPr>
            <a:r>
              <a:rPr kumimoji="0" lang="en-US" altLang="en-US" b="1" i="0" u="none" strike="noStrike" cap="none" normalizeH="0" baseline="0" dirty="0">
                <a:ln>
                  <a:noFill/>
                </a:ln>
                <a:effectLst/>
              </a:rPr>
              <a:t>Example Ranges</a:t>
            </a:r>
            <a:r>
              <a:rPr kumimoji="0" lang="en-US" altLang="en-US" b="0" i="0" u="none" strike="noStrike" cap="none" normalizeH="0" baseline="0" dirty="0">
                <a:ln>
                  <a:noFill/>
                </a:ln>
                <a:effectLst/>
              </a:rPr>
              <a:t>:</a:t>
            </a:r>
          </a:p>
          <a:p>
            <a:pPr marL="914400" lvl="2" indent="0" eaLnBrk="0" fontAlgn="base" hangingPunct="0">
              <a:spcBef>
                <a:spcPct val="0"/>
              </a:spcBef>
              <a:buFontTx/>
              <a:buChar char="•"/>
            </a:pPr>
            <a:r>
              <a:rPr kumimoji="0" lang="en-US" altLang="en-US" b="0" i="0" u="none" strike="noStrike" cap="none" normalizeH="0" baseline="0" dirty="0">
                <a:ln>
                  <a:noFill/>
                </a:ln>
                <a:effectLst/>
              </a:rPr>
              <a:t>10.0.0.0 – 10.255.255.255</a:t>
            </a:r>
          </a:p>
          <a:p>
            <a:pPr marL="914400" lvl="2" indent="0" eaLnBrk="0" fontAlgn="base" hangingPunct="0">
              <a:spcBef>
                <a:spcPct val="0"/>
              </a:spcBef>
              <a:buFontTx/>
              <a:buChar char="•"/>
            </a:pPr>
            <a:r>
              <a:rPr kumimoji="0" lang="en-US" altLang="en-US" b="0" i="0" u="none" strike="noStrike" cap="none" normalizeH="0" baseline="0" dirty="0">
                <a:ln>
                  <a:noFill/>
                </a:ln>
                <a:effectLst/>
              </a:rPr>
              <a:t>172.16.0.0 – 172.31.255.255</a:t>
            </a:r>
          </a:p>
          <a:p>
            <a:pPr marL="914400" lvl="2" indent="0" eaLnBrk="0" fontAlgn="base" hangingPunct="0">
              <a:spcBef>
                <a:spcPct val="0"/>
              </a:spcBef>
              <a:buFontTx/>
              <a:buChar char="•"/>
            </a:pPr>
            <a:r>
              <a:rPr kumimoji="0" lang="en-US" altLang="en-US" b="0" i="0" u="none" strike="noStrike" cap="none" normalizeH="0" baseline="0" dirty="0">
                <a:ln>
                  <a:noFill/>
                </a:ln>
                <a:effectLst/>
              </a:rPr>
              <a:t>192.168.0.0 – 192.168.255.255</a:t>
            </a:r>
          </a:p>
          <a:p>
            <a:pPr marL="0" marR="0" lvl="0" indent="0" defTabSz="914400" rtl="0" eaLnBrk="0" fontAlgn="base" latinLnBrk="0" hangingPunct="0">
              <a:spcBef>
                <a:spcPct val="0"/>
              </a:spcBef>
              <a:buClrTx/>
              <a:buSzTx/>
              <a:buFontTx/>
              <a:buChar char="•"/>
              <a:tabLst/>
            </a:pPr>
            <a:endParaRPr kumimoji="0" lang="en-US" altLang="en-US" b="0" i="0" u="none" strike="noStrike" cap="none" normalizeH="0" baseline="0" dirty="0">
              <a:ln>
                <a:noFill/>
              </a:ln>
              <a:effectLst/>
            </a:endParaRPr>
          </a:p>
          <a:p>
            <a:pPr marL="0" marR="0" lvl="0" indent="0" defTabSz="914400" rtl="0" eaLnBrk="0" fontAlgn="base" latinLnBrk="0" hangingPunct="0">
              <a:spcBef>
                <a:spcPct val="0"/>
              </a:spcBef>
              <a:buClrTx/>
              <a:buSzTx/>
              <a:buFontTx/>
              <a:buChar char="•"/>
              <a:tabLst/>
            </a:pPr>
            <a:r>
              <a:rPr kumimoji="0" lang="en-US" altLang="en-US" b="0" i="0" u="none" strike="noStrike" cap="none" normalizeH="0" baseline="0" dirty="0">
                <a:ln>
                  <a:noFill/>
                </a:ln>
                <a:effectLst/>
              </a:rPr>
              <a:t>Computers, printers, IoT devices inside a local network.</a:t>
            </a:r>
          </a:p>
          <a:p>
            <a:pPr marL="0" marR="0" lvl="0" indent="0" defTabSz="914400" rtl="0" eaLnBrk="0" fontAlgn="base" latinLnBrk="0" hangingPunct="0">
              <a:spcBef>
                <a:spcPct val="0"/>
              </a:spcBef>
              <a:spcAft>
                <a:spcPts val="600"/>
              </a:spcAft>
              <a:buClrTx/>
              <a:buSzTx/>
              <a:buFontTx/>
              <a:buChar char="•"/>
              <a:tabLst/>
            </a:pPr>
            <a:endParaRPr kumimoji="0" lang="en-US" altLang="en-US" sz="20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945181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F854B4-DA5F-2CFB-7814-5EECE852779F}"/>
              </a:ext>
            </a:extLst>
          </p:cNvPr>
          <p:cNvSpPr>
            <a:spLocks noGrp="1"/>
          </p:cNvSpPr>
          <p:nvPr>
            <p:ph type="title"/>
          </p:nvPr>
        </p:nvSpPr>
        <p:spPr>
          <a:xfrm>
            <a:off x="1136397" y="502021"/>
            <a:ext cx="4959603" cy="1642969"/>
          </a:xfrm>
        </p:spPr>
        <p:txBody>
          <a:bodyPr anchor="b">
            <a:normAutofit/>
          </a:bodyPr>
          <a:lstStyle/>
          <a:p>
            <a:r>
              <a:rPr lang="en-US" sz="4800" dirty="0"/>
              <a:t>CIDR Chart</a:t>
            </a:r>
            <a:endParaRPr lang="en-IN" sz="4800" dirty="0"/>
          </a:p>
        </p:txBody>
      </p:sp>
      <p:pic>
        <p:nvPicPr>
          <p:cNvPr id="10" name="Content Placeholder 9" descr="A table of numbers with numbers&#10;&#10;AI-generated content may be incorrect.">
            <a:extLst>
              <a:ext uri="{FF2B5EF4-FFF2-40B4-BE49-F238E27FC236}">
                <a16:creationId xmlns:a16="http://schemas.microsoft.com/office/drawing/2014/main" id="{32B19BBC-6115-D5AA-DCD7-86B659B8D9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7447" y="489118"/>
            <a:ext cx="2651013" cy="5466007"/>
          </a:xfrm>
          <a:prstGeom prst="rect">
            <a:avLst/>
          </a:prstGeom>
        </p:spPr>
      </p:pic>
      <p:sp>
        <p:nvSpPr>
          <p:cNvPr id="39" name="Rectangle 38">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9162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54F1C-C93C-1FCF-CEA0-F271B41A3CC9}"/>
              </a:ext>
            </a:extLst>
          </p:cNvPr>
          <p:cNvSpPr>
            <a:spLocks noGrp="1"/>
          </p:cNvSpPr>
          <p:nvPr>
            <p:ph type="title"/>
          </p:nvPr>
        </p:nvSpPr>
        <p:spPr/>
        <p:txBody>
          <a:bodyPr>
            <a:normAutofit fontScale="90000"/>
          </a:bodyPr>
          <a:lstStyle/>
          <a:p>
            <a:r>
              <a:rPr lang="en-IN" sz="5300" i="0" dirty="0">
                <a:solidFill>
                  <a:srgbClr val="0F141A"/>
                </a:solidFill>
                <a:effectLst/>
              </a:rPr>
              <a:t>Features</a:t>
            </a:r>
            <a:br>
              <a:rPr lang="en-IN" b="1" i="0" dirty="0">
                <a:solidFill>
                  <a:srgbClr val="0F141A"/>
                </a:solidFill>
                <a:effectLst/>
                <a:latin typeface="Amazon Ember" panose="020B0603020204020204"/>
              </a:rPr>
            </a:br>
            <a:endParaRPr lang="en-IN" dirty="0"/>
          </a:p>
        </p:txBody>
      </p:sp>
      <p:graphicFrame>
        <p:nvGraphicFramePr>
          <p:cNvPr id="7" name="Content Placeholder 2">
            <a:extLst>
              <a:ext uri="{FF2B5EF4-FFF2-40B4-BE49-F238E27FC236}">
                <a16:creationId xmlns:a16="http://schemas.microsoft.com/office/drawing/2014/main" id="{BC2D5009-4EED-FF84-2E33-B27C239F014E}"/>
              </a:ext>
            </a:extLst>
          </p:cNvPr>
          <p:cNvGraphicFramePr>
            <a:graphicFrameLocks noGrp="1"/>
          </p:cNvGraphicFramePr>
          <p:nvPr>
            <p:ph idx="1"/>
            <p:extLst>
              <p:ext uri="{D42A27DB-BD31-4B8C-83A1-F6EECF244321}">
                <p14:modId xmlns:p14="http://schemas.microsoft.com/office/powerpoint/2010/main" val="181599205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16729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D314CB-58EA-BCC4-6F7D-A7218BBF3D3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15FE758-C88B-8387-2BB9-63E70BE2DE9B}"/>
              </a:ext>
            </a:extLst>
          </p:cNvPr>
          <p:cNvSpPr>
            <a:spLocks noGrp="1"/>
          </p:cNvSpPr>
          <p:nvPr>
            <p:ph type="title"/>
          </p:nvPr>
        </p:nvSpPr>
        <p:spPr>
          <a:xfrm>
            <a:off x="1371597" y="348865"/>
            <a:ext cx="10044023" cy="877729"/>
          </a:xfrm>
        </p:spPr>
        <p:txBody>
          <a:bodyPr anchor="ctr">
            <a:normAutofit/>
          </a:bodyPr>
          <a:lstStyle/>
          <a:p>
            <a:r>
              <a:rPr lang="en-US" sz="4800" dirty="0">
                <a:solidFill>
                  <a:srgbClr val="FFFFFF"/>
                </a:solidFill>
                <a:ea typeface="Calibri" panose="020F0502020204030204" pitchFamily="34" charset="0"/>
                <a:cs typeface="Calibri" panose="020F0502020204030204" pitchFamily="34" charset="0"/>
              </a:rPr>
              <a:t>Amazon VPC</a:t>
            </a:r>
            <a:endParaRPr lang="en-IN" sz="4800" dirty="0">
              <a:solidFill>
                <a:srgbClr val="FFFFFF"/>
              </a:solidFill>
              <a:ea typeface="Calibri" panose="020F0502020204030204" pitchFamily="34" charset="0"/>
              <a:cs typeface="Calibri" panose="020F0502020204030204" pitchFamily="34" charset="0"/>
            </a:endParaRPr>
          </a:p>
        </p:txBody>
      </p:sp>
      <p:graphicFrame>
        <p:nvGraphicFramePr>
          <p:cNvPr id="20" name="Content Placeholder 5">
            <a:extLst>
              <a:ext uri="{FF2B5EF4-FFF2-40B4-BE49-F238E27FC236}">
                <a16:creationId xmlns:a16="http://schemas.microsoft.com/office/drawing/2014/main" id="{B8D4B4AF-C59A-0C4E-2631-F41922E14BF4}"/>
              </a:ext>
            </a:extLst>
          </p:cNvPr>
          <p:cNvGraphicFramePr>
            <a:graphicFrameLocks noGrp="1"/>
          </p:cNvGraphicFramePr>
          <p:nvPr>
            <p:ph idx="1"/>
            <p:extLst>
              <p:ext uri="{D42A27DB-BD31-4B8C-83A1-F6EECF244321}">
                <p14:modId xmlns:p14="http://schemas.microsoft.com/office/powerpoint/2010/main" val="27215753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65799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E36C6E-CF66-414D-F43B-6C6B5B409E78}"/>
            </a:ext>
          </a:extLst>
        </p:cNvPr>
        <p:cNvGrpSpPr/>
        <p:nvPr/>
      </p:nvGrpSpPr>
      <p:grpSpPr>
        <a:xfrm>
          <a:off x="0" y="0"/>
          <a:ext cx="0" cy="0"/>
          <a:chOff x="0" y="0"/>
          <a:chExt cx="0" cy="0"/>
        </a:xfrm>
      </p:grpSpPr>
      <p:sp useBgFill="1">
        <p:nvSpPr>
          <p:cNvPr id="3102" name="Rectangle 310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482758-444C-011B-C5B0-AC2F7A401417}"/>
              </a:ext>
            </a:extLst>
          </p:cNvPr>
          <p:cNvSpPr>
            <a:spLocks noGrp="1"/>
          </p:cNvSpPr>
          <p:nvPr>
            <p:ph type="title"/>
          </p:nvPr>
        </p:nvSpPr>
        <p:spPr>
          <a:xfrm>
            <a:off x="1136397" y="502021"/>
            <a:ext cx="4959603" cy="1642969"/>
          </a:xfrm>
        </p:spPr>
        <p:txBody>
          <a:bodyPr anchor="b">
            <a:normAutofit/>
          </a:bodyPr>
          <a:lstStyle/>
          <a:p>
            <a:r>
              <a:rPr lang="en-US" sz="4800" dirty="0">
                <a:latin typeface="Calibri" panose="020F0502020204030204" pitchFamily="34" charset="0"/>
                <a:ea typeface="Calibri" panose="020F0502020204030204" pitchFamily="34" charset="0"/>
                <a:cs typeface="Calibri" panose="020F0502020204030204" pitchFamily="34" charset="0"/>
              </a:rPr>
              <a:t>Subnets</a:t>
            </a:r>
            <a:endParaRPr lang="en-IN" sz="4800" dirty="0">
              <a:latin typeface="Calibri" panose="020F0502020204030204" pitchFamily="34" charset="0"/>
              <a:ea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174FE060-4EAB-A20C-5651-E11B6E1B5DE5}"/>
              </a:ext>
            </a:extLst>
          </p:cNvPr>
          <p:cNvSpPr>
            <a:spLocks noGrp="1"/>
          </p:cNvSpPr>
          <p:nvPr>
            <p:ph idx="1"/>
          </p:nvPr>
        </p:nvSpPr>
        <p:spPr>
          <a:xfrm>
            <a:off x="1136397" y="2418408"/>
            <a:ext cx="4959603" cy="3522569"/>
          </a:xfrm>
        </p:spPr>
        <p:txBody>
          <a:bodyPr anchor="t">
            <a:normAutofit/>
          </a:bodyPr>
          <a:lstStyle/>
          <a:p>
            <a:r>
              <a:rPr lang="en-US" dirty="0"/>
              <a:t>Each subnet must have its own unique IP range – no two subnets can share the same addresses</a:t>
            </a:r>
          </a:p>
          <a:p>
            <a:r>
              <a:rPr lang="en-US" b="0" i="0" dirty="0">
                <a:effectLst/>
              </a:rPr>
              <a:t>Each subnet must reside entirely within one Availability Zone and cannot span zones</a:t>
            </a:r>
            <a:endParaRPr lang="en-IN" dirty="0"/>
          </a:p>
        </p:txBody>
      </p:sp>
      <p:pic>
        <p:nvPicPr>
          <p:cNvPr id="3074" name="Picture 2" descr="A VPC with subnets in two Availability Zones.">
            <a:extLst>
              <a:ext uri="{FF2B5EF4-FFF2-40B4-BE49-F238E27FC236}">
                <a16:creationId xmlns:a16="http://schemas.microsoft.com/office/drawing/2014/main" id="{34235622-6542-CD92-D543-4851E27B168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512442" y="1180720"/>
            <a:ext cx="5201023" cy="4082802"/>
          </a:xfrm>
          <a:prstGeom prst="rect">
            <a:avLst/>
          </a:prstGeom>
          <a:noFill/>
          <a:extLst>
            <a:ext uri="{909E8E84-426E-40DD-AFC4-6F175D3DCCD1}">
              <a14:hiddenFill xmlns:a14="http://schemas.microsoft.com/office/drawing/2010/main">
                <a:solidFill>
                  <a:srgbClr val="FFFFFF"/>
                </a:solidFill>
              </a14:hiddenFill>
            </a:ext>
          </a:extLst>
        </p:spPr>
      </p:pic>
      <p:sp>
        <p:nvSpPr>
          <p:cNvPr id="3103" name="Rectangle 3102">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4" name="Rectangle 3103">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0990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24245F-D3F5-55A6-CEEE-87ABEB56915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B46519-8BDF-2796-B1B0-AC661B27FDC1}"/>
              </a:ext>
            </a:extLst>
          </p:cNvPr>
          <p:cNvSpPr>
            <a:spLocks noGrp="1"/>
          </p:cNvSpPr>
          <p:nvPr>
            <p:ph type="title"/>
          </p:nvPr>
        </p:nvSpPr>
        <p:spPr>
          <a:xfrm>
            <a:off x="1371599" y="294538"/>
            <a:ext cx="9895951" cy="1033669"/>
          </a:xfrm>
        </p:spPr>
        <p:txBody>
          <a:bodyPr>
            <a:normAutofit/>
          </a:bodyPr>
          <a:lstStyle/>
          <a:p>
            <a:r>
              <a:rPr lang="en-US" sz="4800" dirty="0">
                <a:solidFill>
                  <a:srgbClr val="FFFFFF"/>
                </a:solidFill>
                <a:ea typeface="Calibri" panose="020F0502020204030204" pitchFamily="34" charset="0"/>
                <a:cs typeface="Calibri" panose="020F0502020204030204" pitchFamily="34" charset="0"/>
              </a:rPr>
              <a:t>Public subnets</a:t>
            </a:r>
            <a:endParaRPr lang="en-IN" sz="4800" dirty="0">
              <a:solidFill>
                <a:srgbClr val="FFFFFF"/>
              </a:solidFill>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2D1F3280-0FB2-0AF9-0D87-320CCDAC3F0A}"/>
              </a:ext>
            </a:extLst>
          </p:cNvPr>
          <p:cNvSpPr>
            <a:spLocks noGrp="1"/>
          </p:cNvSpPr>
          <p:nvPr>
            <p:ph idx="1"/>
          </p:nvPr>
        </p:nvSpPr>
        <p:spPr>
          <a:xfrm>
            <a:off x="1371599" y="2318197"/>
            <a:ext cx="9724031" cy="3683358"/>
          </a:xfrm>
        </p:spPr>
        <p:txBody>
          <a:bodyPr anchor="ctr">
            <a:normAutofit/>
          </a:bodyPr>
          <a:lstStyle/>
          <a:p>
            <a:r>
              <a:rPr lang="en-US" dirty="0"/>
              <a:t>Typically used for public-facing resources like:</a:t>
            </a:r>
          </a:p>
          <a:p>
            <a:pPr lvl="1"/>
            <a:r>
              <a:rPr lang="en-US" sz="2800" dirty="0"/>
              <a:t>EC2 instances running web servers</a:t>
            </a:r>
          </a:p>
          <a:p>
            <a:pPr lvl="1"/>
            <a:r>
              <a:rPr lang="en-US" sz="2800" dirty="0"/>
              <a:t>Load balancers</a:t>
            </a:r>
          </a:p>
          <a:p>
            <a:pPr>
              <a:buFont typeface="Arial" panose="020B0604020202020204" pitchFamily="34" charset="0"/>
              <a:buChar char="•"/>
            </a:pPr>
            <a:r>
              <a:rPr lang="en-US" dirty="0"/>
              <a:t>Instances have public IP or Elastic IP</a:t>
            </a:r>
          </a:p>
          <a:p>
            <a:r>
              <a:rPr lang="en-US" dirty="0"/>
              <a:t>Has a route to the Internet Gateway (IGW)</a:t>
            </a:r>
          </a:p>
          <a:p>
            <a:pPr>
              <a:buFont typeface="Arial" panose="020B0604020202020204" pitchFamily="34" charset="0"/>
              <a:buChar char="•"/>
            </a:pPr>
            <a:endParaRPr lang="en-US" sz="2000" dirty="0"/>
          </a:p>
          <a:p>
            <a:endParaRPr lang="en-US" sz="2000" dirty="0"/>
          </a:p>
        </p:txBody>
      </p:sp>
    </p:spTree>
    <p:extLst>
      <p:ext uri="{BB962C8B-B14F-4D97-AF65-F5344CB8AC3E}">
        <p14:creationId xmlns:p14="http://schemas.microsoft.com/office/powerpoint/2010/main" val="3718564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7D312E-825B-2E9F-80A8-0B1E869D972D}"/>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29C046-09E3-DCEE-FE15-605E8608CF2C}"/>
              </a:ext>
            </a:extLst>
          </p:cNvPr>
          <p:cNvSpPr>
            <a:spLocks noGrp="1"/>
          </p:cNvSpPr>
          <p:nvPr>
            <p:ph type="title"/>
          </p:nvPr>
        </p:nvSpPr>
        <p:spPr>
          <a:xfrm>
            <a:off x="1371599" y="294538"/>
            <a:ext cx="9895951" cy="1033669"/>
          </a:xfrm>
        </p:spPr>
        <p:txBody>
          <a:bodyPr>
            <a:normAutofit/>
          </a:bodyPr>
          <a:lstStyle/>
          <a:p>
            <a:r>
              <a:rPr lang="en-US" sz="4800" dirty="0">
                <a:solidFill>
                  <a:srgbClr val="FFFFFF"/>
                </a:solidFill>
                <a:ea typeface="Calibri" panose="020F0502020204030204" pitchFamily="34" charset="0"/>
                <a:cs typeface="Calibri" panose="020F0502020204030204" pitchFamily="34" charset="0"/>
              </a:rPr>
              <a:t>Internet gateways</a:t>
            </a:r>
            <a:endParaRPr lang="en-IN" sz="4800" dirty="0">
              <a:solidFill>
                <a:srgbClr val="FFFFFF"/>
              </a:solidFill>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5C40EA17-F996-9889-51C5-41FC8D757944}"/>
              </a:ext>
            </a:extLst>
          </p:cNvPr>
          <p:cNvSpPr>
            <a:spLocks noGrp="1"/>
          </p:cNvSpPr>
          <p:nvPr>
            <p:ph idx="1"/>
          </p:nvPr>
        </p:nvSpPr>
        <p:spPr>
          <a:xfrm>
            <a:off x="1371599" y="2318197"/>
            <a:ext cx="9724031" cy="3320603"/>
          </a:xfrm>
        </p:spPr>
        <p:txBody>
          <a:bodyPr anchor="ct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Internet gateways permit communication between instances in your VPC and the internet.</a:t>
            </a:r>
          </a:p>
          <a:p>
            <a:r>
              <a:rPr lang="en-US" dirty="0">
                <a:latin typeface="Calibri" panose="020F0502020204030204" pitchFamily="34" charset="0"/>
                <a:ea typeface="Calibri" panose="020F0502020204030204" pitchFamily="34" charset="0"/>
                <a:cs typeface="Calibri" panose="020F0502020204030204" pitchFamily="34" charset="0"/>
              </a:rPr>
              <a:t>They provide a target in your subnet route tables for internet-routable traffic.</a:t>
            </a:r>
          </a:p>
          <a:p>
            <a:r>
              <a:rPr lang="en-US" dirty="0">
                <a:latin typeface="Calibri" panose="020F0502020204030204" pitchFamily="34" charset="0"/>
                <a:ea typeface="Calibri" panose="020F0502020204030204" pitchFamily="34" charset="0"/>
                <a:cs typeface="Calibri" panose="020F0502020204030204" pitchFamily="34" charset="0"/>
              </a:rPr>
              <a:t>It protects IP addresses on your network by performing network address translation (NAT).</a:t>
            </a:r>
          </a:p>
        </p:txBody>
      </p:sp>
    </p:spTree>
    <p:extLst>
      <p:ext uri="{BB962C8B-B14F-4D97-AF65-F5344CB8AC3E}">
        <p14:creationId xmlns:p14="http://schemas.microsoft.com/office/powerpoint/2010/main" val="1123332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CCC748-1A2E-C9EA-523D-D7AB9903039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143E11-EAD2-1943-D82F-B8CCB0FC6D2E}"/>
              </a:ext>
            </a:extLst>
          </p:cNvPr>
          <p:cNvSpPr>
            <a:spLocks noGrp="1"/>
          </p:cNvSpPr>
          <p:nvPr>
            <p:ph type="title"/>
          </p:nvPr>
        </p:nvSpPr>
        <p:spPr>
          <a:xfrm>
            <a:off x="1371599" y="294538"/>
            <a:ext cx="9895951" cy="1033669"/>
          </a:xfrm>
        </p:spPr>
        <p:txBody>
          <a:bodyPr>
            <a:normAutofit/>
          </a:bodyPr>
          <a:lstStyle/>
          <a:p>
            <a:r>
              <a:rPr lang="en-US" sz="4800" dirty="0">
                <a:solidFill>
                  <a:srgbClr val="FFFFFF"/>
                </a:solidFill>
                <a:ea typeface="Calibri" panose="020F0502020204030204" pitchFamily="34" charset="0"/>
                <a:cs typeface="Calibri" panose="020F0502020204030204" pitchFamily="34" charset="0"/>
              </a:rPr>
              <a:t>Private subnets</a:t>
            </a:r>
            <a:endParaRPr lang="en-IN" sz="4800" dirty="0">
              <a:solidFill>
                <a:srgbClr val="FFFFFF"/>
              </a:solidFill>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43F10F0F-0464-606E-23BE-267B4CC76806}"/>
              </a:ext>
            </a:extLst>
          </p:cNvPr>
          <p:cNvSpPr>
            <a:spLocks noGrp="1"/>
          </p:cNvSpPr>
          <p:nvPr>
            <p:ph idx="1"/>
          </p:nvPr>
        </p:nvSpPr>
        <p:spPr>
          <a:xfrm>
            <a:off x="1371599" y="2318197"/>
            <a:ext cx="9724031" cy="3683358"/>
          </a:xfrm>
        </p:spPr>
        <p:txBody>
          <a:bodyPr anchor="ctr">
            <a:normAutofit/>
          </a:bodyPr>
          <a:lstStyle/>
          <a:p>
            <a:r>
              <a:rPr lang="en-IN" dirty="0"/>
              <a:t>No Direct Internet Access</a:t>
            </a:r>
          </a:p>
          <a:p>
            <a:r>
              <a:rPr lang="en-IN" dirty="0"/>
              <a:t>Secure Communication</a:t>
            </a:r>
          </a:p>
          <a:p>
            <a:r>
              <a:rPr lang="en-IN" dirty="0"/>
              <a:t>NAT for Outbound Access</a:t>
            </a:r>
          </a:p>
          <a:p>
            <a:r>
              <a:rPr lang="en-IN" dirty="0"/>
              <a:t>Used in Multi-Tier Architectures</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82322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3486C4-D796-BC62-359E-54F4481AA738}"/>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C253810-71D9-2137-251D-9671F40F09B3}"/>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latin typeface="Calibri" panose="020F0502020204030204" pitchFamily="34" charset="0"/>
                <a:ea typeface="Calibri" panose="020F0502020204030204" pitchFamily="34" charset="0"/>
                <a:cs typeface="Calibri" panose="020F0502020204030204" pitchFamily="34" charset="0"/>
              </a:rPr>
              <a:t>Route tables</a:t>
            </a:r>
            <a:endParaRPr lang="en-IN" sz="400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5" name="Content Placeholder 2">
            <a:extLst>
              <a:ext uri="{FF2B5EF4-FFF2-40B4-BE49-F238E27FC236}">
                <a16:creationId xmlns:a16="http://schemas.microsoft.com/office/drawing/2014/main" id="{A4E73C51-D0AD-D1C2-66CA-936F87F81292}"/>
              </a:ext>
            </a:extLst>
          </p:cNvPr>
          <p:cNvGraphicFramePr>
            <a:graphicFrameLocks noGrp="1"/>
          </p:cNvGraphicFramePr>
          <p:nvPr>
            <p:ph idx="1"/>
            <p:extLst>
              <p:ext uri="{D42A27DB-BD31-4B8C-83A1-F6EECF244321}">
                <p14:modId xmlns:p14="http://schemas.microsoft.com/office/powerpoint/2010/main" val="885986203"/>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57050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E98723-D2E5-B993-B405-335B40973178}"/>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BF43CA5E-A633-261E-4EC3-D11A53A32BC0}"/>
              </a:ext>
            </a:extLst>
          </p:cNvPr>
          <p:cNvPicPr>
            <a:picLocks noChangeAspect="1"/>
          </p:cNvPicPr>
          <p:nvPr/>
        </p:nvPicPr>
        <p:blipFill>
          <a:blip r:embed="rId3">
            <a:duotone>
              <a:schemeClr val="bg2">
                <a:shade val="45000"/>
                <a:satMod val="135000"/>
              </a:schemeClr>
              <a:prstClr val="white"/>
            </a:duotone>
          </a:blip>
          <a:srcRect t="15413"/>
          <a:stretch/>
        </p:blipFill>
        <p:spPr>
          <a:xfrm>
            <a:off x="20" y="10"/>
            <a:ext cx="12191980" cy="6857990"/>
          </a:xfrm>
          <a:prstGeom prst="rect">
            <a:avLst/>
          </a:prstGeom>
        </p:spPr>
      </p:pic>
      <p:sp>
        <p:nvSpPr>
          <p:cNvPr id="22" name="Rectangle 2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7875C4-E313-7FC1-1E4D-BF6CA6A0A5D4}"/>
              </a:ext>
            </a:extLst>
          </p:cNvPr>
          <p:cNvSpPr>
            <a:spLocks noGrp="1"/>
          </p:cNvSpPr>
          <p:nvPr>
            <p:ph type="title"/>
          </p:nvPr>
        </p:nvSpPr>
        <p:spPr>
          <a:xfrm>
            <a:off x="838200" y="365125"/>
            <a:ext cx="10515600" cy="1325563"/>
          </a:xfrm>
        </p:spPr>
        <p:txBody>
          <a:bodyPr>
            <a:normAutofit/>
          </a:bodyPr>
          <a:lstStyle/>
          <a:p>
            <a:r>
              <a:rPr lang="en-US">
                <a:latin typeface="Calibri" panose="020F0502020204030204" pitchFamily="34" charset="0"/>
                <a:ea typeface="Calibri" panose="020F0502020204030204" pitchFamily="34" charset="0"/>
                <a:cs typeface="Calibri" panose="020F0502020204030204" pitchFamily="34" charset="0"/>
              </a:rPr>
              <a:t>Default Amazon VPCs</a:t>
            </a:r>
            <a:endParaRPr lang="en-IN">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7" name="Content Placeholder 13">
            <a:extLst>
              <a:ext uri="{FF2B5EF4-FFF2-40B4-BE49-F238E27FC236}">
                <a16:creationId xmlns:a16="http://schemas.microsoft.com/office/drawing/2014/main" id="{FE4E53B7-0B4F-18BA-0FD9-B39A0D92F6A3}"/>
              </a:ext>
            </a:extLst>
          </p:cNvPr>
          <p:cNvGraphicFramePr>
            <a:graphicFrameLocks noGrp="1"/>
          </p:cNvGraphicFramePr>
          <p:nvPr>
            <p:ph idx="1"/>
            <p:extLst>
              <p:ext uri="{D42A27DB-BD31-4B8C-83A1-F6EECF244321}">
                <p14:modId xmlns:p14="http://schemas.microsoft.com/office/powerpoint/2010/main" val="76672600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59231948"/>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1_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321</TotalTime>
  <Words>2370</Words>
  <Application>Microsoft Office PowerPoint</Application>
  <PresentationFormat>Widescreen</PresentationFormat>
  <Paragraphs>197</Paragraphs>
  <Slides>15</Slides>
  <Notes>12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15</vt:i4>
      </vt:variant>
    </vt:vector>
  </HeadingPairs>
  <TitlesOfParts>
    <vt:vector size="24" baseType="lpstr">
      <vt:lpstr>Amazon Ember</vt:lpstr>
      <vt:lpstr>Aptos</vt:lpstr>
      <vt:lpstr>Arial</vt:lpstr>
      <vt:lpstr>Calibri</vt:lpstr>
      <vt:lpstr>Calibri Light</vt:lpstr>
      <vt:lpstr>Google Sans</vt:lpstr>
      <vt:lpstr>Symbol</vt:lpstr>
      <vt:lpstr>Office 2013 - 2022 Theme</vt:lpstr>
      <vt:lpstr>1_Office 2013 - 2022 Theme</vt:lpstr>
      <vt:lpstr>Amazon Virtual Private Cloud    (Amazon VPC)</vt:lpstr>
      <vt:lpstr>What do you get with a VPC? </vt:lpstr>
      <vt:lpstr>PowerPoint Presentation</vt:lpstr>
      <vt:lpstr>Classless Inter-Domain Routing (CIDR)</vt:lpstr>
      <vt:lpstr>Public IP Address</vt:lpstr>
      <vt:lpstr>Private IP Address</vt:lpstr>
      <vt:lpstr>CIDR Chart</vt:lpstr>
      <vt:lpstr>Features </vt:lpstr>
      <vt:lpstr>Amazon VPC</vt:lpstr>
      <vt:lpstr>Subnets</vt:lpstr>
      <vt:lpstr>Public subnets</vt:lpstr>
      <vt:lpstr>Internet gateways</vt:lpstr>
      <vt:lpstr>Private subnets</vt:lpstr>
      <vt:lpstr>Route tables</vt:lpstr>
      <vt:lpstr>Default Amazon VPCs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Ritesh Behal</dc:creator>
  <cp:lastModifiedBy>Ritesh Behal</cp:lastModifiedBy>
  <cp:revision>172</cp:revision>
  <dcterms:created xsi:type="dcterms:W3CDTF">2025-04-09T01:52:50Z</dcterms:created>
  <dcterms:modified xsi:type="dcterms:W3CDTF">2025-04-30T11:08:19Z</dcterms:modified>
</cp:coreProperties>
</file>