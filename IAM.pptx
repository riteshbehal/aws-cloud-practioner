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 id="2147483696" r:id="rId3"/>
  </p:sldMasterIdLst>
  <p:notesMasterIdLst>
    <p:notesMasterId r:id="rId10"/>
  </p:notesMasterIdLst>
  <p:sldIdLst>
    <p:sldId id="256" r:id="rId4"/>
    <p:sldId id="257" r:id="rId5"/>
    <p:sldId id="266" r:id="rId6"/>
    <p:sldId id="259" r:id="rId7"/>
    <p:sldId id="262" r:id="rId8"/>
    <p:sldId id="26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634" autoAdjust="0"/>
  </p:normalViewPr>
  <p:slideViewPr>
    <p:cSldViewPr snapToGrid="0">
      <p:cViewPr varScale="1">
        <p:scale>
          <a:sx n="85" d="100"/>
          <a:sy n="85" d="100"/>
        </p:scale>
        <p:origin x="15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presProps" Target="presProps.xml"/><Relationship Id="rId5" Type="http://schemas.openxmlformats.org/officeDocument/2006/relationships/slide" Target="slides/slide2.xml"/><Relationship Id="rId10"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BF16493-C245-4BA8-A09C-6275F14AE4D2}"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US"/>
        </a:p>
      </dgm:t>
    </dgm:pt>
    <dgm:pt modelId="{9B579892-04B9-4088-B6DF-425E2C6CD073}">
      <dgm:prSet custT="1"/>
      <dgm:spPr/>
      <dgm:t>
        <a:bodyPr/>
        <a:lstStyle/>
        <a:p>
          <a:pPr>
            <a:lnSpc>
              <a:spcPct val="100000"/>
            </a:lnSpc>
          </a:pPr>
          <a:r>
            <a:rPr lang="en-US" sz="1800"/>
            <a:t>Securely control access to AWS resources. </a:t>
          </a:r>
          <a:endParaRPr lang="en-US" sz="1800" dirty="0"/>
        </a:p>
      </dgm:t>
    </dgm:pt>
    <dgm:pt modelId="{99D990DE-D4F8-41CA-9731-076CBB8AFA30}" type="parTrans" cxnId="{CD115FF0-9D1A-414F-A5EB-283465F2D331}">
      <dgm:prSet/>
      <dgm:spPr/>
      <dgm:t>
        <a:bodyPr/>
        <a:lstStyle/>
        <a:p>
          <a:endParaRPr lang="en-US"/>
        </a:p>
      </dgm:t>
    </dgm:pt>
    <dgm:pt modelId="{7B034565-3BD1-4571-A04B-F1ECC233EF90}" type="sibTrans" cxnId="{CD115FF0-9D1A-414F-A5EB-283465F2D331}">
      <dgm:prSet/>
      <dgm:spPr/>
      <dgm:t>
        <a:bodyPr/>
        <a:lstStyle/>
        <a:p>
          <a:endParaRPr lang="en-US"/>
        </a:p>
      </dgm:t>
    </dgm:pt>
    <dgm:pt modelId="{6F5A469F-D677-4578-B565-2B5A7CF9A87B}">
      <dgm:prSet custT="1"/>
      <dgm:spPr/>
      <dgm:t>
        <a:bodyPr/>
        <a:lstStyle/>
        <a:p>
          <a:pPr>
            <a:lnSpc>
              <a:spcPct val="100000"/>
            </a:lnSpc>
          </a:pPr>
          <a:r>
            <a:rPr lang="en-US" sz="1800"/>
            <a:t>Managing access permissions for AWS resources. </a:t>
          </a:r>
          <a:endParaRPr lang="en-US" sz="1800" dirty="0"/>
        </a:p>
      </dgm:t>
    </dgm:pt>
    <dgm:pt modelId="{FFCD8EBE-9D1F-4341-A6E8-2CB076415788}" type="parTrans" cxnId="{4D4572AE-989D-425C-B07B-C99B6158D711}">
      <dgm:prSet/>
      <dgm:spPr/>
      <dgm:t>
        <a:bodyPr/>
        <a:lstStyle/>
        <a:p>
          <a:endParaRPr lang="en-US"/>
        </a:p>
      </dgm:t>
    </dgm:pt>
    <dgm:pt modelId="{7ECC427E-A9ED-43A8-AEE4-AFF06F6F4A9B}" type="sibTrans" cxnId="{4D4572AE-989D-425C-B07B-C99B6158D711}">
      <dgm:prSet/>
      <dgm:spPr/>
      <dgm:t>
        <a:bodyPr/>
        <a:lstStyle/>
        <a:p>
          <a:endParaRPr lang="en-US"/>
        </a:p>
      </dgm:t>
    </dgm:pt>
    <dgm:pt modelId="{E11134FB-2D46-406C-8071-D267990420DC}">
      <dgm:prSet custT="1"/>
      <dgm:spPr/>
      <dgm:t>
        <a:bodyPr/>
        <a:lstStyle/>
        <a:p>
          <a:pPr>
            <a:lnSpc>
              <a:spcPct val="100000"/>
            </a:lnSpc>
          </a:pPr>
          <a:r>
            <a:rPr lang="en-US" sz="1800"/>
            <a:t>Control Authentication and Authorization. </a:t>
          </a:r>
          <a:endParaRPr lang="en-US" sz="1800" dirty="0"/>
        </a:p>
      </dgm:t>
    </dgm:pt>
    <dgm:pt modelId="{80615E4E-9073-4FC5-A7D0-3967652074EC}" type="parTrans" cxnId="{BFBE6A10-EA9D-48F4-837B-01635CFC0FCD}">
      <dgm:prSet/>
      <dgm:spPr/>
      <dgm:t>
        <a:bodyPr/>
        <a:lstStyle/>
        <a:p>
          <a:endParaRPr lang="en-US"/>
        </a:p>
      </dgm:t>
    </dgm:pt>
    <dgm:pt modelId="{38B97BA0-6194-4088-AC46-CCF22490A75B}" type="sibTrans" cxnId="{BFBE6A10-EA9D-48F4-837B-01635CFC0FCD}">
      <dgm:prSet/>
      <dgm:spPr/>
      <dgm:t>
        <a:bodyPr/>
        <a:lstStyle/>
        <a:p>
          <a:endParaRPr lang="en-US"/>
        </a:p>
      </dgm:t>
    </dgm:pt>
    <dgm:pt modelId="{8CE40238-0B17-4FED-9323-8226C70CFFEF}">
      <dgm:prSet custT="1"/>
      <dgm:spPr/>
      <dgm:t>
        <a:bodyPr/>
        <a:lstStyle/>
        <a:p>
          <a:pPr>
            <a:lnSpc>
              <a:spcPct val="100000"/>
            </a:lnSpc>
          </a:pPr>
          <a:r>
            <a:rPr lang="en-US" sz="1800"/>
            <a:t>IAM is a global service. </a:t>
          </a:r>
          <a:endParaRPr lang="en-US" sz="1800" dirty="0"/>
        </a:p>
      </dgm:t>
    </dgm:pt>
    <dgm:pt modelId="{30E8CF53-D6DC-43F7-B019-567D68C6FF9C}" type="parTrans" cxnId="{9305E40C-AC09-48DB-9B61-6180509F8AB0}">
      <dgm:prSet/>
      <dgm:spPr/>
      <dgm:t>
        <a:bodyPr/>
        <a:lstStyle/>
        <a:p>
          <a:endParaRPr lang="en-US"/>
        </a:p>
      </dgm:t>
    </dgm:pt>
    <dgm:pt modelId="{3B3EE180-1557-4E82-AF32-1C4771CD5FE0}" type="sibTrans" cxnId="{9305E40C-AC09-48DB-9B61-6180509F8AB0}">
      <dgm:prSet/>
      <dgm:spPr/>
      <dgm:t>
        <a:bodyPr/>
        <a:lstStyle/>
        <a:p>
          <a:endParaRPr lang="en-US"/>
        </a:p>
      </dgm:t>
    </dgm:pt>
    <dgm:pt modelId="{44CD10CB-F4F2-46D0-9864-6C6E98F09EF1}" type="pres">
      <dgm:prSet presAssocID="{0BF16493-C245-4BA8-A09C-6275F14AE4D2}" presName="linear" presStyleCnt="0">
        <dgm:presLayoutVars>
          <dgm:dir/>
          <dgm:animLvl val="lvl"/>
          <dgm:resizeHandles val="exact"/>
        </dgm:presLayoutVars>
      </dgm:prSet>
      <dgm:spPr/>
    </dgm:pt>
    <dgm:pt modelId="{E872C4D9-B734-4303-8AAC-C5541A38BE52}" type="pres">
      <dgm:prSet presAssocID="{9B579892-04B9-4088-B6DF-425E2C6CD073}" presName="parentLin" presStyleCnt="0"/>
      <dgm:spPr/>
    </dgm:pt>
    <dgm:pt modelId="{493F7A6B-44A6-4337-BE6A-CEC20673A38A}" type="pres">
      <dgm:prSet presAssocID="{9B579892-04B9-4088-B6DF-425E2C6CD073}" presName="parentLeftMargin" presStyleLbl="node1" presStyleIdx="0" presStyleCnt="4"/>
      <dgm:spPr/>
    </dgm:pt>
    <dgm:pt modelId="{2E1D626E-5381-4015-869D-3DF31B90AC37}" type="pres">
      <dgm:prSet presAssocID="{9B579892-04B9-4088-B6DF-425E2C6CD073}" presName="parentText" presStyleLbl="node1" presStyleIdx="0" presStyleCnt="4">
        <dgm:presLayoutVars>
          <dgm:chMax val="0"/>
          <dgm:bulletEnabled val="1"/>
        </dgm:presLayoutVars>
      </dgm:prSet>
      <dgm:spPr/>
    </dgm:pt>
    <dgm:pt modelId="{6EC4ADC6-34DE-42DD-940D-1FB7F790757E}" type="pres">
      <dgm:prSet presAssocID="{9B579892-04B9-4088-B6DF-425E2C6CD073}" presName="negativeSpace" presStyleCnt="0"/>
      <dgm:spPr/>
    </dgm:pt>
    <dgm:pt modelId="{F647AE36-FF4D-46AC-9B63-2B863F92DA62}" type="pres">
      <dgm:prSet presAssocID="{9B579892-04B9-4088-B6DF-425E2C6CD073}" presName="childText" presStyleLbl="conFgAcc1" presStyleIdx="0" presStyleCnt="4">
        <dgm:presLayoutVars>
          <dgm:bulletEnabled val="1"/>
        </dgm:presLayoutVars>
      </dgm:prSet>
      <dgm:spPr/>
    </dgm:pt>
    <dgm:pt modelId="{67E03E04-09AA-411F-930F-EDC0DEB4D9BB}" type="pres">
      <dgm:prSet presAssocID="{7B034565-3BD1-4571-A04B-F1ECC233EF90}" presName="spaceBetweenRectangles" presStyleCnt="0"/>
      <dgm:spPr/>
    </dgm:pt>
    <dgm:pt modelId="{D28538EF-6568-422D-A966-D748C2201307}" type="pres">
      <dgm:prSet presAssocID="{6F5A469F-D677-4578-B565-2B5A7CF9A87B}" presName="parentLin" presStyleCnt="0"/>
      <dgm:spPr/>
    </dgm:pt>
    <dgm:pt modelId="{9695B4D3-BD25-47DD-88A9-015F808883BE}" type="pres">
      <dgm:prSet presAssocID="{6F5A469F-D677-4578-B565-2B5A7CF9A87B}" presName="parentLeftMargin" presStyleLbl="node1" presStyleIdx="0" presStyleCnt="4"/>
      <dgm:spPr/>
    </dgm:pt>
    <dgm:pt modelId="{06E96B02-846A-44E7-999C-015336816FB2}" type="pres">
      <dgm:prSet presAssocID="{6F5A469F-D677-4578-B565-2B5A7CF9A87B}" presName="parentText" presStyleLbl="node1" presStyleIdx="1" presStyleCnt="4">
        <dgm:presLayoutVars>
          <dgm:chMax val="0"/>
          <dgm:bulletEnabled val="1"/>
        </dgm:presLayoutVars>
      </dgm:prSet>
      <dgm:spPr/>
    </dgm:pt>
    <dgm:pt modelId="{C3D1E77D-8619-48E7-BAC7-70DABCE9EBAB}" type="pres">
      <dgm:prSet presAssocID="{6F5A469F-D677-4578-B565-2B5A7CF9A87B}" presName="negativeSpace" presStyleCnt="0"/>
      <dgm:spPr/>
    </dgm:pt>
    <dgm:pt modelId="{1DB2E1AD-1A22-459A-BFD7-2A31A7BA1AA1}" type="pres">
      <dgm:prSet presAssocID="{6F5A469F-D677-4578-B565-2B5A7CF9A87B}" presName="childText" presStyleLbl="conFgAcc1" presStyleIdx="1" presStyleCnt="4">
        <dgm:presLayoutVars>
          <dgm:bulletEnabled val="1"/>
        </dgm:presLayoutVars>
      </dgm:prSet>
      <dgm:spPr/>
    </dgm:pt>
    <dgm:pt modelId="{3E2CFFA5-6352-4A51-8110-979D827033FF}" type="pres">
      <dgm:prSet presAssocID="{7ECC427E-A9ED-43A8-AEE4-AFF06F6F4A9B}" presName="spaceBetweenRectangles" presStyleCnt="0"/>
      <dgm:spPr/>
    </dgm:pt>
    <dgm:pt modelId="{36FC90C7-DEDD-410A-B282-BA04AA5EE8AB}" type="pres">
      <dgm:prSet presAssocID="{E11134FB-2D46-406C-8071-D267990420DC}" presName="parentLin" presStyleCnt="0"/>
      <dgm:spPr/>
    </dgm:pt>
    <dgm:pt modelId="{D3D33995-45C7-48BF-B2BC-C2372D42336A}" type="pres">
      <dgm:prSet presAssocID="{E11134FB-2D46-406C-8071-D267990420DC}" presName="parentLeftMargin" presStyleLbl="node1" presStyleIdx="1" presStyleCnt="4"/>
      <dgm:spPr/>
    </dgm:pt>
    <dgm:pt modelId="{302B095D-4F21-4403-8DB9-CF541F66D0CC}" type="pres">
      <dgm:prSet presAssocID="{E11134FB-2D46-406C-8071-D267990420DC}" presName="parentText" presStyleLbl="node1" presStyleIdx="2" presStyleCnt="4">
        <dgm:presLayoutVars>
          <dgm:chMax val="0"/>
          <dgm:bulletEnabled val="1"/>
        </dgm:presLayoutVars>
      </dgm:prSet>
      <dgm:spPr/>
    </dgm:pt>
    <dgm:pt modelId="{D0634DDF-D0D7-4D9C-BE70-5C845DFA9EF8}" type="pres">
      <dgm:prSet presAssocID="{E11134FB-2D46-406C-8071-D267990420DC}" presName="negativeSpace" presStyleCnt="0"/>
      <dgm:spPr/>
    </dgm:pt>
    <dgm:pt modelId="{3936B9E8-F356-4A39-9F79-9D078FCC0818}" type="pres">
      <dgm:prSet presAssocID="{E11134FB-2D46-406C-8071-D267990420DC}" presName="childText" presStyleLbl="conFgAcc1" presStyleIdx="2" presStyleCnt="4">
        <dgm:presLayoutVars>
          <dgm:bulletEnabled val="1"/>
        </dgm:presLayoutVars>
      </dgm:prSet>
      <dgm:spPr/>
    </dgm:pt>
    <dgm:pt modelId="{023B1D9F-39F0-4D83-978A-181787CE6DE3}" type="pres">
      <dgm:prSet presAssocID="{38B97BA0-6194-4088-AC46-CCF22490A75B}" presName="spaceBetweenRectangles" presStyleCnt="0"/>
      <dgm:spPr/>
    </dgm:pt>
    <dgm:pt modelId="{CA273A23-C72D-4766-8A76-C74D52A36CAB}" type="pres">
      <dgm:prSet presAssocID="{8CE40238-0B17-4FED-9323-8226C70CFFEF}" presName="parentLin" presStyleCnt="0"/>
      <dgm:spPr/>
    </dgm:pt>
    <dgm:pt modelId="{576382A6-82F5-47AA-9225-E5E2D7929C5A}" type="pres">
      <dgm:prSet presAssocID="{8CE40238-0B17-4FED-9323-8226C70CFFEF}" presName="parentLeftMargin" presStyleLbl="node1" presStyleIdx="2" presStyleCnt="4"/>
      <dgm:spPr/>
    </dgm:pt>
    <dgm:pt modelId="{39F3B94B-9D0C-4FEC-A620-884B80CCFE75}" type="pres">
      <dgm:prSet presAssocID="{8CE40238-0B17-4FED-9323-8226C70CFFEF}" presName="parentText" presStyleLbl="node1" presStyleIdx="3" presStyleCnt="4">
        <dgm:presLayoutVars>
          <dgm:chMax val="0"/>
          <dgm:bulletEnabled val="1"/>
        </dgm:presLayoutVars>
      </dgm:prSet>
      <dgm:spPr/>
    </dgm:pt>
    <dgm:pt modelId="{C4BFD1EE-6930-46BC-8F71-9545971EF79B}" type="pres">
      <dgm:prSet presAssocID="{8CE40238-0B17-4FED-9323-8226C70CFFEF}" presName="negativeSpace" presStyleCnt="0"/>
      <dgm:spPr/>
    </dgm:pt>
    <dgm:pt modelId="{09BD3B2E-3133-43F6-92E2-FBCEDE79D02A}" type="pres">
      <dgm:prSet presAssocID="{8CE40238-0B17-4FED-9323-8226C70CFFEF}" presName="childText" presStyleLbl="conFgAcc1" presStyleIdx="3" presStyleCnt="4">
        <dgm:presLayoutVars>
          <dgm:bulletEnabled val="1"/>
        </dgm:presLayoutVars>
      </dgm:prSet>
      <dgm:spPr/>
    </dgm:pt>
  </dgm:ptLst>
  <dgm:cxnLst>
    <dgm:cxn modelId="{A448C901-8687-46E2-B482-729D7104DBEF}" type="presOf" srcId="{0BF16493-C245-4BA8-A09C-6275F14AE4D2}" destId="{44CD10CB-F4F2-46D0-9864-6C6E98F09EF1}" srcOrd="0" destOrd="0" presId="urn:microsoft.com/office/officeart/2005/8/layout/list1"/>
    <dgm:cxn modelId="{9305E40C-AC09-48DB-9B61-6180509F8AB0}" srcId="{0BF16493-C245-4BA8-A09C-6275F14AE4D2}" destId="{8CE40238-0B17-4FED-9323-8226C70CFFEF}" srcOrd="3" destOrd="0" parTransId="{30E8CF53-D6DC-43F7-B019-567D68C6FF9C}" sibTransId="{3B3EE180-1557-4E82-AF32-1C4771CD5FE0}"/>
    <dgm:cxn modelId="{BFBE6A10-EA9D-48F4-837B-01635CFC0FCD}" srcId="{0BF16493-C245-4BA8-A09C-6275F14AE4D2}" destId="{E11134FB-2D46-406C-8071-D267990420DC}" srcOrd="2" destOrd="0" parTransId="{80615E4E-9073-4FC5-A7D0-3967652074EC}" sibTransId="{38B97BA0-6194-4088-AC46-CCF22490A75B}"/>
    <dgm:cxn modelId="{C38AD460-7390-4BC3-B51F-F167D7813C71}" type="presOf" srcId="{6F5A469F-D677-4578-B565-2B5A7CF9A87B}" destId="{9695B4D3-BD25-47DD-88A9-015F808883BE}" srcOrd="0" destOrd="0" presId="urn:microsoft.com/office/officeart/2005/8/layout/list1"/>
    <dgm:cxn modelId="{C3B63441-6BA9-44E1-96FC-F2CD72909CBF}" type="presOf" srcId="{9B579892-04B9-4088-B6DF-425E2C6CD073}" destId="{493F7A6B-44A6-4337-BE6A-CEC20673A38A}" srcOrd="0" destOrd="0" presId="urn:microsoft.com/office/officeart/2005/8/layout/list1"/>
    <dgm:cxn modelId="{7CF1AB43-87A0-4C46-89E5-B72C27F89DA5}" type="presOf" srcId="{9B579892-04B9-4088-B6DF-425E2C6CD073}" destId="{2E1D626E-5381-4015-869D-3DF31B90AC37}" srcOrd="1" destOrd="0" presId="urn:microsoft.com/office/officeart/2005/8/layout/list1"/>
    <dgm:cxn modelId="{03A4F398-4755-43AA-B4C6-36EC348FA72B}" type="presOf" srcId="{E11134FB-2D46-406C-8071-D267990420DC}" destId="{D3D33995-45C7-48BF-B2BC-C2372D42336A}" srcOrd="0" destOrd="0" presId="urn:microsoft.com/office/officeart/2005/8/layout/list1"/>
    <dgm:cxn modelId="{57D4039E-7647-47EA-89CF-826670605548}" type="presOf" srcId="{8CE40238-0B17-4FED-9323-8226C70CFFEF}" destId="{39F3B94B-9D0C-4FEC-A620-884B80CCFE75}" srcOrd="1" destOrd="0" presId="urn:microsoft.com/office/officeart/2005/8/layout/list1"/>
    <dgm:cxn modelId="{F68CA4AB-E41B-4D4E-96C7-DD1B9503B599}" type="presOf" srcId="{8CE40238-0B17-4FED-9323-8226C70CFFEF}" destId="{576382A6-82F5-47AA-9225-E5E2D7929C5A}" srcOrd="0" destOrd="0" presId="urn:microsoft.com/office/officeart/2005/8/layout/list1"/>
    <dgm:cxn modelId="{4D4572AE-989D-425C-B07B-C99B6158D711}" srcId="{0BF16493-C245-4BA8-A09C-6275F14AE4D2}" destId="{6F5A469F-D677-4578-B565-2B5A7CF9A87B}" srcOrd="1" destOrd="0" parTransId="{FFCD8EBE-9D1F-4341-A6E8-2CB076415788}" sibTransId="{7ECC427E-A9ED-43A8-AEE4-AFF06F6F4A9B}"/>
    <dgm:cxn modelId="{B4F22DC3-1D89-46D4-96BF-4E0FE58648D9}" type="presOf" srcId="{E11134FB-2D46-406C-8071-D267990420DC}" destId="{302B095D-4F21-4403-8DB9-CF541F66D0CC}" srcOrd="1" destOrd="0" presId="urn:microsoft.com/office/officeart/2005/8/layout/list1"/>
    <dgm:cxn modelId="{CD115FF0-9D1A-414F-A5EB-283465F2D331}" srcId="{0BF16493-C245-4BA8-A09C-6275F14AE4D2}" destId="{9B579892-04B9-4088-B6DF-425E2C6CD073}" srcOrd="0" destOrd="0" parTransId="{99D990DE-D4F8-41CA-9731-076CBB8AFA30}" sibTransId="{7B034565-3BD1-4571-A04B-F1ECC233EF90}"/>
    <dgm:cxn modelId="{F8E14DFC-E13D-48E9-836C-E4E9BC786DAE}" type="presOf" srcId="{6F5A469F-D677-4578-B565-2B5A7CF9A87B}" destId="{06E96B02-846A-44E7-999C-015336816FB2}" srcOrd="1" destOrd="0" presId="urn:microsoft.com/office/officeart/2005/8/layout/list1"/>
    <dgm:cxn modelId="{2E150086-33FD-4D19-B060-FBB12A8847A7}" type="presParOf" srcId="{44CD10CB-F4F2-46D0-9864-6C6E98F09EF1}" destId="{E872C4D9-B734-4303-8AAC-C5541A38BE52}" srcOrd="0" destOrd="0" presId="urn:microsoft.com/office/officeart/2005/8/layout/list1"/>
    <dgm:cxn modelId="{6AB782AA-4918-42D4-A6F2-3202BFCF2C0B}" type="presParOf" srcId="{E872C4D9-B734-4303-8AAC-C5541A38BE52}" destId="{493F7A6B-44A6-4337-BE6A-CEC20673A38A}" srcOrd="0" destOrd="0" presId="urn:microsoft.com/office/officeart/2005/8/layout/list1"/>
    <dgm:cxn modelId="{53D93B2D-F2EA-4460-948B-F1EA5895C1EB}" type="presParOf" srcId="{E872C4D9-B734-4303-8AAC-C5541A38BE52}" destId="{2E1D626E-5381-4015-869D-3DF31B90AC37}" srcOrd="1" destOrd="0" presId="urn:microsoft.com/office/officeart/2005/8/layout/list1"/>
    <dgm:cxn modelId="{ED32EC87-5C47-4303-82E4-12997549F600}" type="presParOf" srcId="{44CD10CB-F4F2-46D0-9864-6C6E98F09EF1}" destId="{6EC4ADC6-34DE-42DD-940D-1FB7F790757E}" srcOrd="1" destOrd="0" presId="urn:microsoft.com/office/officeart/2005/8/layout/list1"/>
    <dgm:cxn modelId="{750B47EF-9C87-4650-BA4A-83C326FA821F}" type="presParOf" srcId="{44CD10CB-F4F2-46D0-9864-6C6E98F09EF1}" destId="{F647AE36-FF4D-46AC-9B63-2B863F92DA62}" srcOrd="2" destOrd="0" presId="urn:microsoft.com/office/officeart/2005/8/layout/list1"/>
    <dgm:cxn modelId="{08BA087F-23EB-45E6-9398-9559E4E7965E}" type="presParOf" srcId="{44CD10CB-F4F2-46D0-9864-6C6E98F09EF1}" destId="{67E03E04-09AA-411F-930F-EDC0DEB4D9BB}" srcOrd="3" destOrd="0" presId="urn:microsoft.com/office/officeart/2005/8/layout/list1"/>
    <dgm:cxn modelId="{0D8108D3-F7A3-4D76-8280-B366417B95B0}" type="presParOf" srcId="{44CD10CB-F4F2-46D0-9864-6C6E98F09EF1}" destId="{D28538EF-6568-422D-A966-D748C2201307}" srcOrd="4" destOrd="0" presId="urn:microsoft.com/office/officeart/2005/8/layout/list1"/>
    <dgm:cxn modelId="{AA5C5FF3-7E1D-49AB-B864-E54057AD7BA8}" type="presParOf" srcId="{D28538EF-6568-422D-A966-D748C2201307}" destId="{9695B4D3-BD25-47DD-88A9-015F808883BE}" srcOrd="0" destOrd="0" presId="urn:microsoft.com/office/officeart/2005/8/layout/list1"/>
    <dgm:cxn modelId="{62D5DA91-6A1B-411E-8E26-3A7FF037ED1D}" type="presParOf" srcId="{D28538EF-6568-422D-A966-D748C2201307}" destId="{06E96B02-846A-44E7-999C-015336816FB2}" srcOrd="1" destOrd="0" presId="urn:microsoft.com/office/officeart/2005/8/layout/list1"/>
    <dgm:cxn modelId="{AE496E30-4604-49FD-865B-7B7037581D07}" type="presParOf" srcId="{44CD10CB-F4F2-46D0-9864-6C6E98F09EF1}" destId="{C3D1E77D-8619-48E7-BAC7-70DABCE9EBAB}" srcOrd="5" destOrd="0" presId="urn:microsoft.com/office/officeart/2005/8/layout/list1"/>
    <dgm:cxn modelId="{69D6117D-B7B8-4016-825A-12AF04352B78}" type="presParOf" srcId="{44CD10CB-F4F2-46D0-9864-6C6E98F09EF1}" destId="{1DB2E1AD-1A22-459A-BFD7-2A31A7BA1AA1}" srcOrd="6" destOrd="0" presId="urn:microsoft.com/office/officeart/2005/8/layout/list1"/>
    <dgm:cxn modelId="{18B57F97-9214-4786-A107-3AD72A6E91E9}" type="presParOf" srcId="{44CD10CB-F4F2-46D0-9864-6C6E98F09EF1}" destId="{3E2CFFA5-6352-4A51-8110-979D827033FF}" srcOrd="7" destOrd="0" presId="urn:microsoft.com/office/officeart/2005/8/layout/list1"/>
    <dgm:cxn modelId="{DCC55103-B50F-4F9E-8987-E2806CACA576}" type="presParOf" srcId="{44CD10CB-F4F2-46D0-9864-6C6E98F09EF1}" destId="{36FC90C7-DEDD-410A-B282-BA04AA5EE8AB}" srcOrd="8" destOrd="0" presId="urn:microsoft.com/office/officeart/2005/8/layout/list1"/>
    <dgm:cxn modelId="{05B17337-E083-431F-9135-687238A77C32}" type="presParOf" srcId="{36FC90C7-DEDD-410A-B282-BA04AA5EE8AB}" destId="{D3D33995-45C7-48BF-B2BC-C2372D42336A}" srcOrd="0" destOrd="0" presId="urn:microsoft.com/office/officeart/2005/8/layout/list1"/>
    <dgm:cxn modelId="{7A5296E0-536C-4BBD-B2F2-119D47CA5351}" type="presParOf" srcId="{36FC90C7-DEDD-410A-B282-BA04AA5EE8AB}" destId="{302B095D-4F21-4403-8DB9-CF541F66D0CC}" srcOrd="1" destOrd="0" presId="urn:microsoft.com/office/officeart/2005/8/layout/list1"/>
    <dgm:cxn modelId="{6D3F0C1F-C4ED-4984-B2AE-27418DC7064C}" type="presParOf" srcId="{44CD10CB-F4F2-46D0-9864-6C6E98F09EF1}" destId="{D0634DDF-D0D7-4D9C-BE70-5C845DFA9EF8}" srcOrd="9" destOrd="0" presId="urn:microsoft.com/office/officeart/2005/8/layout/list1"/>
    <dgm:cxn modelId="{3BDAF530-458A-49C6-BDFE-71556F88BB7F}" type="presParOf" srcId="{44CD10CB-F4F2-46D0-9864-6C6E98F09EF1}" destId="{3936B9E8-F356-4A39-9F79-9D078FCC0818}" srcOrd="10" destOrd="0" presId="urn:microsoft.com/office/officeart/2005/8/layout/list1"/>
    <dgm:cxn modelId="{827F840D-75CB-4725-9D34-6D774BEEA481}" type="presParOf" srcId="{44CD10CB-F4F2-46D0-9864-6C6E98F09EF1}" destId="{023B1D9F-39F0-4D83-978A-181787CE6DE3}" srcOrd="11" destOrd="0" presId="urn:microsoft.com/office/officeart/2005/8/layout/list1"/>
    <dgm:cxn modelId="{5134A339-AB27-4381-B8E1-90AD253F2DF0}" type="presParOf" srcId="{44CD10CB-F4F2-46D0-9864-6C6E98F09EF1}" destId="{CA273A23-C72D-4766-8A76-C74D52A36CAB}" srcOrd="12" destOrd="0" presId="urn:microsoft.com/office/officeart/2005/8/layout/list1"/>
    <dgm:cxn modelId="{F435A24E-4314-4280-8E17-D556D60344EE}" type="presParOf" srcId="{CA273A23-C72D-4766-8A76-C74D52A36CAB}" destId="{576382A6-82F5-47AA-9225-E5E2D7929C5A}" srcOrd="0" destOrd="0" presId="urn:microsoft.com/office/officeart/2005/8/layout/list1"/>
    <dgm:cxn modelId="{0AB1D2C7-973E-4C4F-AC97-EF37698811CD}" type="presParOf" srcId="{CA273A23-C72D-4766-8A76-C74D52A36CAB}" destId="{39F3B94B-9D0C-4FEC-A620-884B80CCFE75}" srcOrd="1" destOrd="0" presId="urn:microsoft.com/office/officeart/2005/8/layout/list1"/>
    <dgm:cxn modelId="{23A999F3-69D2-4121-B6B5-69F561EF0EE7}" type="presParOf" srcId="{44CD10CB-F4F2-46D0-9864-6C6E98F09EF1}" destId="{C4BFD1EE-6930-46BC-8F71-9545971EF79B}" srcOrd="13" destOrd="0" presId="urn:microsoft.com/office/officeart/2005/8/layout/list1"/>
    <dgm:cxn modelId="{74B4A4B5-2391-4CC9-AAB8-4B56097ECE6B}" type="presParOf" srcId="{44CD10CB-F4F2-46D0-9864-6C6E98F09EF1}" destId="{09BD3B2E-3133-43F6-92E2-FBCEDE79D02A}"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EC96EF6-CE91-4770-A589-753332D0AC0D}" type="doc">
      <dgm:prSet loTypeId="urn:microsoft.com/office/officeart/2005/8/layout/vProcess5" loCatId="process" qsTypeId="urn:microsoft.com/office/officeart/2005/8/quickstyle/simple2" qsCatId="simple" csTypeId="urn:microsoft.com/office/officeart/2005/8/colors/colorful1" csCatId="colorful"/>
      <dgm:spPr/>
      <dgm:t>
        <a:bodyPr/>
        <a:lstStyle/>
        <a:p>
          <a:endParaRPr lang="en-US"/>
        </a:p>
      </dgm:t>
    </dgm:pt>
    <dgm:pt modelId="{C8C617CB-6882-45C0-834C-AC4CDFE0AACC}">
      <dgm:prSet/>
      <dgm:spPr/>
      <dgm:t>
        <a:bodyPr/>
        <a:lstStyle/>
        <a:p>
          <a:r>
            <a:rPr lang="en-US" b="0" i="0" baseline="0"/>
            <a:t>Created automatically when AWS account is created</a:t>
          </a:r>
          <a:endParaRPr lang="en-US"/>
        </a:p>
      </dgm:t>
    </dgm:pt>
    <dgm:pt modelId="{42B1802A-F99C-4CF5-8F80-8F1C0479680F}" type="parTrans" cxnId="{27241D2F-C25C-414E-819D-15B1EAAA6FB3}">
      <dgm:prSet/>
      <dgm:spPr/>
      <dgm:t>
        <a:bodyPr/>
        <a:lstStyle/>
        <a:p>
          <a:endParaRPr lang="en-US"/>
        </a:p>
      </dgm:t>
    </dgm:pt>
    <dgm:pt modelId="{11C1EED4-3B58-40E0-9743-AD61D81DF1EC}" type="sibTrans" cxnId="{27241D2F-C25C-414E-819D-15B1EAAA6FB3}">
      <dgm:prSet/>
      <dgm:spPr/>
      <dgm:t>
        <a:bodyPr/>
        <a:lstStyle/>
        <a:p>
          <a:endParaRPr lang="en-US"/>
        </a:p>
      </dgm:t>
    </dgm:pt>
    <dgm:pt modelId="{B3A1CA21-B191-42A1-A546-93D45DD65B93}">
      <dgm:prSet/>
      <dgm:spPr/>
      <dgm:t>
        <a:bodyPr/>
        <a:lstStyle/>
        <a:p>
          <a:r>
            <a:rPr lang="en-US" b="0" i="0" baseline="0"/>
            <a:t>Has </a:t>
          </a:r>
          <a:r>
            <a:rPr lang="en-US" b="1" i="0" baseline="0"/>
            <a:t>unrestricted access</a:t>
          </a:r>
          <a:r>
            <a:rPr lang="en-US" b="0" i="0" baseline="0"/>
            <a:t> to all AWS resources</a:t>
          </a:r>
          <a:endParaRPr lang="en-US"/>
        </a:p>
      </dgm:t>
    </dgm:pt>
    <dgm:pt modelId="{581A8777-2966-4AD8-8730-3E38B0C390B7}" type="parTrans" cxnId="{8B560D20-7F4E-4BE6-9679-20FA8C7C6AB2}">
      <dgm:prSet/>
      <dgm:spPr/>
      <dgm:t>
        <a:bodyPr/>
        <a:lstStyle/>
        <a:p>
          <a:endParaRPr lang="en-US"/>
        </a:p>
      </dgm:t>
    </dgm:pt>
    <dgm:pt modelId="{5B31A566-9B6C-4C47-B075-E18C5047EDD6}" type="sibTrans" cxnId="{8B560D20-7F4E-4BE6-9679-20FA8C7C6AB2}">
      <dgm:prSet/>
      <dgm:spPr/>
      <dgm:t>
        <a:bodyPr/>
        <a:lstStyle/>
        <a:p>
          <a:endParaRPr lang="en-US"/>
        </a:p>
      </dgm:t>
    </dgm:pt>
    <dgm:pt modelId="{3A3443E6-2348-4288-9D34-9B6C1F65A1B4}">
      <dgm:prSet/>
      <dgm:spPr/>
      <dgm:t>
        <a:bodyPr/>
        <a:lstStyle/>
        <a:p>
          <a:r>
            <a:rPr lang="en-US" b="0" i="0" baseline="0"/>
            <a:t>Should not be used for daily tasks</a:t>
          </a:r>
          <a:endParaRPr lang="en-US"/>
        </a:p>
      </dgm:t>
    </dgm:pt>
    <dgm:pt modelId="{D607175E-7C8D-4169-AFC8-FAA7F634A4B6}" type="parTrans" cxnId="{BF387AB1-D5C5-4751-BBF5-A6B082B7ABB4}">
      <dgm:prSet/>
      <dgm:spPr/>
      <dgm:t>
        <a:bodyPr/>
        <a:lstStyle/>
        <a:p>
          <a:endParaRPr lang="en-US"/>
        </a:p>
      </dgm:t>
    </dgm:pt>
    <dgm:pt modelId="{EC1AA227-96B5-4A2D-9E98-B3042D7E467F}" type="sibTrans" cxnId="{BF387AB1-D5C5-4751-BBF5-A6B082B7ABB4}">
      <dgm:prSet/>
      <dgm:spPr/>
      <dgm:t>
        <a:bodyPr/>
        <a:lstStyle/>
        <a:p>
          <a:endParaRPr lang="en-US"/>
        </a:p>
      </dgm:t>
    </dgm:pt>
    <dgm:pt modelId="{D766D9B7-3EF9-4355-A625-4B9EF6FFF658}">
      <dgm:prSet/>
      <dgm:spPr/>
      <dgm:t>
        <a:bodyPr/>
        <a:lstStyle/>
        <a:p>
          <a:r>
            <a:rPr lang="en-US" b="0" i="0" baseline="0"/>
            <a:t>Protect with </a:t>
          </a:r>
          <a:r>
            <a:rPr lang="en-US" b="1" i="0" baseline="0"/>
            <a:t>MFA</a:t>
          </a:r>
          <a:r>
            <a:rPr lang="en-US" b="0" i="0" baseline="0"/>
            <a:t> and strong password</a:t>
          </a:r>
          <a:endParaRPr lang="en-US"/>
        </a:p>
      </dgm:t>
    </dgm:pt>
    <dgm:pt modelId="{BA00270F-25BE-45BA-BB6A-FC4022AB426D}" type="parTrans" cxnId="{5FCD0B3F-5728-4139-A6EB-FA784A60D2E6}">
      <dgm:prSet/>
      <dgm:spPr/>
      <dgm:t>
        <a:bodyPr/>
        <a:lstStyle/>
        <a:p>
          <a:endParaRPr lang="en-US"/>
        </a:p>
      </dgm:t>
    </dgm:pt>
    <dgm:pt modelId="{3151822D-F21F-4074-BE88-82144B8D6D47}" type="sibTrans" cxnId="{5FCD0B3F-5728-4139-A6EB-FA784A60D2E6}">
      <dgm:prSet/>
      <dgm:spPr/>
      <dgm:t>
        <a:bodyPr/>
        <a:lstStyle/>
        <a:p>
          <a:endParaRPr lang="en-US"/>
        </a:p>
      </dgm:t>
    </dgm:pt>
    <dgm:pt modelId="{6A548FF4-263A-4C4D-86D1-BFD889C995A4}">
      <dgm:prSet/>
      <dgm:spPr/>
      <dgm:t>
        <a:bodyPr/>
        <a:lstStyle/>
        <a:p>
          <a:r>
            <a:rPr lang="en-US" b="0" i="0" baseline="0"/>
            <a:t>Use IAM Users/Roles instead for operations</a:t>
          </a:r>
          <a:endParaRPr lang="en-US"/>
        </a:p>
      </dgm:t>
    </dgm:pt>
    <dgm:pt modelId="{6C25D346-B0EF-4155-A006-1413E89CA6A6}" type="parTrans" cxnId="{518D2333-A80E-4185-B62A-5231A9CFE0F2}">
      <dgm:prSet/>
      <dgm:spPr/>
      <dgm:t>
        <a:bodyPr/>
        <a:lstStyle/>
        <a:p>
          <a:endParaRPr lang="en-US"/>
        </a:p>
      </dgm:t>
    </dgm:pt>
    <dgm:pt modelId="{26E5223E-CE6E-456B-8C74-E877F648BF92}" type="sibTrans" cxnId="{518D2333-A80E-4185-B62A-5231A9CFE0F2}">
      <dgm:prSet/>
      <dgm:spPr/>
      <dgm:t>
        <a:bodyPr/>
        <a:lstStyle/>
        <a:p>
          <a:endParaRPr lang="en-US"/>
        </a:p>
      </dgm:t>
    </dgm:pt>
    <dgm:pt modelId="{82C5CAF7-16AF-4A0C-A6D6-0F334B4827BB}" type="pres">
      <dgm:prSet presAssocID="{CEC96EF6-CE91-4770-A589-753332D0AC0D}" presName="outerComposite" presStyleCnt="0">
        <dgm:presLayoutVars>
          <dgm:chMax val="5"/>
          <dgm:dir/>
          <dgm:resizeHandles val="exact"/>
        </dgm:presLayoutVars>
      </dgm:prSet>
      <dgm:spPr/>
    </dgm:pt>
    <dgm:pt modelId="{85459124-ABBB-4595-9FF0-040ADC2312B9}" type="pres">
      <dgm:prSet presAssocID="{CEC96EF6-CE91-4770-A589-753332D0AC0D}" presName="dummyMaxCanvas" presStyleCnt="0">
        <dgm:presLayoutVars/>
      </dgm:prSet>
      <dgm:spPr/>
    </dgm:pt>
    <dgm:pt modelId="{D82662A3-BA93-47DC-A30A-201331FE8143}" type="pres">
      <dgm:prSet presAssocID="{CEC96EF6-CE91-4770-A589-753332D0AC0D}" presName="FiveNodes_1" presStyleLbl="node1" presStyleIdx="0" presStyleCnt="5">
        <dgm:presLayoutVars>
          <dgm:bulletEnabled val="1"/>
        </dgm:presLayoutVars>
      </dgm:prSet>
      <dgm:spPr/>
    </dgm:pt>
    <dgm:pt modelId="{E1FB0EA5-7988-4234-9B35-0657FB9861F5}" type="pres">
      <dgm:prSet presAssocID="{CEC96EF6-CE91-4770-A589-753332D0AC0D}" presName="FiveNodes_2" presStyleLbl="node1" presStyleIdx="1" presStyleCnt="5">
        <dgm:presLayoutVars>
          <dgm:bulletEnabled val="1"/>
        </dgm:presLayoutVars>
      </dgm:prSet>
      <dgm:spPr/>
    </dgm:pt>
    <dgm:pt modelId="{539F644E-8F4A-47FB-A746-24E26DF8F827}" type="pres">
      <dgm:prSet presAssocID="{CEC96EF6-CE91-4770-A589-753332D0AC0D}" presName="FiveNodes_3" presStyleLbl="node1" presStyleIdx="2" presStyleCnt="5">
        <dgm:presLayoutVars>
          <dgm:bulletEnabled val="1"/>
        </dgm:presLayoutVars>
      </dgm:prSet>
      <dgm:spPr/>
    </dgm:pt>
    <dgm:pt modelId="{E2108A43-2878-4FF9-BBA0-B8DA805C805D}" type="pres">
      <dgm:prSet presAssocID="{CEC96EF6-CE91-4770-A589-753332D0AC0D}" presName="FiveNodes_4" presStyleLbl="node1" presStyleIdx="3" presStyleCnt="5">
        <dgm:presLayoutVars>
          <dgm:bulletEnabled val="1"/>
        </dgm:presLayoutVars>
      </dgm:prSet>
      <dgm:spPr/>
    </dgm:pt>
    <dgm:pt modelId="{92BC6B58-658C-4E46-98D0-B93C9FEE69A8}" type="pres">
      <dgm:prSet presAssocID="{CEC96EF6-CE91-4770-A589-753332D0AC0D}" presName="FiveNodes_5" presStyleLbl="node1" presStyleIdx="4" presStyleCnt="5">
        <dgm:presLayoutVars>
          <dgm:bulletEnabled val="1"/>
        </dgm:presLayoutVars>
      </dgm:prSet>
      <dgm:spPr/>
    </dgm:pt>
    <dgm:pt modelId="{DE127677-20DE-427E-A681-9783A4B34307}" type="pres">
      <dgm:prSet presAssocID="{CEC96EF6-CE91-4770-A589-753332D0AC0D}" presName="FiveConn_1-2" presStyleLbl="fgAccFollowNode1" presStyleIdx="0" presStyleCnt="4">
        <dgm:presLayoutVars>
          <dgm:bulletEnabled val="1"/>
        </dgm:presLayoutVars>
      </dgm:prSet>
      <dgm:spPr/>
    </dgm:pt>
    <dgm:pt modelId="{68A7C681-6A6B-406F-B088-DCEAE57EB4FC}" type="pres">
      <dgm:prSet presAssocID="{CEC96EF6-CE91-4770-A589-753332D0AC0D}" presName="FiveConn_2-3" presStyleLbl="fgAccFollowNode1" presStyleIdx="1" presStyleCnt="4">
        <dgm:presLayoutVars>
          <dgm:bulletEnabled val="1"/>
        </dgm:presLayoutVars>
      </dgm:prSet>
      <dgm:spPr/>
    </dgm:pt>
    <dgm:pt modelId="{F3E098CC-F2EA-458A-9D51-7AF3155155D6}" type="pres">
      <dgm:prSet presAssocID="{CEC96EF6-CE91-4770-A589-753332D0AC0D}" presName="FiveConn_3-4" presStyleLbl="fgAccFollowNode1" presStyleIdx="2" presStyleCnt="4">
        <dgm:presLayoutVars>
          <dgm:bulletEnabled val="1"/>
        </dgm:presLayoutVars>
      </dgm:prSet>
      <dgm:spPr/>
    </dgm:pt>
    <dgm:pt modelId="{789A4207-02BB-4F42-B818-11198A989554}" type="pres">
      <dgm:prSet presAssocID="{CEC96EF6-CE91-4770-A589-753332D0AC0D}" presName="FiveConn_4-5" presStyleLbl="fgAccFollowNode1" presStyleIdx="3" presStyleCnt="4">
        <dgm:presLayoutVars>
          <dgm:bulletEnabled val="1"/>
        </dgm:presLayoutVars>
      </dgm:prSet>
      <dgm:spPr/>
    </dgm:pt>
    <dgm:pt modelId="{1846FF35-6C31-4C8D-A3AC-EA1F6541BB5E}" type="pres">
      <dgm:prSet presAssocID="{CEC96EF6-CE91-4770-A589-753332D0AC0D}" presName="FiveNodes_1_text" presStyleLbl="node1" presStyleIdx="4" presStyleCnt="5">
        <dgm:presLayoutVars>
          <dgm:bulletEnabled val="1"/>
        </dgm:presLayoutVars>
      </dgm:prSet>
      <dgm:spPr/>
    </dgm:pt>
    <dgm:pt modelId="{8B3D9337-C2C1-49B8-9973-46C9D007B164}" type="pres">
      <dgm:prSet presAssocID="{CEC96EF6-CE91-4770-A589-753332D0AC0D}" presName="FiveNodes_2_text" presStyleLbl="node1" presStyleIdx="4" presStyleCnt="5">
        <dgm:presLayoutVars>
          <dgm:bulletEnabled val="1"/>
        </dgm:presLayoutVars>
      </dgm:prSet>
      <dgm:spPr/>
    </dgm:pt>
    <dgm:pt modelId="{996DFBC8-E513-4E0D-ABD5-86DA2AF40BB7}" type="pres">
      <dgm:prSet presAssocID="{CEC96EF6-CE91-4770-A589-753332D0AC0D}" presName="FiveNodes_3_text" presStyleLbl="node1" presStyleIdx="4" presStyleCnt="5">
        <dgm:presLayoutVars>
          <dgm:bulletEnabled val="1"/>
        </dgm:presLayoutVars>
      </dgm:prSet>
      <dgm:spPr/>
    </dgm:pt>
    <dgm:pt modelId="{0BAF9DB3-62AD-4BF6-A77B-3724D5299855}" type="pres">
      <dgm:prSet presAssocID="{CEC96EF6-CE91-4770-A589-753332D0AC0D}" presName="FiveNodes_4_text" presStyleLbl="node1" presStyleIdx="4" presStyleCnt="5">
        <dgm:presLayoutVars>
          <dgm:bulletEnabled val="1"/>
        </dgm:presLayoutVars>
      </dgm:prSet>
      <dgm:spPr/>
    </dgm:pt>
    <dgm:pt modelId="{A2182827-4CE9-4865-8F3C-A8D32AC097AE}" type="pres">
      <dgm:prSet presAssocID="{CEC96EF6-CE91-4770-A589-753332D0AC0D}" presName="FiveNodes_5_text" presStyleLbl="node1" presStyleIdx="4" presStyleCnt="5">
        <dgm:presLayoutVars>
          <dgm:bulletEnabled val="1"/>
        </dgm:presLayoutVars>
      </dgm:prSet>
      <dgm:spPr/>
    </dgm:pt>
  </dgm:ptLst>
  <dgm:cxnLst>
    <dgm:cxn modelId="{61108001-3AD6-4891-9428-83FB5A8E11AE}" type="presOf" srcId="{3151822D-F21F-4074-BE88-82144B8D6D47}" destId="{789A4207-02BB-4F42-B818-11198A989554}" srcOrd="0" destOrd="0" presId="urn:microsoft.com/office/officeart/2005/8/layout/vProcess5"/>
    <dgm:cxn modelId="{A4A1F01C-61C7-4730-8D81-4DE5EB7E8FB8}" type="presOf" srcId="{D766D9B7-3EF9-4355-A625-4B9EF6FFF658}" destId="{0BAF9DB3-62AD-4BF6-A77B-3724D5299855}" srcOrd="1" destOrd="0" presId="urn:microsoft.com/office/officeart/2005/8/layout/vProcess5"/>
    <dgm:cxn modelId="{8B560D20-7F4E-4BE6-9679-20FA8C7C6AB2}" srcId="{CEC96EF6-CE91-4770-A589-753332D0AC0D}" destId="{B3A1CA21-B191-42A1-A546-93D45DD65B93}" srcOrd="1" destOrd="0" parTransId="{581A8777-2966-4AD8-8730-3E38B0C390B7}" sibTransId="{5B31A566-9B6C-4C47-B075-E18C5047EDD6}"/>
    <dgm:cxn modelId="{3761CE2D-FA5C-4735-99C8-6CBDD0F0C01B}" type="presOf" srcId="{3A3443E6-2348-4288-9D34-9B6C1F65A1B4}" destId="{996DFBC8-E513-4E0D-ABD5-86DA2AF40BB7}" srcOrd="1" destOrd="0" presId="urn:microsoft.com/office/officeart/2005/8/layout/vProcess5"/>
    <dgm:cxn modelId="{27241D2F-C25C-414E-819D-15B1EAAA6FB3}" srcId="{CEC96EF6-CE91-4770-A589-753332D0AC0D}" destId="{C8C617CB-6882-45C0-834C-AC4CDFE0AACC}" srcOrd="0" destOrd="0" parTransId="{42B1802A-F99C-4CF5-8F80-8F1C0479680F}" sibTransId="{11C1EED4-3B58-40E0-9743-AD61D81DF1EC}"/>
    <dgm:cxn modelId="{3D07FC30-9C03-4CCF-9515-85EC514E471D}" type="presOf" srcId="{6A548FF4-263A-4C4D-86D1-BFD889C995A4}" destId="{A2182827-4CE9-4865-8F3C-A8D32AC097AE}" srcOrd="1" destOrd="0" presId="urn:microsoft.com/office/officeart/2005/8/layout/vProcess5"/>
    <dgm:cxn modelId="{518D2333-A80E-4185-B62A-5231A9CFE0F2}" srcId="{CEC96EF6-CE91-4770-A589-753332D0AC0D}" destId="{6A548FF4-263A-4C4D-86D1-BFD889C995A4}" srcOrd="4" destOrd="0" parTransId="{6C25D346-B0EF-4155-A006-1413E89CA6A6}" sibTransId="{26E5223E-CE6E-456B-8C74-E877F648BF92}"/>
    <dgm:cxn modelId="{98D60A3B-EBDA-4D6C-8C38-3C822D04722E}" type="presOf" srcId="{6A548FF4-263A-4C4D-86D1-BFD889C995A4}" destId="{92BC6B58-658C-4E46-98D0-B93C9FEE69A8}" srcOrd="0" destOrd="0" presId="urn:microsoft.com/office/officeart/2005/8/layout/vProcess5"/>
    <dgm:cxn modelId="{5FCD0B3F-5728-4139-A6EB-FA784A60D2E6}" srcId="{CEC96EF6-CE91-4770-A589-753332D0AC0D}" destId="{D766D9B7-3EF9-4355-A625-4B9EF6FFF658}" srcOrd="3" destOrd="0" parTransId="{BA00270F-25BE-45BA-BB6A-FC4022AB426D}" sibTransId="{3151822D-F21F-4074-BE88-82144B8D6D47}"/>
    <dgm:cxn modelId="{5CB8825E-A2BA-49BE-AE09-449E8DE9CBAF}" type="presOf" srcId="{CEC96EF6-CE91-4770-A589-753332D0AC0D}" destId="{82C5CAF7-16AF-4A0C-A6D6-0F334B4827BB}" srcOrd="0" destOrd="0" presId="urn:microsoft.com/office/officeart/2005/8/layout/vProcess5"/>
    <dgm:cxn modelId="{118D2693-4A05-4B97-8168-CFC822018F49}" type="presOf" srcId="{C8C617CB-6882-45C0-834C-AC4CDFE0AACC}" destId="{D82662A3-BA93-47DC-A30A-201331FE8143}" srcOrd="0" destOrd="0" presId="urn:microsoft.com/office/officeart/2005/8/layout/vProcess5"/>
    <dgm:cxn modelId="{044FD595-F7A6-43B7-A404-9AB304374B0A}" type="presOf" srcId="{5B31A566-9B6C-4C47-B075-E18C5047EDD6}" destId="{68A7C681-6A6B-406F-B088-DCEAE57EB4FC}" srcOrd="0" destOrd="0" presId="urn:microsoft.com/office/officeart/2005/8/layout/vProcess5"/>
    <dgm:cxn modelId="{8F2D49A1-B925-46DD-87EB-2C7C72BC9AB8}" type="presOf" srcId="{B3A1CA21-B191-42A1-A546-93D45DD65B93}" destId="{8B3D9337-C2C1-49B8-9973-46C9D007B164}" srcOrd="1" destOrd="0" presId="urn:microsoft.com/office/officeart/2005/8/layout/vProcess5"/>
    <dgm:cxn modelId="{BF387AB1-D5C5-4751-BBF5-A6B082B7ABB4}" srcId="{CEC96EF6-CE91-4770-A589-753332D0AC0D}" destId="{3A3443E6-2348-4288-9D34-9B6C1F65A1B4}" srcOrd="2" destOrd="0" parTransId="{D607175E-7C8D-4169-AFC8-FAA7F634A4B6}" sibTransId="{EC1AA227-96B5-4A2D-9E98-B3042D7E467F}"/>
    <dgm:cxn modelId="{F3570DB4-8CF5-4920-9130-D1C3B76AD4B2}" type="presOf" srcId="{EC1AA227-96B5-4A2D-9E98-B3042D7E467F}" destId="{F3E098CC-F2EA-458A-9D51-7AF3155155D6}" srcOrd="0" destOrd="0" presId="urn:microsoft.com/office/officeart/2005/8/layout/vProcess5"/>
    <dgm:cxn modelId="{EB8EADC2-25E3-4ADB-B031-4702B546452D}" type="presOf" srcId="{D766D9B7-3EF9-4355-A625-4B9EF6FFF658}" destId="{E2108A43-2878-4FF9-BBA0-B8DA805C805D}" srcOrd="0" destOrd="0" presId="urn:microsoft.com/office/officeart/2005/8/layout/vProcess5"/>
    <dgm:cxn modelId="{62F251D1-C9B3-4458-BD11-DF4B50FE45F4}" type="presOf" srcId="{11C1EED4-3B58-40E0-9743-AD61D81DF1EC}" destId="{DE127677-20DE-427E-A681-9783A4B34307}" srcOrd="0" destOrd="0" presId="urn:microsoft.com/office/officeart/2005/8/layout/vProcess5"/>
    <dgm:cxn modelId="{62FA22D4-4958-4319-931C-4AF8179EC090}" type="presOf" srcId="{B3A1CA21-B191-42A1-A546-93D45DD65B93}" destId="{E1FB0EA5-7988-4234-9B35-0657FB9861F5}" srcOrd="0" destOrd="0" presId="urn:microsoft.com/office/officeart/2005/8/layout/vProcess5"/>
    <dgm:cxn modelId="{C262FAEC-ADC0-41C7-B895-697BFE7F5A4A}" type="presOf" srcId="{C8C617CB-6882-45C0-834C-AC4CDFE0AACC}" destId="{1846FF35-6C31-4C8D-A3AC-EA1F6541BB5E}" srcOrd="1" destOrd="0" presId="urn:microsoft.com/office/officeart/2005/8/layout/vProcess5"/>
    <dgm:cxn modelId="{8DD1EBF9-2704-48B3-A6BE-B06B05C1A78D}" type="presOf" srcId="{3A3443E6-2348-4288-9D34-9B6C1F65A1B4}" destId="{539F644E-8F4A-47FB-A746-24E26DF8F827}" srcOrd="0" destOrd="0" presId="urn:microsoft.com/office/officeart/2005/8/layout/vProcess5"/>
    <dgm:cxn modelId="{113A89EF-85B3-4E56-95F4-2BB4234CCBCF}" type="presParOf" srcId="{82C5CAF7-16AF-4A0C-A6D6-0F334B4827BB}" destId="{85459124-ABBB-4595-9FF0-040ADC2312B9}" srcOrd="0" destOrd="0" presId="urn:microsoft.com/office/officeart/2005/8/layout/vProcess5"/>
    <dgm:cxn modelId="{0E91FF83-9DA2-4B8E-8436-C897B813ABCD}" type="presParOf" srcId="{82C5CAF7-16AF-4A0C-A6D6-0F334B4827BB}" destId="{D82662A3-BA93-47DC-A30A-201331FE8143}" srcOrd="1" destOrd="0" presId="urn:microsoft.com/office/officeart/2005/8/layout/vProcess5"/>
    <dgm:cxn modelId="{64C5113C-F84B-4CB4-92C9-51EF6B524DD9}" type="presParOf" srcId="{82C5CAF7-16AF-4A0C-A6D6-0F334B4827BB}" destId="{E1FB0EA5-7988-4234-9B35-0657FB9861F5}" srcOrd="2" destOrd="0" presId="urn:microsoft.com/office/officeart/2005/8/layout/vProcess5"/>
    <dgm:cxn modelId="{834A06F4-F570-4EE4-A16C-4D5CFF49A9F4}" type="presParOf" srcId="{82C5CAF7-16AF-4A0C-A6D6-0F334B4827BB}" destId="{539F644E-8F4A-47FB-A746-24E26DF8F827}" srcOrd="3" destOrd="0" presId="urn:microsoft.com/office/officeart/2005/8/layout/vProcess5"/>
    <dgm:cxn modelId="{F17BA166-EB82-4ECE-B62C-2569069A1AAD}" type="presParOf" srcId="{82C5CAF7-16AF-4A0C-A6D6-0F334B4827BB}" destId="{E2108A43-2878-4FF9-BBA0-B8DA805C805D}" srcOrd="4" destOrd="0" presId="urn:microsoft.com/office/officeart/2005/8/layout/vProcess5"/>
    <dgm:cxn modelId="{6F2A6324-DAFB-4C11-8D33-C3D55CE53D96}" type="presParOf" srcId="{82C5CAF7-16AF-4A0C-A6D6-0F334B4827BB}" destId="{92BC6B58-658C-4E46-98D0-B93C9FEE69A8}" srcOrd="5" destOrd="0" presId="urn:microsoft.com/office/officeart/2005/8/layout/vProcess5"/>
    <dgm:cxn modelId="{B3221ACD-C492-44E8-B54F-D5A6907B4C1F}" type="presParOf" srcId="{82C5CAF7-16AF-4A0C-A6D6-0F334B4827BB}" destId="{DE127677-20DE-427E-A681-9783A4B34307}" srcOrd="6" destOrd="0" presId="urn:microsoft.com/office/officeart/2005/8/layout/vProcess5"/>
    <dgm:cxn modelId="{062757D1-428E-4EB5-97D2-444DF35E52FB}" type="presParOf" srcId="{82C5CAF7-16AF-4A0C-A6D6-0F334B4827BB}" destId="{68A7C681-6A6B-406F-B088-DCEAE57EB4FC}" srcOrd="7" destOrd="0" presId="urn:microsoft.com/office/officeart/2005/8/layout/vProcess5"/>
    <dgm:cxn modelId="{BFC4BE66-6464-49C4-B8A2-273669586932}" type="presParOf" srcId="{82C5CAF7-16AF-4A0C-A6D6-0F334B4827BB}" destId="{F3E098CC-F2EA-458A-9D51-7AF3155155D6}" srcOrd="8" destOrd="0" presId="urn:microsoft.com/office/officeart/2005/8/layout/vProcess5"/>
    <dgm:cxn modelId="{C9D1668D-28F1-489E-B682-B57D33B8442C}" type="presParOf" srcId="{82C5CAF7-16AF-4A0C-A6D6-0F334B4827BB}" destId="{789A4207-02BB-4F42-B818-11198A989554}" srcOrd="9" destOrd="0" presId="urn:microsoft.com/office/officeart/2005/8/layout/vProcess5"/>
    <dgm:cxn modelId="{260EEAA0-A7AA-4673-9793-12A6FFD88F4E}" type="presParOf" srcId="{82C5CAF7-16AF-4A0C-A6D6-0F334B4827BB}" destId="{1846FF35-6C31-4C8D-A3AC-EA1F6541BB5E}" srcOrd="10" destOrd="0" presId="urn:microsoft.com/office/officeart/2005/8/layout/vProcess5"/>
    <dgm:cxn modelId="{FBEC044D-18D2-4F6B-864F-69ECD4EF7296}" type="presParOf" srcId="{82C5CAF7-16AF-4A0C-A6D6-0F334B4827BB}" destId="{8B3D9337-C2C1-49B8-9973-46C9D007B164}" srcOrd="11" destOrd="0" presId="urn:microsoft.com/office/officeart/2005/8/layout/vProcess5"/>
    <dgm:cxn modelId="{DF7AD320-0D11-425F-BBF6-9B834D34903A}" type="presParOf" srcId="{82C5CAF7-16AF-4A0C-A6D6-0F334B4827BB}" destId="{996DFBC8-E513-4E0D-ABD5-86DA2AF40BB7}" srcOrd="12" destOrd="0" presId="urn:microsoft.com/office/officeart/2005/8/layout/vProcess5"/>
    <dgm:cxn modelId="{EB2D09CC-928E-4598-A9B0-28DADE40C26C}" type="presParOf" srcId="{82C5CAF7-16AF-4A0C-A6D6-0F334B4827BB}" destId="{0BAF9DB3-62AD-4BF6-A77B-3724D5299855}" srcOrd="13" destOrd="0" presId="urn:microsoft.com/office/officeart/2005/8/layout/vProcess5"/>
    <dgm:cxn modelId="{5C008E10-1069-4E66-B9C0-93C165E44651}" type="presParOf" srcId="{82C5CAF7-16AF-4A0C-A6D6-0F334B4827BB}" destId="{A2182827-4CE9-4865-8F3C-A8D32AC097AE}" srcOrd="14"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AC46856-4FB7-416E-916E-A61CD40B87DF}"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33FB639E-10BE-49BB-AD66-DD97B341C07D}">
      <dgm:prSet/>
      <dgm:spPr/>
      <dgm:t>
        <a:bodyPr/>
        <a:lstStyle/>
        <a:p>
          <a:r>
            <a:rPr lang="en-US" b="0" i="0" baseline="0"/>
            <a:t>Individual identities in AWS</a:t>
          </a:r>
          <a:endParaRPr lang="en-US"/>
        </a:p>
      </dgm:t>
    </dgm:pt>
    <dgm:pt modelId="{462AD30F-6DCB-47F5-BC99-8B867BD38CBA}" type="parTrans" cxnId="{6144E8E7-E346-4E8A-ABE4-29FA5C8CE28B}">
      <dgm:prSet/>
      <dgm:spPr/>
      <dgm:t>
        <a:bodyPr/>
        <a:lstStyle/>
        <a:p>
          <a:endParaRPr lang="en-US"/>
        </a:p>
      </dgm:t>
    </dgm:pt>
    <dgm:pt modelId="{BAEAC043-040D-4202-A1A4-76CD3658B917}" type="sibTrans" cxnId="{6144E8E7-E346-4E8A-ABE4-29FA5C8CE28B}">
      <dgm:prSet/>
      <dgm:spPr/>
      <dgm:t>
        <a:bodyPr/>
        <a:lstStyle/>
        <a:p>
          <a:endParaRPr lang="en-US"/>
        </a:p>
      </dgm:t>
    </dgm:pt>
    <dgm:pt modelId="{F4172A57-4E4E-4294-B843-1B5681302FB1}">
      <dgm:prSet/>
      <dgm:spPr/>
      <dgm:t>
        <a:bodyPr/>
        <a:lstStyle/>
        <a:p>
          <a:r>
            <a:rPr lang="en-US" b="0" i="0" baseline="0"/>
            <a:t>Have credentials: username/password or access keys</a:t>
          </a:r>
          <a:endParaRPr lang="en-US"/>
        </a:p>
      </dgm:t>
    </dgm:pt>
    <dgm:pt modelId="{C7D59AC2-B1A3-421F-A806-915953346FD8}" type="parTrans" cxnId="{AC2574CC-BB5F-4E4E-8A4F-C2E7BD7578AB}">
      <dgm:prSet/>
      <dgm:spPr/>
      <dgm:t>
        <a:bodyPr/>
        <a:lstStyle/>
        <a:p>
          <a:endParaRPr lang="en-US"/>
        </a:p>
      </dgm:t>
    </dgm:pt>
    <dgm:pt modelId="{6452CCE0-940D-4334-8D0F-F5CF52EDBA4B}" type="sibTrans" cxnId="{AC2574CC-BB5F-4E4E-8A4F-C2E7BD7578AB}">
      <dgm:prSet/>
      <dgm:spPr/>
      <dgm:t>
        <a:bodyPr/>
        <a:lstStyle/>
        <a:p>
          <a:endParaRPr lang="en-US"/>
        </a:p>
      </dgm:t>
    </dgm:pt>
    <dgm:pt modelId="{6615A531-B762-4796-997B-6CD6784F2FB2}">
      <dgm:prSet/>
      <dgm:spPr/>
      <dgm:t>
        <a:bodyPr/>
        <a:lstStyle/>
        <a:p>
          <a:r>
            <a:rPr lang="en-US" b="0" i="0" baseline="0"/>
            <a:t>Assigned permissions using policies</a:t>
          </a:r>
          <a:endParaRPr lang="en-US"/>
        </a:p>
      </dgm:t>
    </dgm:pt>
    <dgm:pt modelId="{C1395FF4-2979-4311-B869-BCC88775DF44}" type="parTrans" cxnId="{BE75F156-54F1-4B58-84B1-B4FDC4467658}">
      <dgm:prSet/>
      <dgm:spPr/>
      <dgm:t>
        <a:bodyPr/>
        <a:lstStyle/>
        <a:p>
          <a:endParaRPr lang="en-US"/>
        </a:p>
      </dgm:t>
    </dgm:pt>
    <dgm:pt modelId="{3CD2A627-B6DE-446D-8C98-F96248E73774}" type="sibTrans" cxnId="{BE75F156-54F1-4B58-84B1-B4FDC4467658}">
      <dgm:prSet/>
      <dgm:spPr/>
      <dgm:t>
        <a:bodyPr/>
        <a:lstStyle/>
        <a:p>
          <a:endParaRPr lang="en-US"/>
        </a:p>
      </dgm:t>
    </dgm:pt>
    <dgm:pt modelId="{5DEA1D30-C4CF-46AB-9886-38E8C0D266D0}">
      <dgm:prSet/>
      <dgm:spPr/>
      <dgm:t>
        <a:bodyPr/>
        <a:lstStyle/>
        <a:p>
          <a:r>
            <a:rPr lang="en-US" b="0" i="0" baseline="0"/>
            <a:t>Best practice: assign users to </a:t>
          </a:r>
          <a:r>
            <a:rPr lang="en-US" b="1" i="0" baseline="0"/>
            <a:t>Groups</a:t>
          </a:r>
          <a:r>
            <a:rPr lang="en-US" b="0" i="0" baseline="0"/>
            <a:t>, not policies directly</a:t>
          </a:r>
          <a:endParaRPr lang="en-US"/>
        </a:p>
      </dgm:t>
    </dgm:pt>
    <dgm:pt modelId="{08D2D488-FF44-4398-84AF-EF5588E91EA1}" type="parTrans" cxnId="{6FA2D509-1ECB-4E38-B638-5FB7578350B3}">
      <dgm:prSet/>
      <dgm:spPr/>
      <dgm:t>
        <a:bodyPr/>
        <a:lstStyle/>
        <a:p>
          <a:endParaRPr lang="en-US"/>
        </a:p>
      </dgm:t>
    </dgm:pt>
    <dgm:pt modelId="{993181EC-A958-4C07-9A63-696E178A9B95}" type="sibTrans" cxnId="{6FA2D509-1ECB-4E38-B638-5FB7578350B3}">
      <dgm:prSet/>
      <dgm:spPr/>
      <dgm:t>
        <a:bodyPr/>
        <a:lstStyle/>
        <a:p>
          <a:endParaRPr lang="en-US"/>
        </a:p>
      </dgm:t>
    </dgm:pt>
    <dgm:pt modelId="{0BF7B74D-F0E6-4382-85E5-76C5791872F3}">
      <dgm:prSet/>
      <dgm:spPr/>
      <dgm:t>
        <a:bodyPr/>
        <a:lstStyle/>
        <a:p>
          <a:r>
            <a:rPr lang="en-US" b="0" i="0" baseline="0"/>
            <a:t>Used for developers, admins, or applications (programmatic access)</a:t>
          </a:r>
          <a:endParaRPr lang="en-US"/>
        </a:p>
      </dgm:t>
    </dgm:pt>
    <dgm:pt modelId="{C3837132-EB34-4724-B7DD-C53615521239}" type="parTrans" cxnId="{FF30FFDE-5208-4404-BA7E-75ABA3316CA7}">
      <dgm:prSet/>
      <dgm:spPr/>
      <dgm:t>
        <a:bodyPr/>
        <a:lstStyle/>
        <a:p>
          <a:endParaRPr lang="en-US"/>
        </a:p>
      </dgm:t>
    </dgm:pt>
    <dgm:pt modelId="{2437C5D3-32BC-47F4-8771-1DF3C5511394}" type="sibTrans" cxnId="{FF30FFDE-5208-4404-BA7E-75ABA3316CA7}">
      <dgm:prSet/>
      <dgm:spPr/>
      <dgm:t>
        <a:bodyPr/>
        <a:lstStyle/>
        <a:p>
          <a:endParaRPr lang="en-US"/>
        </a:p>
      </dgm:t>
    </dgm:pt>
    <dgm:pt modelId="{46041D49-F929-4855-91C8-BF8E3726E34C}" type="pres">
      <dgm:prSet presAssocID="{6AC46856-4FB7-416E-916E-A61CD40B87DF}" presName="outerComposite" presStyleCnt="0">
        <dgm:presLayoutVars>
          <dgm:chMax val="5"/>
          <dgm:dir/>
          <dgm:resizeHandles val="exact"/>
        </dgm:presLayoutVars>
      </dgm:prSet>
      <dgm:spPr/>
    </dgm:pt>
    <dgm:pt modelId="{F1BBDDB4-60F2-4916-A372-1A893761E0A4}" type="pres">
      <dgm:prSet presAssocID="{6AC46856-4FB7-416E-916E-A61CD40B87DF}" presName="dummyMaxCanvas" presStyleCnt="0">
        <dgm:presLayoutVars/>
      </dgm:prSet>
      <dgm:spPr/>
    </dgm:pt>
    <dgm:pt modelId="{BBE22534-1FDE-4997-B7B4-5241FA1CD411}" type="pres">
      <dgm:prSet presAssocID="{6AC46856-4FB7-416E-916E-A61CD40B87DF}" presName="FiveNodes_1" presStyleLbl="node1" presStyleIdx="0" presStyleCnt="5">
        <dgm:presLayoutVars>
          <dgm:bulletEnabled val="1"/>
        </dgm:presLayoutVars>
      </dgm:prSet>
      <dgm:spPr/>
    </dgm:pt>
    <dgm:pt modelId="{C385874C-EC71-434A-9E2A-AC982CEF9076}" type="pres">
      <dgm:prSet presAssocID="{6AC46856-4FB7-416E-916E-A61CD40B87DF}" presName="FiveNodes_2" presStyleLbl="node1" presStyleIdx="1" presStyleCnt="5">
        <dgm:presLayoutVars>
          <dgm:bulletEnabled val="1"/>
        </dgm:presLayoutVars>
      </dgm:prSet>
      <dgm:spPr/>
    </dgm:pt>
    <dgm:pt modelId="{AAD58824-066D-464C-935F-2E8A9295565F}" type="pres">
      <dgm:prSet presAssocID="{6AC46856-4FB7-416E-916E-A61CD40B87DF}" presName="FiveNodes_3" presStyleLbl="node1" presStyleIdx="2" presStyleCnt="5">
        <dgm:presLayoutVars>
          <dgm:bulletEnabled val="1"/>
        </dgm:presLayoutVars>
      </dgm:prSet>
      <dgm:spPr/>
    </dgm:pt>
    <dgm:pt modelId="{9EB17230-6027-4AED-8A72-A90605E1FE53}" type="pres">
      <dgm:prSet presAssocID="{6AC46856-4FB7-416E-916E-A61CD40B87DF}" presName="FiveNodes_4" presStyleLbl="node1" presStyleIdx="3" presStyleCnt="5">
        <dgm:presLayoutVars>
          <dgm:bulletEnabled val="1"/>
        </dgm:presLayoutVars>
      </dgm:prSet>
      <dgm:spPr/>
    </dgm:pt>
    <dgm:pt modelId="{3BF274AD-7060-47E8-B34B-DA6145CA305E}" type="pres">
      <dgm:prSet presAssocID="{6AC46856-4FB7-416E-916E-A61CD40B87DF}" presName="FiveNodes_5" presStyleLbl="node1" presStyleIdx="4" presStyleCnt="5">
        <dgm:presLayoutVars>
          <dgm:bulletEnabled val="1"/>
        </dgm:presLayoutVars>
      </dgm:prSet>
      <dgm:spPr/>
    </dgm:pt>
    <dgm:pt modelId="{023A8FEC-BE9F-431D-9DC5-0F1D8E6B15E2}" type="pres">
      <dgm:prSet presAssocID="{6AC46856-4FB7-416E-916E-A61CD40B87DF}" presName="FiveConn_1-2" presStyleLbl="fgAccFollowNode1" presStyleIdx="0" presStyleCnt="4">
        <dgm:presLayoutVars>
          <dgm:bulletEnabled val="1"/>
        </dgm:presLayoutVars>
      </dgm:prSet>
      <dgm:spPr/>
    </dgm:pt>
    <dgm:pt modelId="{DDBDEC5E-0E7C-433B-8684-3B2F768AF2B8}" type="pres">
      <dgm:prSet presAssocID="{6AC46856-4FB7-416E-916E-A61CD40B87DF}" presName="FiveConn_2-3" presStyleLbl="fgAccFollowNode1" presStyleIdx="1" presStyleCnt="4">
        <dgm:presLayoutVars>
          <dgm:bulletEnabled val="1"/>
        </dgm:presLayoutVars>
      </dgm:prSet>
      <dgm:spPr/>
    </dgm:pt>
    <dgm:pt modelId="{B5EE58EC-0817-4574-80D1-9084976575DB}" type="pres">
      <dgm:prSet presAssocID="{6AC46856-4FB7-416E-916E-A61CD40B87DF}" presName="FiveConn_3-4" presStyleLbl="fgAccFollowNode1" presStyleIdx="2" presStyleCnt="4">
        <dgm:presLayoutVars>
          <dgm:bulletEnabled val="1"/>
        </dgm:presLayoutVars>
      </dgm:prSet>
      <dgm:spPr/>
    </dgm:pt>
    <dgm:pt modelId="{0CE9275D-4EBB-4C7D-9A16-E03BF437B7DF}" type="pres">
      <dgm:prSet presAssocID="{6AC46856-4FB7-416E-916E-A61CD40B87DF}" presName="FiveConn_4-5" presStyleLbl="fgAccFollowNode1" presStyleIdx="3" presStyleCnt="4">
        <dgm:presLayoutVars>
          <dgm:bulletEnabled val="1"/>
        </dgm:presLayoutVars>
      </dgm:prSet>
      <dgm:spPr/>
    </dgm:pt>
    <dgm:pt modelId="{C9F49E36-FD2A-41DD-B55C-6D14AF1B410B}" type="pres">
      <dgm:prSet presAssocID="{6AC46856-4FB7-416E-916E-A61CD40B87DF}" presName="FiveNodes_1_text" presStyleLbl="node1" presStyleIdx="4" presStyleCnt="5">
        <dgm:presLayoutVars>
          <dgm:bulletEnabled val="1"/>
        </dgm:presLayoutVars>
      </dgm:prSet>
      <dgm:spPr/>
    </dgm:pt>
    <dgm:pt modelId="{0677523B-AF6D-4D66-B0CB-3E6FF8731CE2}" type="pres">
      <dgm:prSet presAssocID="{6AC46856-4FB7-416E-916E-A61CD40B87DF}" presName="FiveNodes_2_text" presStyleLbl="node1" presStyleIdx="4" presStyleCnt="5">
        <dgm:presLayoutVars>
          <dgm:bulletEnabled val="1"/>
        </dgm:presLayoutVars>
      </dgm:prSet>
      <dgm:spPr/>
    </dgm:pt>
    <dgm:pt modelId="{3E13A6A3-511E-4F3D-A738-A2EC0D7BF6E0}" type="pres">
      <dgm:prSet presAssocID="{6AC46856-4FB7-416E-916E-A61CD40B87DF}" presName="FiveNodes_3_text" presStyleLbl="node1" presStyleIdx="4" presStyleCnt="5">
        <dgm:presLayoutVars>
          <dgm:bulletEnabled val="1"/>
        </dgm:presLayoutVars>
      </dgm:prSet>
      <dgm:spPr/>
    </dgm:pt>
    <dgm:pt modelId="{3D6F608D-5AEA-4445-B7CF-21FEC151944F}" type="pres">
      <dgm:prSet presAssocID="{6AC46856-4FB7-416E-916E-A61CD40B87DF}" presName="FiveNodes_4_text" presStyleLbl="node1" presStyleIdx="4" presStyleCnt="5">
        <dgm:presLayoutVars>
          <dgm:bulletEnabled val="1"/>
        </dgm:presLayoutVars>
      </dgm:prSet>
      <dgm:spPr/>
    </dgm:pt>
    <dgm:pt modelId="{A7550E96-8DC8-4E7F-8E4D-DB034608C3FE}" type="pres">
      <dgm:prSet presAssocID="{6AC46856-4FB7-416E-916E-A61CD40B87DF}" presName="FiveNodes_5_text" presStyleLbl="node1" presStyleIdx="4" presStyleCnt="5">
        <dgm:presLayoutVars>
          <dgm:bulletEnabled val="1"/>
        </dgm:presLayoutVars>
      </dgm:prSet>
      <dgm:spPr/>
    </dgm:pt>
  </dgm:ptLst>
  <dgm:cxnLst>
    <dgm:cxn modelId="{6FA2D509-1ECB-4E38-B638-5FB7578350B3}" srcId="{6AC46856-4FB7-416E-916E-A61CD40B87DF}" destId="{5DEA1D30-C4CF-46AB-9886-38E8C0D266D0}" srcOrd="3" destOrd="0" parTransId="{08D2D488-FF44-4398-84AF-EF5588E91EA1}" sibTransId="{993181EC-A958-4C07-9A63-696E178A9B95}"/>
    <dgm:cxn modelId="{F8DE8E11-7A2C-4080-A03D-7A766B675DE3}" type="presOf" srcId="{3CD2A627-B6DE-446D-8C98-F96248E73774}" destId="{B5EE58EC-0817-4574-80D1-9084976575DB}" srcOrd="0" destOrd="0" presId="urn:microsoft.com/office/officeart/2005/8/layout/vProcess5"/>
    <dgm:cxn modelId="{4BAA6B56-3BF4-43D9-A09B-F8CFCE6E283A}" type="presOf" srcId="{6615A531-B762-4796-997B-6CD6784F2FB2}" destId="{3E13A6A3-511E-4F3D-A738-A2EC0D7BF6E0}" srcOrd="1" destOrd="0" presId="urn:microsoft.com/office/officeart/2005/8/layout/vProcess5"/>
    <dgm:cxn modelId="{BE75F156-54F1-4B58-84B1-B4FDC4467658}" srcId="{6AC46856-4FB7-416E-916E-A61CD40B87DF}" destId="{6615A531-B762-4796-997B-6CD6784F2FB2}" srcOrd="2" destOrd="0" parTransId="{C1395FF4-2979-4311-B869-BCC88775DF44}" sibTransId="{3CD2A627-B6DE-446D-8C98-F96248E73774}"/>
    <dgm:cxn modelId="{D87BF077-A0E9-4125-9528-4161AE6595E2}" type="presOf" srcId="{0BF7B74D-F0E6-4382-85E5-76C5791872F3}" destId="{A7550E96-8DC8-4E7F-8E4D-DB034608C3FE}" srcOrd="1" destOrd="0" presId="urn:microsoft.com/office/officeart/2005/8/layout/vProcess5"/>
    <dgm:cxn modelId="{30F3B958-C215-4494-B940-10761AD52CC8}" type="presOf" srcId="{5DEA1D30-C4CF-46AB-9886-38E8C0D266D0}" destId="{9EB17230-6027-4AED-8A72-A90605E1FE53}" srcOrd="0" destOrd="0" presId="urn:microsoft.com/office/officeart/2005/8/layout/vProcess5"/>
    <dgm:cxn modelId="{CF0FC57A-ABA0-49A7-9C75-10263D3A859E}" type="presOf" srcId="{6AC46856-4FB7-416E-916E-A61CD40B87DF}" destId="{46041D49-F929-4855-91C8-BF8E3726E34C}" srcOrd="0" destOrd="0" presId="urn:microsoft.com/office/officeart/2005/8/layout/vProcess5"/>
    <dgm:cxn modelId="{A350A680-C526-4047-BA93-16F2550A475A}" type="presOf" srcId="{6615A531-B762-4796-997B-6CD6784F2FB2}" destId="{AAD58824-066D-464C-935F-2E8A9295565F}" srcOrd="0" destOrd="0" presId="urn:microsoft.com/office/officeart/2005/8/layout/vProcess5"/>
    <dgm:cxn modelId="{0A912E89-FDD8-4B95-ABD8-62BE2B4F4E60}" type="presOf" srcId="{F4172A57-4E4E-4294-B843-1B5681302FB1}" destId="{C385874C-EC71-434A-9E2A-AC982CEF9076}" srcOrd="0" destOrd="0" presId="urn:microsoft.com/office/officeart/2005/8/layout/vProcess5"/>
    <dgm:cxn modelId="{0F3095A8-70D9-453A-8730-EA51A805B284}" type="presOf" srcId="{6452CCE0-940D-4334-8D0F-F5CF52EDBA4B}" destId="{DDBDEC5E-0E7C-433B-8684-3B2F768AF2B8}" srcOrd="0" destOrd="0" presId="urn:microsoft.com/office/officeart/2005/8/layout/vProcess5"/>
    <dgm:cxn modelId="{C6DDCBB9-DEBB-437D-A9FB-AAF74B052101}" type="presOf" srcId="{33FB639E-10BE-49BB-AD66-DD97B341C07D}" destId="{BBE22534-1FDE-4997-B7B4-5241FA1CD411}" srcOrd="0" destOrd="0" presId="urn:microsoft.com/office/officeart/2005/8/layout/vProcess5"/>
    <dgm:cxn modelId="{140A03BA-1E24-4150-8219-DA8C61E30932}" type="presOf" srcId="{5DEA1D30-C4CF-46AB-9886-38E8C0D266D0}" destId="{3D6F608D-5AEA-4445-B7CF-21FEC151944F}" srcOrd="1" destOrd="0" presId="urn:microsoft.com/office/officeart/2005/8/layout/vProcess5"/>
    <dgm:cxn modelId="{AC2574CC-BB5F-4E4E-8A4F-C2E7BD7578AB}" srcId="{6AC46856-4FB7-416E-916E-A61CD40B87DF}" destId="{F4172A57-4E4E-4294-B843-1B5681302FB1}" srcOrd="1" destOrd="0" parTransId="{C7D59AC2-B1A3-421F-A806-915953346FD8}" sibTransId="{6452CCE0-940D-4334-8D0F-F5CF52EDBA4B}"/>
    <dgm:cxn modelId="{A41D95D2-C3F1-47FB-9953-E27236A876B7}" type="presOf" srcId="{BAEAC043-040D-4202-A1A4-76CD3658B917}" destId="{023A8FEC-BE9F-431D-9DC5-0F1D8E6B15E2}" srcOrd="0" destOrd="0" presId="urn:microsoft.com/office/officeart/2005/8/layout/vProcess5"/>
    <dgm:cxn modelId="{2E6FDCD6-CA70-4440-81A7-E44B06405AB5}" type="presOf" srcId="{F4172A57-4E4E-4294-B843-1B5681302FB1}" destId="{0677523B-AF6D-4D66-B0CB-3E6FF8731CE2}" srcOrd="1" destOrd="0" presId="urn:microsoft.com/office/officeart/2005/8/layout/vProcess5"/>
    <dgm:cxn modelId="{E50793D9-A718-48F4-80F4-E7599711490D}" type="presOf" srcId="{0BF7B74D-F0E6-4382-85E5-76C5791872F3}" destId="{3BF274AD-7060-47E8-B34B-DA6145CA305E}" srcOrd="0" destOrd="0" presId="urn:microsoft.com/office/officeart/2005/8/layout/vProcess5"/>
    <dgm:cxn modelId="{FF30FFDE-5208-4404-BA7E-75ABA3316CA7}" srcId="{6AC46856-4FB7-416E-916E-A61CD40B87DF}" destId="{0BF7B74D-F0E6-4382-85E5-76C5791872F3}" srcOrd="4" destOrd="0" parTransId="{C3837132-EB34-4724-B7DD-C53615521239}" sibTransId="{2437C5D3-32BC-47F4-8771-1DF3C5511394}"/>
    <dgm:cxn modelId="{6144E8E7-E346-4E8A-ABE4-29FA5C8CE28B}" srcId="{6AC46856-4FB7-416E-916E-A61CD40B87DF}" destId="{33FB639E-10BE-49BB-AD66-DD97B341C07D}" srcOrd="0" destOrd="0" parTransId="{462AD30F-6DCB-47F5-BC99-8B867BD38CBA}" sibTransId="{BAEAC043-040D-4202-A1A4-76CD3658B917}"/>
    <dgm:cxn modelId="{D39941ED-C23C-476B-BF92-8D153D4FDCF5}" type="presOf" srcId="{993181EC-A958-4C07-9A63-696E178A9B95}" destId="{0CE9275D-4EBB-4C7D-9A16-E03BF437B7DF}" srcOrd="0" destOrd="0" presId="urn:microsoft.com/office/officeart/2005/8/layout/vProcess5"/>
    <dgm:cxn modelId="{A88727F8-68E9-455F-BE04-A41029F7134D}" type="presOf" srcId="{33FB639E-10BE-49BB-AD66-DD97B341C07D}" destId="{C9F49E36-FD2A-41DD-B55C-6D14AF1B410B}" srcOrd="1" destOrd="0" presId="urn:microsoft.com/office/officeart/2005/8/layout/vProcess5"/>
    <dgm:cxn modelId="{423252F2-B297-4B84-A2BC-FF89F65E5572}" type="presParOf" srcId="{46041D49-F929-4855-91C8-BF8E3726E34C}" destId="{F1BBDDB4-60F2-4916-A372-1A893761E0A4}" srcOrd="0" destOrd="0" presId="urn:microsoft.com/office/officeart/2005/8/layout/vProcess5"/>
    <dgm:cxn modelId="{E383144D-9D48-4002-860F-720C53152B81}" type="presParOf" srcId="{46041D49-F929-4855-91C8-BF8E3726E34C}" destId="{BBE22534-1FDE-4997-B7B4-5241FA1CD411}" srcOrd="1" destOrd="0" presId="urn:microsoft.com/office/officeart/2005/8/layout/vProcess5"/>
    <dgm:cxn modelId="{82F4D002-682C-46CF-A424-8C7000382F3D}" type="presParOf" srcId="{46041D49-F929-4855-91C8-BF8E3726E34C}" destId="{C385874C-EC71-434A-9E2A-AC982CEF9076}" srcOrd="2" destOrd="0" presId="urn:microsoft.com/office/officeart/2005/8/layout/vProcess5"/>
    <dgm:cxn modelId="{937E816F-E906-41F0-95DC-9462ADE0AA7B}" type="presParOf" srcId="{46041D49-F929-4855-91C8-BF8E3726E34C}" destId="{AAD58824-066D-464C-935F-2E8A9295565F}" srcOrd="3" destOrd="0" presId="urn:microsoft.com/office/officeart/2005/8/layout/vProcess5"/>
    <dgm:cxn modelId="{981EE092-A924-4B72-A2ED-D32961EF803A}" type="presParOf" srcId="{46041D49-F929-4855-91C8-BF8E3726E34C}" destId="{9EB17230-6027-4AED-8A72-A90605E1FE53}" srcOrd="4" destOrd="0" presId="urn:microsoft.com/office/officeart/2005/8/layout/vProcess5"/>
    <dgm:cxn modelId="{5209EB88-D239-44F1-A98B-6642E4624969}" type="presParOf" srcId="{46041D49-F929-4855-91C8-BF8E3726E34C}" destId="{3BF274AD-7060-47E8-B34B-DA6145CA305E}" srcOrd="5" destOrd="0" presId="urn:microsoft.com/office/officeart/2005/8/layout/vProcess5"/>
    <dgm:cxn modelId="{13DE1901-D696-478A-AA5F-2EC59AEC4F3E}" type="presParOf" srcId="{46041D49-F929-4855-91C8-BF8E3726E34C}" destId="{023A8FEC-BE9F-431D-9DC5-0F1D8E6B15E2}" srcOrd="6" destOrd="0" presId="urn:microsoft.com/office/officeart/2005/8/layout/vProcess5"/>
    <dgm:cxn modelId="{0F9474D2-D5C4-45C5-841A-A19B02FE7768}" type="presParOf" srcId="{46041D49-F929-4855-91C8-BF8E3726E34C}" destId="{DDBDEC5E-0E7C-433B-8684-3B2F768AF2B8}" srcOrd="7" destOrd="0" presId="urn:microsoft.com/office/officeart/2005/8/layout/vProcess5"/>
    <dgm:cxn modelId="{1D418722-EF09-49F3-A502-E393BCDB32C7}" type="presParOf" srcId="{46041D49-F929-4855-91C8-BF8E3726E34C}" destId="{B5EE58EC-0817-4574-80D1-9084976575DB}" srcOrd="8" destOrd="0" presId="urn:microsoft.com/office/officeart/2005/8/layout/vProcess5"/>
    <dgm:cxn modelId="{C392AC19-76A5-4E3B-AF4B-42115CAAF8AA}" type="presParOf" srcId="{46041D49-F929-4855-91C8-BF8E3726E34C}" destId="{0CE9275D-4EBB-4C7D-9A16-E03BF437B7DF}" srcOrd="9" destOrd="0" presId="urn:microsoft.com/office/officeart/2005/8/layout/vProcess5"/>
    <dgm:cxn modelId="{25E2106C-BB1C-4AEB-B90D-13859D53AF02}" type="presParOf" srcId="{46041D49-F929-4855-91C8-BF8E3726E34C}" destId="{C9F49E36-FD2A-41DD-B55C-6D14AF1B410B}" srcOrd="10" destOrd="0" presId="urn:microsoft.com/office/officeart/2005/8/layout/vProcess5"/>
    <dgm:cxn modelId="{28F7EAD3-53D2-484F-ABC8-1246BCE0E2FF}" type="presParOf" srcId="{46041D49-F929-4855-91C8-BF8E3726E34C}" destId="{0677523B-AF6D-4D66-B0CB-3E6FF8731CE2}" srcOrd="11" destOrd="0" presId="urn:microsoft.com/office/officeart/2005/8/layout/vProcess5"/>
    <dgm:cxn modelId="{AE43DFF9-AF6F-415E-9A78-EF326ADD89E0}" type="presParOf" srcId="{46041D49-F929-4855-91C8-BF8E3726E34C}" destId="{3E13A6A3-511E-4F3D-A738-A2EC0D7BF6E0}" srcOrd="12" destOrd="0" presId="urn:microsoft.com/office/officeart/2005/8/layout/vProcess5"/>
    <dgm:cxn modelId="{1CE2DD4C-5533-4703-82A0-FE26C86321DB}" type="presParOf" srcId="{46041D49-F929-4855-91C8-BF8E3726E34C}" destId="{3D6F608D-5AEA-4445-B7CF-21FEC151944F}" srcOrd="13" destOrd="0" presId="urn:microsoft.com/office/officeart/2005/8/layout/vProcess5"/>
    <dgm:cxn modelId="{E48081AE-0236-4448-BAB5-07CE9C4595C5}" type="presParOf" srcId="{46041D49-F929-4855-91C8-BF8E3726E34C}" destId="{A7550E96-8DC8-4E7F-8E4D-DB034608C3FE}" srcOrd="14"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47AE36-FF4D-46AC-9B63-2B863F92DA62}">
      <dsp:nvSpPr>
        <dsp:cNvPr id="0" name=""/>
        <dsp:cNvSpPr/>
      </dsp:nvSpPr>
      <dsp:spPr>
        <a:xfrm>
          <a:off x="0" y="523613"/>
          <a:ext cx="6245265" cy="78120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1D626E-5381-4015-869D-3DF31B90AC37}">
      <dsp:nvSpPr>
        <dsp:cNvPr id="0" name=""/>
        <dsp:cNvSpPr/>
      </dsp:nvSpPr>
      <dsp:spPr>
        <a:xfrm>
          <a:off x="312263" y="66053"/>
          <a:ext cx="4371685" cy="91512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239" tIns="0" rIns="165239" bIns="0" numCol="1" spcCol="1270" anchor="ctr" anchorCtr="0">
          <a:noAutofit/>
        </a:bodyPr>
        <a:lstStyle/>
        <a:p>
          <a:pPr marL="0" lvl="0" indent="0" algn="l" defTabSz="800100">
            <a:lnSpc>
              <a:spcPct val="100000"/>
            </a:lnSpc>
            <a:spcBef>
              <a:spcPct val="0"/>
            </a:spcBef>
            <a:spcAft>
              <a:spcPct val="35000"/>
            </a:spcAft>
            <a:buNone/>
          </a:pPr>
          <a:r>
            <a:rPr lang="en-US" sz="1800" kern="1200"/>
            <a:t>Securely control access to AWS resources. </a:t>
          </a:r>
          <a:endParaRPr lang="en-US" sz="1800" kern="1200" dirty="0"/>
        </a:p>
      </dsp:txBody>
      <dsp:txXfrm>
        <a:off x="356935" y="110725"/>
        <a:ext cx="4282341" cy="825776"/>
      </dsp:txXfrm>
    </dsp:sp>
    <dsp:sp modelId="{1DB2E1AD-1A22-459A-BFD7-2A31A7BA1AA1}">
      <dsp:nvSpPr>
        <dsp:cNvPr id="0" name=""/>
        <dsp:cNvSpPr/>
      </dsp:nvSpPr>
      <dsp:spPr>
        <a:xfrm>
          <a:off x="0" y="1929773"/>
          <a:ext cx="6245265" cy="781200"/>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6E96B02-846A-44E7-999C-015336816FB2}">
      <dsp:nvSpPr>
        <dsp:cNvPr id="0" name=""/>
        <dsp:cNvSpPr/>
      </dsp:nvSpPr>
      <dsp:spPr>
        <a:xfrm>
          <a:off x="312263" y="1472213"/>
          <a:ext cx="4371685" cy="91512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239" tIns="0" rIns="165239" bIns="0" numCol="1" spcCol="1270" anchor="ctr" anchorCtr="0">
          <a:noAutofit/>
        </a:bodyPr>
        <a:lstStyle/>
        <a:p>
          <a:pPr marL="0" lvl="0" indent="0" algn="l" defTabSz="800100">
            <a:lnSpc>
              <a:spcPct val="100000"/>
            </a:lnSpc>
            <a:spcBef>
              <a:spcPct val="0"/>
            </a:spcBef>
            <a:spcAft>
              <a:spcPct val="35000"/>
            </a:spcAft>
            <a:buNone/>
          </a:pPr>
          <a:r>
            <a:rPr lang="en-US" sz="1800" kern="1200"/>
            <a:t>Managing access permissions for AWS resources. </a:t>
          </a:r>
          <a:endParaRPr lang="en-US" sz="1800" kern="1200" dirty="0"/>
        </a:p>
      </dsp:txBody>
      <dsp:txXfrm>
        <a:off x="356935" y="1516885"/>
        <a:ext cx="4282341" cy="825776"/>
      </dsp:txXfrm>
    </dsp:sp>
    <dsp:sp modelId="{3936B9E8-F356-4A39-9F79-9D078FCC0818}">
      <dsp:nvSpPr>
        <dsp:cNvPr id="0" name=""/>
        <dsp:cNvSpPr/>
      </dsp:nvSpPr>
      <dsp:spPr>
        <a:xfrm>
          <a:off x="0" y="3335933"/>
          <a:ext cx="6245265" cy="781200"/>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02B095D-4F21-4403-8DB9-CF541F66D0CC}">
      <dsp:nvSpPr>
        <dsp:cNvPr id="0" name=""/>
        <dsp:cNvSpPr/>
      </dsp:nvSpPr>
      <dsp:spPr>
        <a:xfrm>
          <a:off x="312263" y="2878373"/>
          <a:ext cx="4371685" cy="91512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239" tIns="0" rIns="165239" bIns="0" numCol="1" spcCol="1270" anchor="ctr" anchorCtr="0">
          <a:noAutofit/>
        </a:bodyPr>
        <a:lstStyle/>
        <a:p>
          <a:pPr marL="0" lvl="0" indent="0" algn="l" defTabSz="800100">
            <a:lnSpc>
              <a:spcPct val="100000"/>
            </a:lnSpc>
            <a:spcBef>
              <a:spcPct val="0"/>
            </a:spcBef>
            <a:spcAft>
              <a:spcPct val="35000"/>
            </a:spcAft>
            <a:buNone/>
          </a:pPr>
          <a:r>
            <a:rPr lang="en-US" sz="1800" kern="1200"/>
            <a:t>Control Authentication and Authorization. </a:t>
          </a:r>
          <a:endParaRPr lang="en-US" sz="1800" kern="1200" dirty="0"/>
        </a:p>
      </dsp:txBody>
      <dsp:txXfrm>
        <a:off x="356935" y="2923045"/>
        <a:ext cx="4282341" cy="825776"/>
      </dsp:txXfrm>
    </dsp:sp>
    <dsp:sp modelId="{09BD3B2E-3133-43F6-92E2-FBCEDE79D02A}">
      <dsp:nvSpPr>
        <dsp:cNvPr id="0" name=""/>
        <dsp:cNvSpPr/>
      </dsp:nvSpPr>
      <dsp:spPr>
        <a:xfrm>
          <a:off x="0" y="4742093"/>
          <a:ext cx="6245265" cy="781200"/>
        </a:xfrm>
        <a:prstGeom prst="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F3B94B-9D0C-4FEC-A620-884B80CCFE75}">
      <dsp:nvSpPr>
        <dsp:cNvPr id="0" name=""/>
        <dsp:cNvSpPr/>
      </dsp:nvSpPr>
      <dsp:spPr>
        <a:xfrm>
          <a:off x="312263" y="4284533"/>
          <a:ext cx="4371685" cy="91512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239" tIns="0" rIns="165239" bIns="0" numCol="1" spcCol="1270" anchor="ctr" anchorCtr="0">
          <a:noAutofit/>
        </a:bodyPr>
        <a:lstStyle/>
        <a:p>
          <a:pPr marL="0" lvl="0" indent="0" algn="l" defTabSz="800100">
            <a:lnSpc>
              <a:spcPct val="100000"/>
            </a:lnSpc>
            <a:spcBef>
              <a:spcPct val="0"/>
            </a:spcBef>
            <a:spcAft>
              <a:spcPct val="35000"/>
            </a:spcAft>
            <a:buNone/>
          </a:pPr>
          <a:r>
            <a:rPr lang="en-US" sz="1800" kern="1200"/>
            <a:t>IAM is a global service. </a:t>
          </a:r>
          <a:endParaRPr lang="en-US" sz="1800" kern="1200" dirty="0"/>
        </a:p>
      </dsp:txBody>
      <dsp:txXfrm>
        <a:off x="356935" y="4329205"/>
        <a:ext cx="4282341" cy="8257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2662A3-BA93-47DC-A30A-201331FE8143}">
      <dsp:nvSpPr>
        <dsp:cNvPr id="0" name=""/>
        <dsp:cNvSpPr/>
      </dsp:nvSpPr>
      <dsp:spPr>
        <a:xfrm>
          <a:off x="0" y="0"/>
          <a:ext cx="8097012" cy="783240"/>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baseline="0"/>
            <a:t>Created automatically when AWS account is created</a:t>
          </a:r>
          <a:endParaRPr lang="en-US" sz="2400" kern="1200"/>
        </a:p>
      </dsp:txBody>
      <dsp:txXfrm>
        <a:off x="22940" y="22940"/>
        <a:ext cx="7160195" cy="737360"/>
      </dsp:txXfrm>
    </dsp:sp>
    <dsp:sp modelId="{E1FB0EA5-7988-4234-9B35-0657FB9861F5}">
      <dsp:nvSpPr>
        <dsp:cNvPr id="0" name=""/>
        <dsp:cNvSpPr/>
      </dsp:nvSpPr>
      <dsp:spPr>
        <a:xfrm>
          <a:off x="604647" y="892024"/>
          <a:ext cx="8097012" cy="783240"/>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baseline="0"/>
            <a:t>Has </a:t>
          </a:r>
          <a:r>
            <a:rPr lang="en-US" sz="2400" b="1" i="0" kern="1200" baseline="0"/>
            <a:t>unrestricted access</a:t>
          </a:r>
          <a:r>
            <a:rPr lang="en-US" sz="2400" b="0" i="0" kern="1200" baseline="0"/>
            <a:t> to all AWS resources</a:t>
          </a:r>
          <a:endParaRPr lang="en-US" sz="2400" kern="1200"/>
        </a:p>
      </dsp:txBody>
      <dsp:txXfrm>
        <a:off x="627587" y="914964"/>
        <a:ext cx="6937378" cy="737360"/>
      </dsp:txXfrm>
    </dsp:sp>
    <dsp:sp modelId="{539F644E-8F4A-47FB-A746-24E26DF8F827}">
      <dsp:nvSpPr>
        <dsp:cNvPr id="0" name=""/>
        <dsp:cNvSpPr/>
      </dsp:nvSpPr>
      <dsp:spPr>
        <a:xfrm>
          <a:off x="1209293" y="1784048"/>
          <a:ext cx="8097012" cy="783240"/>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baseline="0"/>
            <a:t>Should not be used for daily tasks</a:t>
          </a:r>
          <a:endParaRPr lang="en-US" sz="2400" kern="1200"/>
        </a:p>
      </dsp:txBody>
      <dsp:txXfrm>
        <a:off x="1232233" y="1806988"/>
        <a:ext cx="6937378" cy="737360"/>
      </dsp:txXfrm>
    </dsp:sp>
    <dsp:sp modelId="{E2108A43-2878-4FF9-BBA0-B8DA805C805D}">
      <dsp:nvSpPr>
        <dsp:cNvPr id="0" name=""/>
        <dsp:cNvSpPr/>
      </dsp:nvSpPr>
      <dsp:spPr>
        <a:xfrm>
          <a:off x="1813940" y="2676072"/>
          <a:ext cx="8097012" cy="783240"/>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baseline="0"/>
            <a:t>Protect with </a:t>
          </a:r>
          <a:r>
            <a:rPr lang="en-US" sz="2400" b="1" i="0" kern="1200" baseline="0"/>
            <a:t>MFA</a:t>
          </a:r>
          <a:r>
            <a:rPr lang="en-US" sz="2400" b="0" i="0" kern="1200" baseline="0"/>
            <a:t> and strong password</a:t>
          </a:r>
          <a:endParaRPr lang="en-US" sz="2400" kern="1200"/>
        </a:p>
      </dsp:txBody>
      <dsp:txXfrm>
        <a:off x="1836880" y="2699012"/>
        <a:ext cx="6937378" cy="737360"/>
      </dsp:txXfrm>
    </dsp:sp>
    <dsp:sp modelId="{92BC6B58-658C-4E46-98D0-B93C9FEE69A8}">
      <dsp:nvSpPr>
        <dsp:cNvPr id="0" name=""/>
        <dsp:cNvSpPr/>
      </dsp:nvSpPr>
      <dsp:spPr>
        <a:xfrm>
          <a:off x="2418587" y="3568097"/>
          <a:ext cx="8097012" cy="783240"/>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baseline="0"/>
            <a:t>Use IAM Users/Roles instead for operations</a:t>
          </a:r>
          <a:endParaRPr lang="en-US" sz="2400" kern="1200"/>
        </a:p>
      </dsp:txBody>
      <dsp:txXfrm>
        <a:off x="2441527" y="3591037"/>
        <a:ext cx="6937378" cy="737360"/>
      </dsp:txXfrm>
    </dsp:sp>
    <dsp:sp modelId="{DE127677-20DE-427E-A681-9783A4B34307}">
      <dsp:nvSpPr>
        <dsp:cNvPr id="0" name=""/>
        <dsp:cNvSpPr/>
      </dsp:nvSpPr>
      <dsp:spPr>
        <a:xfrm>
          <a:off x="7587905" y="572200"/>
          <a:ext cx="509106" cy="509106"/>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7702454" y="572200"/>
        <a:ext cx="280008" cy="383102"/>
      </dsp:txXfrm>
    </dsp:sp>
    <dsp:sp modelId="{68A7C681-6A6B-406F-B088-DCEAE57EB4FC}">
      <dsp:nvSpPr>
        <dsp:cNvPr id="0" name=""/>
        <dsp:cNvSpPr/>
      </dsp:nvSpPr>
      <dsp:spPr>
        <a:xfrm>
          <a:off x="8192552" y="1464225"/>
          <a:ext cx="509106" cy="509106"/>
        </a:xfrm>
        <a:prstGeom prst="downArrow">
          <a:avLst>
            <a:gd name="adj1" fmla="val 55000"/>
            <a:gd name="adj2" fmla="val 45000"/>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8307101" y="1464225"/>
        <a:ext cx="280008" cy="383102"/>
      </dsp:txXfrm>
    </dsp:sp>
    <dsp:sp modelId="{F3E098CC-F2EA-458A-9D51-7AF3155155D6}">
      <dsp:nvSpPr>
        <dsp:cNvPr id="0" name=""/>
        <dsp:cNvSpPr/>
      </dsp:nvSpPr>
      <dsp:spPr>
        <a:xfrm>
          <a:off x="8797199" y="2343195"/>
          <a:ext cx="509106" cy="509106"/>
        </a:xfrm>
        <a:prstGeom prst="downArrow">
          <a:avLst>
            <a:gd name="adj1" fmla="val 55000"/>
            <a:gd name="adj2" fmla="val 45000"/>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8911748" y="2343195"/>
        <a:ext cx="280008" cy="383102"/>
      </dsp:txXfrm>
    </dsp:sp>
    <dsp:sp modelId="{789A4207-02BB-4F42-B818-11198A989554}">
      <dsp:nvSpPr>
        <dsp:cNvPr id="0" name=""/>
        <dsp:cNvSpPr/>
      </dsp:nvSpPr>
      <dsp:spPr>
        <a:xfrm>
          <a:off x="9401846" y="3243922"/>
          <a:ext cx="509106" cy="509106"/>
        </a:xfrm>
        <a:prstGeom prst="downArrow">
          <a:avLst>
            <a:gd name="adj1" fmla="val 55000"/>
            <a:gd name="adj2" fmla="val 45000"/>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9516395" y="3243922"/>
        <a:ext cx="280008" cy="3831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E22534-1FDE-4997-B7B4-5241FA1CD411}">
      <dsp:nvSpPr>
        <dsp:cNvPr id="0" name=""/>
        <dsp:cNvSpPr/>
      </dsp:nvSpPr>
      <dsp:spPr>
        <a:xfrm>
          <a:off x="0" y="0"/>
          <a:ext cx="8097012" cy="783240"/>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baseline="0"/>
            <a:t>Individual identities in AWS</a:t>
          </a:r>
          <a:endParaRPr lang="en-US" sz="2000" kern="1200"/>
        </a:p>
      </dsp:txBody>
      <dsp:txXfrm>
        <a:off x="22940" y="22940"/>
        <a:ext cx="7160195" cy="737360"/>
      </dsp:txXfrm>
    </dsp:sp>
    <dsp:sp modelId="{C385874C-EC71-434A-9E2A-AC982CEF9076}">
      <dsp:nvSpPr>
        <dsp:cNvPr id="0" name=""/>
        <dsp:cNvSpPr/>
      </dsp:nvSpPr>
      <dsp:spPr>
        <a:xfrm>
          <a:off x="604647" y="892024"/>
          <a:ext cx="8097012" cy="783240"/>
        </a:xfrm>
        <a:prstGeom prst="roundRect">
          <a:avLst>
            <a:gd name="adj" fmla="val 10000"/>
          </a:avLst>
        </a:prstGeom>
        <a:solidFill>
          <a:schemeClr val="accent2">
            <a:hueOff val="1418782"/>
            <a:satOff val="3844"/>
            <a:lumOff val="-30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baseline="0"/>
            <a:t>Have credentials: username/password or access keys</a:t>
          </a:r>
          <a:endParaRPr lang="en-US" sz="2000" kern="1200"/>
        </a:p>
      </dsp:txBody>
      <dsp:txXfrm>
        <a:off x="627587" y="914964"/>
        <a:ext cx="6937378" cy="737360"/>
      </dsp:txXfrm>
    </dsp:sp>
    <dsp:sp modelId="{AAD58824-066D-464C-935F-2E8A9295565F}">
      <dsp:nvSpPr>
        <dsp:cNvPr id="0" name=""/>
        <dsp:cNvSpPr/>
      </dsp:nvSpPr>
      <dsp:spPr>
        <a:xfrm>
          <a:off x="1209293" y="1784048"/>
          <a:ext cx="8097012" cy="783240"/>
        </a:xfrm>
        <a:prstGeom prst="roundRect">
          <a:avLst>
            <a:gd name="adj" fmla="val 10000"/>
          </a:avLst>
        </a:prstGeom>
        <a:solidFill>
          <a:schemeClr val="accent2">
            <a:hueOff val="2837564"/>
            <a:satOff val="7688"/>
            <a:lumOff val="-607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baseline="0"/>
            <a:t>Assigned permissions using policies</a:t>
          </a:r>
          <a:endParaRPr lang="en-US" sz="2000" kern="1200"/>
        </a:p>
      </dsp:txBody>
      <dsp:txXfrm>
        <a:off x="1232233" y="1806988"/>
        <a:ext cx="6937378" cy="737360"/>
      </dsp:txXfrm>
    </dsp:sp>
    <dsp:sp modelId="{9EB17230-6027-4AED-8A72-A90605E1FE53}">
      <dsp:nvSpPr>
        <dsp:cNvPr id="0" name=""/>
        <dsp:cNvSpPr/>
      </dsp:nvSpPr>
      <dsp:spPr>
        <a:xfrm>
          <a:off x="1813940" y="2676072"/>
          <a:ext cx="8097012" cy="783240"/>
        </a:xfrm>
        <a:prstGeom prst="roundRect">
          <a:avLst>
            <a:gd name="adj" fmla="val 10000"/>
          </a:avLst>
        </a:prstGeom>
        <a:solidFill>
          <a:schemeClr val="accent2">
            <a:hueOff val="4256346"/>
            <a:satOff val="11531"/>
            <a:lumOff val="-911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baseline="0"/>
            <a:t>Best practice: assign users to </a:t>
          </a:r>
          <a:r>
            <a:rPr lang="en-US" sz="2000" b="1" i="0" kern="1200" baseline="0"/>
            <a:t>Groups</a:t>
          </a:r>
          <a:r>
            <a:rPr lang="en-US" sz="2000" b="0" i="0" kern="1200" baseline="0"/>
            <a:t>, not policies directly</a:t>
          </a:r>
          <a:endParaRPr lang="en-US" sz="2000" kern="1200"/>
        </a:p>
      </dsp:txBody>
      <dsp:txXfrm>
        <a:off x="1836880" y="2699012"/>
        <a:ext cx="6937378" cy="737360"/>
      </dsp:txXfrm>
    </dsp:sp>
    <dsp:sp modelId="{3BF274AD-7060-47E8-B34B-DA6145CA305E}">
      <dsp:nvSpPr>
        <dsp:cNvPr id="0" name=""/>
        <dsp:cNvSpPr/>
      </dsp:nvSpPr>
      <dsp:spPr>
        <a:xfrm>
          <a:off x="2418587" y="3568097"/>
          <a:ext cx="8097012" cy="783240"/>
        </a:xfrm>
        <a:prstGeom prst="roundRect">
          <a:avLst>
            <a:gd name="adj" fmla="val 10000"/>
          </a:avLst>
        </a:prstGeom>
        <a:solidFill>
          <a:schemeClr val="accent2">
            <a:hueOff val="5675128"/>
            <a:satOff val="15375"/>
            <a:lumOff val="-1215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baseline="0"/>
            <a:t>Used for developers, admins, or applications (programmatic access)</a:t>
          </a:r>
          <a:endParaRPr lang="en-US" sz="2000" kern="1200"/>
        </a:p>
      </dsp:txBody>
      <dsp:txXfrm>
        <a:off x="2441527" y="3591037"/>
        <a:ext cx="6937378" cy="737360"/>
      </dsp:txXfrm>
    </dsp:sp>
    <dsp:sp modelId="{023A8FEC-BE9F-431D-9DC5-0F1D8E6B15E2}">
      <dsp:nvSpPr>
        <dsp:cNvPr id="0" name=""/>
        <dsp:cNvSpPr/>
      </dsp:nvSpPr>
      <dsp:spPr>
        <a:xfrm>
          <a:off x="7587905" y="572200"/>
          <a:ext cx="509106" cy="509106"/>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7702454" y="572200"/>
        <a:ext cx="280008" cy="383102"/>
      </dsp:txXfrm>
    </dsp:sp>
    <dsp:sp modelId="{DDBDEC5E-0E7C-433B-8684-3B2F768AF2B8}">
      <dsp:nvSpPr>
        <dsp:cNvPr id="0" name=""/>
        <dsp:cNvSpPr/>
      </dsp:nvSpPr>
      <dsp:spPr>
        <a:xfrm>
          <a:off x="8192552" y="1464225"/>
          <a:ext cx="509106" cy="509106"/>
        </a:xfrm>
        <a:prstGeom prst="downArrow">
          <a:avLst>
            <a:gd name="adj1" fmla="val 55000"/>
            <a:gd name="adj2" fmla="val 45000"/>
          </a:avLst>
        </a:prstGeom>
        <a:solidFill>
          <a:schemeClr val="accent2">
            <a:tint val="40000"/>
            <a:alpha val="90000"/>
            <a:hueOff val="1951713"/>
            <a:satOff val="-3788"/>
            <a:lumOff val="-656"/>
            <a:alphaOff val="0"/>
          </a:schemeClr>
        </a:solidFill>
        <a:ln w="19050" cap="flat" cmpd="sng" algn="ctr">
          <a:solidFill>
            <a:schemeClr val="accent2">
              <a:tint val="40000"/>
              <a:alpha val="90000"/>
              <a:hueOff val="1951713"/>
              <a:satOff val="-3788"/>
              <a:lumOff val="-65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8307101" y="1464225"/>
        <a:ext cx="280008" cy="383102"/>
      </dsp:txXfrm>
    </dsp:sp>
    <dsp:sp modelId="{B5EE58EC-0817-4574-80D1-9084976575DB}">
      <dsp:nvSpPr>
        <dsp:cNvPr id="0" name=""/>
        <dsp:cNvSpPr/>
      </dsp:nvSpPr>
      <dsp:spPr>
        <a:xfrm>
          <a:off x="8797199" y="2343195"/>
          <a:ext cx="509106" cy="509106"/>
        </a:xfrm>
        <a:prstGeom prst="downArrow">
          <a:avLst>
            <a:gd name="adj1" fmla="val 55000"/>
            <a:gd name="adj2" fmla="val 45000"/>
          </a:avLst>
        </a:prstGeom>
        <a:solidFill>
          <a:schemeClr val="accent2">
            <a:tint val="40000"/>
            <a:alpha val="90000"/>
            <a:hueOff val="3903425"/>
            <a:satOff val="-7576"/>
            <a:lumOff val="-1313"/>
            <a:alphaOff val="0"/>
          </a:schemeClr>
        </a:solidFill>
        <a:ln w="19050" cap="flat" cmpd="sng" algn="ctr">
          <a:solidFill>
            <a:schemeClr val="accent2">
              <a:tint val="40000"/>
              <a:alpha val="90000"/>
              <a:hueOff val="3903425"/>
              <a:satOff val="-7576"/>
              <a:lumOff val="-13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8911748" y="2343195"/>
        <a:ext cx="280008" cy="383102"/>
      </dsp:txXfrm>
    </dsp:sp>
    <dsp:sp modelId="{0CE9275D-4EBB-4C7D-9A16-E03BF437B7DF}">
      <dsp:nvSpPr>
        <dsp:cNvPr id="0" name=""/>
        <dsp:cNvSpPr/>
      </dsp:nvSpPr>
      <dsp:spPr>
        <a:xfrm>
          <a:off x="9401846" y="3243922"/>
          <a:ext cx="509106" cy="509106"/>
        </a:xfrm>
        <a:prstGeom prst="downArrow">
          <a:avLst>
            <a:gd name="adj1" fmla="val 55000"/>
            <a:gd name="adj2" fmla="val 45000"/>
          </a:avLst>
        </a:prstGeom>
        <a:solidFill>
          <a:schemeClr val="accent2">
            <a:tint val="40000"/>
            <a:alpha val="90000"/>
            <a:hueOff val="5855138"/>
            <a:satOff val="-11364"/>
            <a:lumOff val="-1969"/>
            <a:alphaOff val="0"/>
          </a:schemeClr>
        </a:solidFill>
        <a:ln w="19050" cap="flat" cmpd="sng" algn="ctr">
          <a:solidFill>
            <a:schemeClr val="accent2">
              <a:tint val="40000"/>
              <a:alpha val="90000"/>
              <a:hueOff val="5855138"/>
              <a:satOff val="-11364"/>
              <a:lumOff val="-19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9516395" y="3243922"/>
        <a:ext cx="280008" cy="38310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83B33D-4F81-4D27-8BE3-C4B2E557ED07}" type="datetimeFigureOut">
              <a:rPr lang="en-IN" smtClean="0"/>
              <a:t>18-10-2025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4C894-A466-4B4F-8355-75A011A73272}" type="slidenum">
              <a:rPr lang="en-IN" smtClean="0"/>
              <a:t>‹#›</a:t>
            </a:fld>
            <a:endParaRPr lang="en-IN"/>
          </a:p>
        </p:txBody>
      </p:sp>
    </p:spTree>
    <p:extLst>
      <p:ext uri="{BB962C8B-B14F-4D97-AF65-F5344CB8AC3E}">
        <p14:creationId xmlns:p14="http://schemas.microsoft.com/office/powerpoint/2010/main" val="2792608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Whenever we talk about AWS security, the very first service that comes into play is IAM. IAM is like the security guard of AWS — it decides </a:t>
            </a:r>
            <a:r>
              <a:rPr lang="en-US" i="1" dirty="0"/>
              <a:t>who can enter</a:t>
            </a:r>
            <a:r>
              <a:rPr lang="en-US" dirty="0"/>
              <a:t>, </a:t>
            </a:r>
            <a:r>
              <a:rPr lang="en-US" i="1" dirty="0"/>
              <a:t>what they can access</a:t>
            </a:r>
            <a:r>
              <a:rPr lang="en-US" dirty="0"/>
              <a:t>, and </a:t>
            </a:r>
            <a:r>
              <a:rPr lang="en-US" i="1" dirty="0"/>
              <a:t>what actions they can perform</a:t>
            </a:r>
            <a:r>
              <a:rPr lang="en-US" dirty="0"/>
              <a:t>. Without IAM, managing access in AWS would be impossible</a:t>
            </a:r>
            <a:endParaRPr lang="en-IN" dirty="0"/>
          </a:p>
        </p:txBody>
      </p:sp>
      <p:sp>
        <p:nvSpPr>
          <p:cNvPr id="4" name="Slide Number Placeholder 3"/>
          <p:cNvSpPr>
            <a:spLocks noGrp="1"/>
          </p:cNvSpPr>
          <p:nvPr>
            <p:ph type="sldNum" sz="quarter" idx="5"/>
          </p:nvPr>
        </p:nvSpPr>
        <p:spPr/>
        <p:txBody>
          <a:bodyPr/>
          <a:lstStyle/>
          <a:p>
            <a:fld id="{6074C894-A466-4B4F-8355-75A011A73272}" type="slidenum">
              <a:rPr lang="en-IN" smtClean="0"/>
              <a:t>1</a:t>
            </a:fld>
            <a:endParaRPr lang="en-IN"/>
          </a:p>
        </p:txBody>
      </p:sp>
    </p:spTree>
    <p:extLst>
      <p:ext uri="{BB962C8B-B14F-4D97-AF65-F5344CB8AC3E}">
        <p14:creationId xmlns:p14="http://schemas.microsoft.com/office/powerpoint/2010/main" val="462624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IAM helps us </a:t>
            </a:r>
            <a:r>
              <a:rPr lang="en-US" b="1" dirty="0"/>
              <a:t>securely control access</a:t>
            </a:r>
            <a:r>
              <a:rPr lang="en-US" dirty="0"/>
              <a:t> to AWS resources. It basically answers </a:t>
            </a:r>
            <a:r>
              <a:rPr lang="en-US" i="1" dirty="0"/>
              <a:t>who can access what</a:t>
            </a:r>
            <a:r>
              <a:rPr lang="en-US" dirty="0"/>
              <a:t> inside AWS. Using IAM, we control two things — authentication, which is about signing in, and authorization, which is about what actions are allowed. One more key point is that IAM is a </a:t>
            </a:r>
            <a:r>
              <a:rPr lang="en-US" b="1" dirty="0"/>
              <a:t>global service</a:t>
            </a:r>
            <a:r>
              <a:rPr lang="en-US" dirty="0"/>
              <a:t>, so it’s not limited to a region like EC2 or S3.</a:t>
            </a:r>
            <a:endParaRPr lang="en-IN" dirty="0"/>
          </a:p>
        </p:txBody>
      </p:sp>
      <p:sp>
        <p:nvSpPr>
          <p:cNvPr id="4" name="Slide Number Placeholder 3"/>
          <p:cNvSpPr>
            <a:spLocks noGrp="1"/>
          </p:cNvSpPr>
          <p:nvPr>
            <p:ph type="sldNum" sz="quarter" idx="5"/>
          </p:nvPr>
        </p:nvSpPr>
        <p:spPr/>
        <p:txBody>
          <a:bodyPr/>
          <a:lstStyle/>
          <a:p>
            <a:fld id="{6074C894-A466-4B4F-8355-75A011A73272}" type="slidenum">
              <a:rPr lang="en-IN" smtClean="0"/>
              <a:t>2</a:t>
            </a:fld>
            <a:endParaRPr lang="en-IN"/>
          </a:p>
        </p:txBody>
      </p:sp>
    </p:spTree>
    <p:extLst>
      <p:ext uri="{BB962C8B-B14F-4D97-AF65-F5344CB8AC3E}">
        <p14:creationId xmlns:p14="http://schemas.microsoft.com/office/powerpoint/2010/main" val="26096653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root user</a:t>
            </a:r>
            <a:r>
              <a:rPr lang="en-US" dirty="0"/>
              <a:t> is the account that gets created when you first set up AWS. It has </a:t>
            </a:r>
            <a:r>
              <a:rPr lang="en-US" b="1" dirty="0"/>
              <a:t>full, unrestricted access</a:t>
            </a:r>
            <a:r>
              <a:rPr lang="en-US" dirty="0"/>
              <a:t> to everything in AWS, including billing and account settings. Because of this power, AWS best practice is </a:t>
            </a:r>
            <a:r>
              <a:rPr lang="en-US" b="1" dirty="0"/>
              <a:t>never to use the root user for day-to-day tasks</a:t>
            </a:r>
            <a:r>
              <a:rPr lang="en-US" dirty="0"/>
              <a:t>. Instead, we create IAM users and roles for regular operations. The root user should only be used for very specific activities, like changing billing info or closing the account. Also, always secure the root user with </a:t>
            </a:r>
            <a:r>
              <a:rPr lang="en-US" b="1" dirty="0"/>
              <a:t>multi-factor authentication</a:t>
            </a:r>
            <a:endParaRPr lang="en-IN" dirty="0"/>
          </a:p>
        </p:txBody>
      </p:sp>
      <p:sp>
        <p:nvSpPr>
          <p:cNvPr id="4" name="Slide Number Placeholder 3"/>
          <p:cNvSpPr>
            <a:spLocks noGrp="1"/>
          </p:cNvSpPr>
          <p:nvPr>
            <p:ph type="sldNum" sz="quarter" idx="5"/>
          </p:nvPr>
        </p:nvSpPr>
        <p:spPr/>
        <p:txBody>
          <a:bodyPr/>
          <a:lstStyle/>
          <a:p>
            <a:fld id="{6074C894-A466-4B4F-8355-75A011A73272}" type="slidenum">
              <a:rPr lang="en-IN" smtClean="0"/>
              <a:t>3</a:t>
            </a:fld>
            <a:endParaRPr lang="en-IN"/>
          </a:p>
        </p:txBody>
      </p:sp>
    </p:spTree>
    <p:extLst>
      <p:ext uri="{BB962C8B-B14F-4D97-AF65-F5344CB8AC3E}">
        <p14:creationId xmlns:p14="http://schemas.microsoft.com/office/powerpoint/2010/main" val="14327997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IAM Users represent </a:t>
            </a:r>
            <a:r>
              <a:rPr lang="en-US" b="1" dirty="0"/>
              <a:t>individual identities</a:t>
            </a:r>
            <a:r>
              <a:rPr lang="en-US" dirty="0"/>
              <a:t> inside an AWS account. They can sign in with a username and password, or access programmatically using access keys. Permissions for users are managed through </a:t>
            </a:r>
            <a:r>
              <a:rPr lang="en-US" b="1" dirty="0"/>
              <a:t>policies</a:t>
            </a:r>
            <a:r>
              <a:rPr lang="en-US" dirty="0"/>
              <a:t>, but the best practice is to assign them to a </a:t>
            </a:r>
            <a:r>
              <a:rPr lang="en-US" b="1" dirty="0"/>
              <a:t>group</a:t>
            </a:r>
            <a:r>
              <a:rPr lang="en-US" dirty="0"/>
              <a:t> and give policies to the group instead of attaching policies directly to each user. Typically, IAM users are created for developers, administrators, or applications that need direct AWS access</a:t>
            </a:r>
            <a:endParaRPr lang="en-IN" dirty="0"/>
          </a:p>
        </p:txBody>
      </p:sp>
      <p:sp>
        <p:nvSpPr>
          <p:cNvPr id="4" name="Slide Number Placeholder 3"/>
          <p:cNvSpPr>
            <a:spLocks noGrp="1"/>
          </p:cNvSpPr>
          <p:nvPr>
            <p:ph type="sldNum" sz="quarter" idx="5"/>
          </p:nvPr>
        </p:nvSpPr>
        <p:spPr/>
        <p:txBody>
          <a:bodyPr/>
          <a:lstStyle/>
          <a:p>
            <a:fld id="{6074C894-A466-4B4F-8355-75A011A73272}" type="slidenum">
              <a:rPr lang="en-IN" smtClean="0"/>
              <a:t>4</a:t>
            </a:fld>
            <a:endParaRPr lang="en-IN"/>
          </a:p>
        </p:txBody>
      </p:sp>
    </p:spTree>
    <p:extLst>
      <p:ext uri="{BB962C8B-B14F-4D97-AF65-F5344CB8AC3E}">
        <p14:creationId xmlns:p14="http://schemas.microsoft.com/office/powerpoint/2010/main" val="3457501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074C894-A466-4B4F-8355-75A011A73272}" type="slidenum">
              <a:rPr lang="en-IN" smtClean="0"/>
              <a:t>5</a:t>
            </a:fld>
            <a:endParaRPr lang="en-IN"/>
          </a:p>
        </p:txBody>
      </p:sp>
    </p:spTree>
    <p:extLst>
      <p:ext uri="{BB962C8B-B14F-4D97-AF65-F5344CB8AC3E}">
        <p14:creationId xmlns:p14="http://schemas.microsoft.com/office/powerpoint/2010/main" val="26914439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074C894-A466-4B4F-8355-75A011A73272}" type="slidenum">
              <a:rPr lang="en-IN" smtClean="0"/>
              <a:t>6</a:t>
            </a:fld>
            <a:endParaRPr lang="en-IN"/>
          </a:p>
        </p:txBody>
      </p:sp>
    </p:spTree>
    <p:extLst>
      <p:ext uri="{BB962C8B-B14F-4D97-AF65-F5344CB8AC3E}">
        <p14:creationId xmlns:p14="http://schemas.microsoft.com/office/powerpoint/2010/main" val="712217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27474-4E7E-CF4C-D9BD-32582DDC08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679742F-1BB5-4B50-5BFB-A280ADBE54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9BA0CD2-BA1E-3A84-AB18-F30054B39C35}"/>
              </a:ext>
            </a:extLst>
          </p:cNvPr>
          <p:cNvSpPr>
            <a:spLocks noGrp="1"/>
          </p:cNvSpPr>
          <p:nvPr>
            <p:ph type="dt" sz="half" idx="10"/>
          </p:nvPr>
        </p:nvSpPr>
        <p:spPr/>
        <p:txBody>
          <a:bodyPr/>
          <a:lstStyle/>
          <a:p>
            <a:fld id="{CCC84E97-1F22-4779-8C9F-944656702DF5}" type="datetimeFigureOut">
              <a:rPr lang="en-IN" smtClean="0"/>
              <a:t>18-10-2025</a:t>
            </a:fld>
            <a:endParaRPr lang="en-IN"/>
          </a:p>
        </p:txBody>
      </p:sp>
      <p:sp>
        <p:nvSpPr>
          <p:cNvPr id="5" name="Footer Placeholder 4">
            <a:extLst>
              <a:ext uri="{FF2B5EF4-FFF2-40B4-BE49-F238E27FC236}">
                <a16:creationId xmlns:a16="http://schemas.microsoft.com/office/drawing/2014/main" id="{8B659EC9-4898-D5CD-4D56-973DF19D55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0BCBBE-A210-2680-0003-81355BEF170B}"/>
              </a:ext>
            </a:extLst>
          </p:cNvPr>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4076225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5A590-FEDB-B152-E8B5-DB050BFE441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F4EC4D1-0F59-5CCA-C992-217547CF1F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BC93BC-5849-7E0E-28E2-B71F8F9503D5}"/>
              </a:ext>
            </a:extLst>
          </p:cNvPr>
          <p:cNvSpPr>
            <a:spLocks noGrp="1"/>
          </p:cNvSpPr>
          <p:nvPr>
            <p:ph type="dt" sz="half" idx="10"/>
          </p:nvPr>
        </p:nvSpPr>
        <p:spPr/>
        <p:txBody>
          <a:bodyPr/>
          <a:lstStyle/>
          <a:p>
            <a:fld id="{CCC84E97-1F22-4779-8C9F-944656702DF5}" type="datetimeFigureOut">
              <a:rPr lang="en-IN" smtClean="0"/>
              <a:t>18-10-2025</a:t>
            </a:fld>
            <a:endParaRPr lang="en-IN"/>
          </a:p>
        </p:txBody>
      </p:sp>
      <p:sp>
        <p:nvSpPr>
          <p:cNvPr id="5" name="Footer Placeholder 4">
            <a:extLst>
              <a:ext uri="{FF2B5EF4-FFF2-40B4-BE49-F238E27FC236}">
                <a16:creationId xmlns:a16="http://schemas.microsoft.com/office/drawing/2014/main" id="{F32D6D31-60AE-8ABA-2A24-057035CBD6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94BA5D-4F03-658A-DFD0-05EA76417078}"/>
              </a:ext>
            </a:extLst>
          </p:cNvPr>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2960550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01ECF-EF55-6A68-9326-64BC04C7C1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87CE669-163E-A3EF-BB0E-C782FC00DF2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8FCAB4-83E9-D755-20C6-DAFFEF15E618}"/>
              </a:ext>
            </a:extLst>
          </p:cNvPr>
          <p:cNvSpPr>
            <a:spLocks noGrp="1"/>
          </p:cNvSpPr>
          <p:nvPr>
            <p:ph type="dt" sz="half" idx="10"/>
          </p:nvPr>
        </p:nvSpPr>
        <p:spPr/>
        <p:txBody>
          <a:bodyPr/>
          <a:lstStyle/>
          <a:p>
            <a:fld id="{CCC84E97-1F22-4779-8C9F-944656702DF5}" type="datetimeFigureOut">
              <a:rPr lang="en-IN" smtClean="0"/>
              <a:t>18-10-2025</a:t>
            </a:fld>
            <a:endParaRPr lang="en-IN"/>
          </a:p>
        </p:txBody>
      </p:sp>
      <p:sp>
        <p:nvSpPr>
          <p:cNvPr id="5" name="Footer Placeholder 4">
            <a:extLst>
              <a:ext uri="{FF2B5EF4-FFF2-40B4-BE49-F238E27FC236}">
                <a16:creationId xmlns:a16="http://schemas.microsoft.com/office/drawing/2014/main" id="{0B8275B5-148A-3A14-6378-46B6A8E583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F96042-5DCE-C079-4367-98194FE4C0A5}"/>
              </a:ext>
            </a:extLst>
          </p:cNvPr>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1497294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867DD-8043-D129-DDB6-40A77FE52D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1786A8F-DA95-301F-0258-E53B83D9C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DC1BFB9-CDE1-E6C9-C236-FA3A34615C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CEEC504-B9D5-5461-A3D7-4CCE438CC0DA}"/>
              </a:ext>
            </a:extLst>
          </p:cNvPr>
          <p:cNvSpPr>
            <a:spLocks noGrp="1"/>
          </p:cNvSpPr>
          <p:nvPr>
            <p:ph type="dt" sz="half" idx="10"/>
          </p:nvPr>
        </p:nvSpPr>
        <p:spPr/>
        <p:txBody>
          <a:bodyPr/>
          <a:lstStyle/>
          <a:p>
            <a:fld id="{CCC84E97-1F22-4779-8C9F-944656702DF5}" type="datetimeFigureOut">
              <a:rPr lang="en-IN" smtClean="0"/>
              <a:t>18-10-2025</a:t>
            </a:fld>
            <a:endParaRPr lang="en-IN"/>
          </a:p>
        </p:txBody>
      </p:sp>
      <p:sp>
        <p:nvSpPr>
          <p:cNvPr id="6" name="Footer Placeholder 5">
            <a:extLst>
              <a:ext uri="{FF2B5EF4-FFF2-40B4-BE49-F238E27FC236}">
                <a16:creationId xmlns:a16="http://schemas.microsoft.com/office/drawing/2014/main" id="{CC1DC3AB-E978-F706-141B-7288A66899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3DA2E6-5561-659E-E908-910381E53710}"/>
              </a:ext>
            </a:extLst>
          </p:cNvPr>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113275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310B2-6D06-453B-7E90-FA82C1C567D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E76F3F6-6F6D-C8BF-C47B-0F5C6C4827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01420A-3BB3-B2BD-C906-1F4FFF98CE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072F2F6-3F05-E796-4413-2269D81E65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08FC6F-D989-8ACD-164D-8E0FAB0CBA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0791E5D-7F20-574D-0A3B-12CF1B84EF94}"/>
              </a:ext>
            </a:extLst>
          </p:cNvPr>
          <p:cNvSpPr>
            <a:spLocks noGrp="1"/>
          </p:cNvSpPr>
          <p:nvPr>
            <p:ph type="dt" sz="half" idx="10"/>
          </p:nvPr>
        </p:nvSpPr>
        <p:spPr/>
        <p:txBody>
          <a:bodyPr/>
          <a:lstStyle/>
          <a:p>
            <a:fld id="{CCC84E97-1F22-4779-8C9F-944656702DF5}" type="datetimeFigureOut">
              <a:rPr lang="en-IN" smtClean="0"/>
              <a:t>18-10-2025</a:t>
            </a:fld>
            <a:endParaRPr lang="en-IN"/>
          </a:p>
        </p:txBody>
      </p:sp>
      <p:sp>
        <p:nvSpPr>
          <p:cNvPr id="8" name="Footer Placeholder 7">
            <a:extLst>
              <a:ext uri="{FF2B5EF4-FFF2-40B4-BE49-F238E27FC236}">
                <a16:creationId xmlns:a16="http://schemas.microsoft.com/office/drawing/2014/main" id="{4DF398A9-FA19-D1B3-2D97-987C6C97DEF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277F093-C801-155E-BC55-46DDF90F53BF}"/>
              </a:ext>
            </a:extLst>
          </p:cNvPr>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1385882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A40E2-F1AE-AF27-B08D-2F9C56EDC30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953E90A-A6A9-5FB9-AF9B-99C9ABE85C44}"/>
              </a:ext>
            </a:extLst>
          </p:cNvPr>
          <p:cNvSpPr>
            <a:spLocks noGrp="1"/>
          </p:cNvSpPr>
          <p:nvPr>
            <p:ph type="dt" sz="half" idx="10"/>
          </p:nvPr>
        </p:nvSpPr>
        <p:spPr/>
        <p:txBody>
          <a:bodyPr/>
          <a:lstStyle/>
          <a:p>
            <a:fld id="{CCC84E97-1F22-4779-8C9F-944656702DF5}" type="datetimeFigureOut">
              <a:rPr lang="en-IN" smtClean="0"/>
              <a:t>18-10-2025</a:t>
            </a:fld>
            <a:endParaRPr lang="en-IN"/>
          </a:p>
        </p:txBody>
      </p:sp>
      <p:sp>
        <p:nvSpPr>
          <p:cNvPr id="4" name="Footer Placeholder 3">
            <a:extLst>
              <a:ext uri="{FF2B5EF4-FFF2-40B4-BE49-F238E27FC236}">
                <a16:creationId xmlns:a16="http://schemas.microsoft.com/office/drawing/2014/main" id="{F2B8079F-50EB-777E-0C99-7963DF5ED85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0FBBB03-F219-C6FD-368F-01A895247635}"/>
              </a:ext>
            </a:extLst>
          </p:cNvPr>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1905578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9481EB-FE19-8ACC-995B-39A23420C2C4}"/>
              </a:ext>
            </a:extLst>
          </p:cNvPr>
          <p:cNvSpPr>
            <a:spLocks noGrp="1"/>
          </p:cNvSpPr>
          <p:nvPr>
            <p:ph type="dt" sz="half" idx="10"/>
          </p:nvPr>
        </p:nvSpPr>
        <p:spPr/>
        <p:txBody>
          <a:bodyPr/>
          <a:lstStyle/>
          <a:p>
            <a:fld id="{CCC84E97-1F22-4779-8C9F-944656702DF5}" type="datetimeFigureOut">
              <a:rPr lang="en-IN" smtClean="0"/>
              <a:t>18-10-2025</a:t>
            </a:fld>
            <a:endParaRPr lang="en-IN"/>
          </a:p>
        </p:txBody>
      </p:sp>
      <p:sp>
        <p:nvSpPr>
          <p:cNvPr id="3" name="Footer Placeholder 2">
            <a:extLst>
              <a:ext uri="{FF2B5EF4-FFF2-40B4-BE49-F238E27FC236}">
                <a16:creationId xmlns:a16="http://schemas.microsoft.com/office/drawing/2014/main" id="{2F21A6FC-CB60-6DEE-F446-C9D1691537A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F428E41-AABE-F3B3-33C1-373B6E278B4D}"/>
              </a:ext>
            </a:extLst>
          </p:cNvPr>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1788322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9BBDA-2352-07CC-BA66-44D93A43F7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4E98375-22DA-9ACC-693E-0978631F53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F7B45B3-78D3-55BC-2713-C92F766D2A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D34263-6B37-2284-F3B6-6BD9A5F46D90}"/>
              </a:ext>
            </a:extLst>
          </p:cNvPr>
          <p:cNvSpPr>
            <a:spLocks noGrp="1"/>
          </p:cNvSpPr>
          <p:nvPr>
            <p:ph type="dt" sz="half" idx="10"/>
          </p:nvPr>
        </p:nvSpPr>
        <p:spPr/>
        <p:txBody>
          <a:bodyPr/>
          <a:lstStyle/>
          <a:p>
            <a:fld id="{CCC84E97-1F22-4779-8C9F-944656702DF5}" type="datetimeFigureOut">
              <a:rPr lang="en-IN" smtClean="0"/>
              <a:t>18-10-2025</a:t>
            </a:fld>
            <a:endParaRPr lang="en-IN"/>
          </a:p>
        </p:txBody>
      </p:sp>
      <p:sp>
        <p:nvSpPr>
          <p:cNvPr id="6" name="Footer Placeholder 5">
            <a:extLst>
              <a:ext uri="{FF2B5EF4-FFF2-40B4-BE49-F238E27FC236}">
                <a16:creationId xmlns:a16="http://schemas.microsoft.com/office/drawing/2014/main" id="{8D99C7C5-DA0D-B899-737F-63251613C5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0D9140-E83E-4D5B-A6E4-468BE907FF4A}"/>
              </a:ext>
            </a:extLst>
          </p:cNvPr>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2142502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854DC-F4DE-5ABC-3759-45950D106C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A6FC780-DBEF-FE5E-2F64-BCFD293D7D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D327BFB-B24E-8E84-F456-236D4418AE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B17BE0-9D17-627B-7D22-BD6428E27C26}"/>
              </a:ext>
            </a:extLst>
          </p:cNvPr>
          <p:cNvSpPr>
            <a:spLocks noGrp="1"/>
          </p:cNvSpPr>
          <p:nvPr>
            <p:ph type="dt" sz="half" idx="10"/>
          </p:nvPr>
        </p:nvSpPr>
        <p:spPr/>
        <p:txBody>
          <a:bodyPr/>
          <a:lstStyle/>
          <a:p>
            <a:fld id="{CCC84E97-1F22-4779-8C9F-944656702DF5}" type="datetimeFigureOut">
              <a:rPr lang="en-IN" smtClean="0"/>
              <a:t>18-10-2025</a:t>
            </a:fld>
            <a:endParaRPr lang="en-IN"/>
          </a:p>
        </p:txBody>
      </p:sp>
      <p:sp>
        <p:nvSpPr>
          <p:cNvPr id="6" name="Footer Placeholder 5">
            <a:extLst>
              <a:ext uri="{FF2B5EF4-FFF2-40B4-BE49-F238E27FC236}">
                <a16:creationId xmlns:a16="http://schemas.microsoft.com/office/drawing/2014/main" id="{1E4D1B7B-E5E4-8C7B-6710-A6E9C769F2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9F1375-C1FC-CF42-DB9A-C8FAD6443B86}"/>
              </a:ext>
            </a:extLst>
          </p:cNvPr>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3268077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81345-679A-8756-D1CB-D0BC48ECA62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B8E439-0C81-4966-801B-C7787C2CBD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8FD7B7-6E51-CFD8-943F-B53C2A4FA224}"/>
              </a:ext>
            </a:extLst>
          </p:cNvPr>
          <p:cNvSpPr>
            <a:spLocks noGrp="1"/>
          </p:cNvSpPr>
          <p:nvPr>
            <p:ph type="dt" sz="half" idx="10"/>
          </p:nvPr>
        </p:nvSpPr>
        <p:spPr/>
        <p:txBody>
          <a:bodyPr/>
          <a:lstStyle/>
          <a:p>
            <a:fld id="{CCC84E97-1F22-4779-8C9F-944656702DF5}" type="datetimeFigureOut">
              <a:rPr lang="en-IN" smtClean="0"/>
              <a:t>18-10-2025</a:t>
            </a:fld>
            <a:endParaRPr lang="en-IN"/>
          </a:p>
        </p:txBody>
      </p:sp>
      <p:sp>
        <p:nvSpPr>
          <p:cNvPr id="5" name="Footer Placeholder 4">
            <a:extLst>
              <a:ext uri="{FF2B5EF4-FFF2-40B4-BE49-F238E27FC236}">
                <a16:creationId xmlns:a16="http://schemas.microsoft.com/office/drawing/2014/main" id="{32B3B5DA-76D2-8AC7-BD1E-BA1FD15AAB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60107F-DB07-9799-732E-6B5B4FAAB332}"/>
              </a:ext>
            </a:extLst>
          </p:cNvPr>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1418476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849671-F28E-311E-9E93-A0D3D27C3B9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0B208B-18DC-F1DE-C54D-DC7595ED0E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453A85-956E-9FFF-D19A-6FBCBC773ADC}"/>
              </a:ext>
            </a:extLst>
          </p:cNvPr>
          <p:cNvSpPr>
            <a:spLocks noGrp="1"/>
          </p:cNvSpPr>
          <p:nvPr>
            <p:ph type="dt" sz="half" idx="10"/>
          </p:nvPr>
        </p:nvSpPr>
        <p:spPr/>
        <p:txBody>
          <a:bodyPr/>
          <a:lstStyle/>
          <a:p>
            <a:fld id="{CCC84E97-1F22-4779-8C9F-944656702DF5}" type="datetimeFigureOut">
              <a:rPr lang="en-IN" smtClean="0"/>
              <a:t>18-10-2025</a:t>
            </a:fld>
            <a:endParaRPr lang="en-IN"/>
          </a:p>
        </p:txBody>
      </p:sp>
      <p:sp>
        <p:nvSpPr>
          <p:cNvPr id="5" name="Footer Placeholder 4">
            <a:extLst>
              <a:ext uri="{FF2B5EF4-FFF2-40B4-BE49-F238E27FC236}">
                <a16:creationId xmlns:a16="http://schemas.microsoft.com/office/drawing/2014/main" id="{86ACCCEB-DCE5-1C8F-83BF-25C05AD938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E47FAF-BD72-1542-B616-A14250B1E489}"/>
              </a:ext>
            </a:extLst>
          </p:cNvPr>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170354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CC84E97-1F22-4779-8C9F-944656702DF5}" type="datetimeFigureOut">
              <a:rPr lang="en-IN" smtClean="0"/>
              <a:t>18-10-2025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16241784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C84E97-1F22-4779-8C9F-944656702DF5}" type="datetimeFigureOut">
              <a:rPr lang="en-IN" smtClean="0"/>
              <a:t>18-10-2025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40241140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C84E97-1F22-4779-8C9F-944656702DF5}" type="datetimeFigureOut">
              <a:rPr lang="en-IN" smtClean="0"/>
              <a:t>18-10-2025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6951006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CC84E97-1F22-4779-8C9F-944656702DF5}" type="datetimeFigureOut">
              <a:rPr lang="en-IN" smtClean="0"/>
              <a:t>18-10-2025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28126122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C84E97-1F22-4779-8C9F-944656702DF5}" type="datetimeFigureOut">
              <a:rPr lang="en-IN" smtClean="0"/>
              <a:t>18-10-2025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11221234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CC84E97-1F22-4779-8C9F-944656702DF5}" type="datetimeFigureOut">
              <a:rPr lang="en-IN" smtClean="0"/>
              <a:t>18-10-2025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41788189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C84E97-1F22-4779-8C9F-944656702DF5}" type="datetimeFigureOut">
              <a:rPr lang="en-IN" smtClean="0"/>
              <a:t>18-10-2025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27017766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CC84E97-1F22-4779-8C9F-944656702DF5}" type="datetimeFigureOut">
              <a:rPr lang="en-IN" smtClean="0"/>
              <a:t>18-10-2025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33829803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CC84E97-1F22-4779-8C9F-944656702DF5}" type="datetimeFigureOut">
              <a:rPr lang="en-IN" smtClean="0"/>
              <a:t>18-10-2025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3449284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C84E97-1F22-4779-8C9F-944656702DF5}" type="datetimeFigureOut">
              <a:rPr lang="en-IN" smtClean="0"/>
              <a:t>18-10-2025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29982390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C84E97-1F22-4779-8C9F-944656702DF5}" type="datetimeFigureOut">
              <a:rPr lang="en-IN" smtClean="0"/>
              <a:t>18-10-2025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5569575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CC84E97-1F22-4779-8C9F-944656702DF5}" type="datetimeFigureOut">
              <a:rPr lang="en-IN" smtClean="0"/>
              <a:t>18-10-2025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3664335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C84E97-1F22-4779-8C9F-944656702DF5}" type="datetimeFigureOut">
              <a:rPr lang="en-IN" smtClean="0"/>
              <a:t>18-10-2025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17931650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C84E97-1F22-4779-8C9F-944656702DF5}" type="datetimeFigureOut">
              <a:rPr lang="en-IN" smtClean="0"/>
              <a:t>18-10-2025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42729683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CC84E97-1F22-4779-8C9F-944656702DF5}" type="datetimeFigureOut">
              <a:rPr lang="en-IN" smtClean="0"/>
              <a:t>18-10-2025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12718585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C84E97-1F22-4779-8C9F-944656702DF5}" type="datetimeFigureOut">
              <a:rPr lang="en-IN" smtClean="0"/>
              <a:t>18-10-2025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22718507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CC84E97-1F22-4779-8C9F-944656702DF5}" type="datetimeFigureOut">
              <a:rPr lang="en-IN" smtClean="0"/>
              <a:t>18-10-2025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55146887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C84E97-1F22-4779-8C9F-944656702DF5}" type="datetimeFigureOut">
              <a:rPr lang="en-IN" smtClean="0"/>
              <a:t>18-10-2025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6199479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CC84E97-1F22-4779-8C9F-944656702DF5}" type="datetimeFigureOut">
              <a:rPr lang="en-IN" smtClean="0"/>
              <a:t>18-10-2025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33035499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CC84E97-1F22-4779-8C9F-944656702DF5}" type="datetimeFigureOut">
              <a:rPr lang="en-IN" smtClean="0"/>
              <a:t>18-10-2025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29366947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C84E97-1F22-4779-8C9F-944656702DF5}" type="datetimeFigureOut">
              <a:rPr lang="en-IN" smtClean="0"/>
              <a:t>18-10-2025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18773956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C84E97-1F22-4779-8C9F-944656702DF5}" type="datetimeFigureOut">
              <a:rPr lang="en-IN" smtClean="0"/>
              <a:t>18-10-2025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14766A-E42C-419E-BD4E-F70F7406BF2F}" type="slidenum">
              <a:rPr lang="en-IN" smtClean="0"/>
              <a:t>‹#›</a:t>
            </a:fld>
            <a:endParaRPr lang="en-IN"/>
          </a:p>
        </p:txBody>
      </p:sp>
    </p:spTree>
    <p:extLst>
      <p:ext uri="{BB962C8B-B14F-4D97-AF65-F5344CB8AC3E}">
        <p14:creationId xmlns:p14="http://schemas.microsoft.com/office/powerpoint/2010/main" val="1260602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C86F17-20EA-053D-F71E-0594465090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17A081C-06D0-16F2-6D9F-E8765FBEDD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BD70B0-2F5B-830F-3F45-2CDFD1CD8F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C84E97-1F22-4779-8C9F-944656702DF5}" type="datetimeFigureOut">
              <a:rPr lang="en-IN" smtClean="0"/>
              <a:t>18-10-2025</a:t>
            </a:fld>
            <a:endParaRPr lang="en-IN"/>
          </a:p>
        </p:txBody>
      </p:sp>
      <p:sp>
        <p:nvSpPr>
          <p:cNvPr id="5" name="Footer Placeholder 4">
            <a:extLst>
              <a:ext uri="{FF2B5EF4-FFF2-40B4-BE49-F238E27FC236}">
                <a16:creationId xmlns:a16="http://schemas.microsoft.com/office/drawing/2014/main" id="{E8174DAA-54EF-62DB-FC41-1A266ADC65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4F98445-D7D3-3F04-D663-40C071AC7D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114766A-E42C-419E-BD4E-F70F7406BF2F}" type="slidenum">
              <a:rPr lang="en-IN" smtClean="0"/>
              <a:t>‹#›</a:t>
            </a:fld>
            <a:endParaRPr lang="en-IN"/>
          </a:p>
        </p:txBody>
      </p:sp>
    </p:spTree>
    <p:extLst>
      <p:ext uri="{BB962C8B-B14F-4D97-AF65-F5344CB8AC3E}">
        <p14:creationId xmlns:p14="http://schemas.microsoft.com/office/powerpoint/2010/main" val="3701707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C84E97-1F22-4779-8C9F-944656702DF5}" type="datetimeFigureOut">
              <a:rPr lang="en-IN" smtClean="0"/>
              <a:t>18-10-2025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114766A-E42C-419E-BD4E-F70F7406BF2F}" type="slidenum">
              <a:rPr lang="en-IN" smtClean="0"/>
              <a:t>‹#›</a:t>
            </a:fld>
            <a:endParaRPr lang="en-IN"/>
          </a:p>
        </p:txBody>
      </p:sp>
    </p:spTree>
    <p:extLst>
      <p:ext uri="{BB962C8B-B14F-4D97-AF65-F5344CB8AC3E}">
        <p14:creationId xmlns:p14="http://schemas.microsoft.com/office/powerpoint/2010/main" val="133811823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C84E97-1F22-4779-8C9F-944656702DF5}" type="datetimeFigureOut">
              <a:rPr lang="en-IN" smtClean="0"/>
              <a:t>18-10-2025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114766A-E42C-419E-BD4E-F70F7406BF2F}" type="slidenum">
              <a:rPr lang="en-IN" smtClean="0"/>
              <a:t>‹#›</a:t>
            </a:fld>
            <a:endParaRPr lang="en-IN"/>
          </a:p>
        </p:txBody>
      </p:sp>
    </p:spTree>
    <p:extLst>
      <p:ext uri="{BB962C8B-B14F-4D97-AF65-F5344CB8AC3E}">
        <p14:creationId xmlns:p14="http://schemas.microsoft.com/office/powerpoint/2010/main" val="258814110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jpe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jpe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24.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5463EB0A-3D7C-4AA5-BFA5-8EE5B4BA56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377E31-52D0-23BF-D965-13BA011EBF81}"/>
              </a:ext>
            </a:extLst>
          </p:cNvPr>
          <p:cNvSpPr>
            <a:spLocks noGrp="1"/>
          </p:cNvSpPr>
          <p:nvPr>
            <p:ph type="ctrTitle"/>
          </p:nvPr>
        </p:nvSpPr>
        <p:spPr>
          <a:xfrm>
            <a:off x="578651" y="1122363"/>
            <a:ext cx="11034695" cy="3174690"/>
          </a:xfrm>
        </p:spPr>
        <p:txBody>
          <a:bodyPr>
            <a:normAutofit/>
          </a:bodyPr>
          <a:lstStyle/>
          <a:p>
            <a:r>
              <a:rPr lang="en-US" sz="8000" dirty="0"/>
              <a:t>Identity and Access Management</a:t>
            </a:r>
            <a:endParaRPr lang="en-IN" sz="8000" dirty="0"/>
          </a:p>
        </p:txBody>
      </p:sp>
      <p:sp>
        <p:nvSpPr>
          <p:cNvPr id="28" name="Rectangle 27">
            <a:extLst>
              <a:ext uri="{FF2B5EF4-FFF2-40B4-BE49-F238E27FC236}">
                <a16:creationId xmlns:a16="http://schemas.microsoft.com/office/drawing/2014/main" id="{7945AD00-F967-454D-A4B2-39ABA5C88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E9BC5B79-B912-427C-8219-E3E50943F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Tree>
    <p:extLst>
      <p:ext uri="{BB962C8B-B14F-4D97-AF65-F5344CB8AC3E}">
        <p14:creationId xmlns:p14="http://schemas.microsoft.com/office/powerpoint/2010/main" val="4011260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91285BA6-6453-81D4-BED9-A5411197ABE2}"/>
              </a:ext>
            </a:extLst>
          </p:cNvPr>
          <p:cNvSpPr>
            <a:spLocks noGrp="1"/>
          </p:cNvSpPr>
          <p:nvPr>
            <p:ph type="title"/>
          </p:nvPr>
        </p:nvSpPr>
        <p:spPr>
          <a:xfrm>
            <a:off x="479394" y="1070800"/>
            <a:ext cx="3939688" cy="5583126"/>
          </a:xfrm>
        </p:spPr>
        <p:txBody>
          <a:bodyPr>
            <a:normAutofit/>
          </a:bodyPr>
          <a:lstStyle/>
          <a:p>
            <a:pPr algn="ctr"/>
            <a:br>
              <a:rPr lang="en-US" sz="5600" dirty="0"/>
            </a:br>
            <a:br>
              <a:rPr lang="en-US" sz="5600" dirty="0"/>
            </a:br>
            <a:br>
              <a:rPr lang="en-US" sz="5600" dirty="0"/>
            </a:br>
            <a:r>
              <a:rPr lang="en-US" sz="5600" dirty="0"/>
              <a:t>Identity and Access Management</a:t>
            </a:r>
            <a:endParaRPr lang="en-IN" sz="5600" dirty="0"/>
          </a:p>
        </p:txBody>
      </p:sp>
      <p:cxnSp>
        <p:nvCxnSpPr>
          <p:cNvPr id="47" name="Straight Connector 46">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17" name="Content Placeholder 2">
            <a:extLst>
              <a:ext uri="{FF2B5EF4-FFF2-40B4-BE49-F238E27FC236}">
                <a16:creationId xmlns:a16="http://schemas.microsoft.com/office/drawing/2014/main" id="{45E3D9CF-6F09-6191-5243-62DC200F24B2}"/>
              </a:ext>
            </a:extLst>
          </p:cNvPr>
          <p:cNvGraphicFramePr>
            <a:graphicFrameLocks noGrp="1"/>
          </p:cNvGraphicFramePr>
          <p:nvPr>
            <p:ph idx="1"/>
            <p:extLst>
              <p:ext uri="{D42A27DB-BD31-4B8C-83A1-F6EECF244321}">
                <p14:modId xmlns:p14="http://schemas.microsoft.com/office/powerpoint/2010/main" val="3396501993"/>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14394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EC7DF478-F247-8B3B-899C-C268D1308C4B}"/>
              </a:ext>
            </a:extLst>
          </p:cNvPr>
          <p:cNvPicPr>
            <a:picLocks noChangeAspect="1"/>
          </p:cNvPicPr>
          <p:nvPr/>
        </p:nvPicPr>
        <p:blipFill>
          <a:blip r:embed="rId3">
            <a:duotone>
              <a:schemeClr val="bg2">
                <a:shade val="45000"/>
                <a:satMod val="135000"/>
              </a:schemeClr>
              <a:prstClr val="white"/>
            </a:duotone>
          </a:blip>
          <a:srcRect t="5552" b="10178"/>
          <a:stretch>
            <a:fillRect/>
          </a:stretch>
        </p:blipFill>
        <p:spPr>
          <a:xfrm>
            <a:off x="20" y="10"/>
            <a:ext cx="12191980" cy="6857990"/>
          </a:xfrm>
          <a:prstGeom prst="rect">
            <a:avLst/>
          </a:prstGeom>
        </p:spPr>
      </p:pic>
      <p:sp>
        <p:nvSpPr>
          <p:cNvPr id="35" name="Rectangle 34">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F0A669-F9BD-936B-E58D-765B37C35D8E}"/>
              </a:ext>
            </a:extLst>
          </p:cNvPr>
          <p:cNvSpPr>
            <a:spLocks noGrp="1"/>
          </p:cNvSpPr>
          <p:nvPr>
            <p:ph type="title"/>
          </p:nvPr>
        </p:nvSpPr>
        <p:spPr>
          <a:xfrm>
            <a:off x="838200" y="365125"/>
            <a:ext cx="10515600" cy="1325563"/>
          </a:xfrm>
        </p:spPr>
        <p:txBody>
          <a:bodyPr>
            <a:normAutofit/>
          </a:bodyPr>
          <a:lstStyle/>
          <a:p>
            <a:r>
              <a:rPr lang="en-US" dirty="0"/>
              <a:t>Root user</a:t>
            </a:r>
            <a:endParaRPr lang="en-IN"/>
          </a:p>
        </p:txBody>
      </p:sp>
      <p:graphicFrame>
        <p:nvGraphicFramePr>
          <p:cNvPr id="29" name="Rectangle 1">
            <a:extLst>
              <a:ext uri="{FF2B5EF4-FFF2-40B4-BE49-F238E27FC236}">
                <a16:creationId xmlns:a16="http://schemas.microsoft.com/office/drawing/2014/main" id="{0A0D82F8-C766-EFD9-E461-5A472A5430A9}"/>
              </a:ext>
            </a:extLst>
          </p:cNvPr>
          <p:cNvGraphicFramePr>
            <a:graphicFrameLocks noGrp="1"/>
          </p:cNvGraphicFramePr>
          <p:nvPr>
            <p:ph idx="1"/>
            <p:extLst>
              <p:ext uri="{D42A27DB-BD31-4B8C-83A1-F6EECF244321}">
                <p14:modId xmlns:p14="http://schemas.microsoft.com/office/powerpoint/2010/main" val="279038008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612791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descr="Blur blurry blue and green background&#10;&#10;AI-generated content may be incorrect.">
            <a:extLst>
              <a:ext uri="{FF2B5EF4-FFF2-40B4-BE49-F238E27FC236}">
                <a16:creationId xmlns:a16="http://schemas.microsoft.com/office/drawing/2014/main" id="{86216CF7-C9E0-EA3A-6C78-C0BCB05868C6}"/>
              </a:ext>
            </a:extLst>
          </p:cNvPr>
          <p:cNvPicPr>
            <a:picLocks noChangeAspect="1"/>
          </p:cNvPicPr>
          <p:nvPr/>
        </p:nvPicPr>
        <p:blipFill>
          <a:blip r:embed="rId3">
            <a:duotone>
              <a:schemeClr val="bg2">
                <a:shade val="45000"/>
                <a:satMod val="135000"/>
              </a:schemeClr>
              <a:prstClr val="white"/>
            </a:duotone>
          </a:blip>
          <a:srcRect t="23391" r="9091"/>
          <a:stretch>
            <a:fillRect/>
          </a:stretch>
        </p:blipFill>
        <p:spPr>
          <a:xfrm>
            <a:off x="20" y="10"/>
            <a:ext cx="12191980" cy="6857990"/>
          </a:xfrm>
          <a:prstGeom prst="rect">
            <a:avLst/>
          </a:prstGeom>
        </p:spPr>
      </p:pic>
      <p:sp>
        <p:nvSpPr>
          <p:cNvPr id="16" name="Rectangle 15">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BB36A6-8CB2-5241-6BC0-FFB1F7076EE8}"/>
              </a:ext>
            </a:extLst>
          </p:cNvPr>
          <p:cNvSpPr>
            <a:spLocks noGrp="1"/>
          </p:cNvSpPr>
          <p:nvPr>
            <p:ph type="title"/>
          </p:nvPr>
        </p:nvSpPr>
        <p:spPr>
          <a:xfrm>
            <a:off x="838200" y="365125"/>
            <a:ext cx="10515600" cy="1325563"/>
          </a:xfrm>
        </p:spPr>
        <p:txBody>
          <a:bodyPr>
            <a:normAutofit/>
          </a:bodyPr>
          <a:lstStyle/>
          <a:p>
            <a:r>
              <a:rPr lang="en-US" dirty="0"/>
              <a:t>IAM Users </a:t>
            </a:r>
            <a:r>
              <a:rPr lang="en-IN" dirty="0"/>
              <a:t>👤</a:t>
            </a:r>
            <a:endParaRPr lang="en-IN"/>
          </a:p>
        </p:txBody>
      </p:sp>
      <p:graphicFrame>
        <p:nvGraphicFramePr>
          <p:cNvPr id="10" name="Rectangle 2">
            <a:extLst>
              <a:ext uri="{FF2B5EF4-FFF2-40B4-BE49-F238E27FC236}">
                <a16:creationId xmlns:a16="http://schemas.microsoft.com/office/drawing/2014/main" id="{E0DF0604-7F11-E797-0C29-EBE90F227600}"/>
              </a:ext>
            </a:extLst>
          </p:cNvPr>
          <p:cNvGraphicFramePr>
            <a:graphicFrameLocks noGrp="1"/>
          </p:cNvGraphicFramePr>
          <p:nvPr>
            <p:ph idx="1"/>
            <p:extLst>
              <p:ext uri="{D42A27DB-BD31-4B8C-83A1-F6EECF244321}">
                <p14:modId xmlns:p14="http://schemas.microsoft.com/office/powerpoint/2010/main" val="368948467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482364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9B04E8C-9E13-3AA3-2A71-CEC54AE771D0}"/>
              </a:ext>
            </a:extLst>
          </p:cNvPr>
          <p:cNvSpPr>
            <a:spLocks noGrp="1"/>
          </p:cNvSpPr>
          <p:nvPr>
            <p:ph type="title"/>
          </p:nvPr>
        </p:nvSpPr>
        <p:spPr>
          <a:xfrm>
            <a:off x="838200" y="1336390"/>
            <a:ext cx="6155988" cy="1182927"/>
          </a:xfrm>
        </p:spPr>
        <p:txBody>
          <a:bodyPr anchor="b">
            <a:normAutofit/>
          </a:bodyPr>
          <a:lstStyle/>
          <a:p>
            <a:r>
              <a:rPr lang="en-US" sz="5600"/>
              <a:t>IAM Groups </a:t>
            </a:r>
            <a:r>
              <a:rPr lang="en-IN" sz="5600"/>
              <a:t>👥</a:t>
            </a:r>
            <a:r>
              <a:rPr lang="en-US" sz="5600"/>
              <a:t> </a:t>
            </a:r>
            <a:endParaRPr lang="en-IN" sz="5600"/>
          </a:p>
        </p:txBody>
      </p:sp>
      <p:cxnSp>
        <p:nvCxnSpPr>
          <p:cNvPr id="28" name="Straight Connector 27">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6" name="Rectangle 2">
            <a:extLst>
              <a:ext uri="{FF2B5EF4-FFF2-40B4-BE49-F238E27FC236}">
                <a16:creationId xmlns:a16="http://schemas.microsoft.com/office/drawing/2014/main" id="{03899B9D-4230-85FD-3099-1E48F0220841}"/>
              </a:ext>
            </a:extLst>
          </p:cNvPr>
          <p:cNvSpPr>
            <a:spLocks noGrp="1" noChangeArrowheads="1"/>
          </p:cNvSpPr>
          <p:nvPr>
            <p:ph idx="1"/>
          </p:nvPr>
        </p:nvSpPr>
        <p:spPr bwMode="auto">
          <a:xfrm>
            <a:off x="803776" y="2829330"/>
            <a:ext cx="6190412" cy="334445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a:ln>
                  <a:noFill/>
                </a:ln>
                <a:solidFill>
                  <a:schemeClr val="tx1">
                    <a:alpha val="80000"/>
                  </a:schemeClr>
                </a:solidFill>
                <a:effectLst/>
                <a:latin typeface="Arial" panose="020B0604020202020204" pitchFamily="34" charset="0"/>
              </a:rPr>
              <a:t>Collection of IAM Users</a:t>
            </a: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a:ln>
                  <a:noFill/>
                </a:ln>
                <a:solidFill>
                  <a:schemeClr val="tx1">
                    <a:alpha val="80000"/>
                  </a:schemeClr>
                </a:solidFill>
                <a:effectLst/>
                <a:latin typeface="Arial" panose="020B0604020202020204" pitchFamily="34" charset="0"/>
              </a:rPr>
              <a:t>Simplifies permission management</a:t>
            </a: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a:ln>
                  <a:noFill/>
                </a:ln>
                <a:solidFill>
                  <a:schemeClr val="tx1">
                    <a:alpha val="80000"/>
                  </a:schemeClr>
                </a:solidFill>
                <a:effectLst/>
                <a:latin typeface="Arial" panose="020B0604020202020204" pitchFamily="34" charset="0"/>
              </a:rPr>
              <a:t>A user can belong to multiple groups</a:t>
            </a: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a:ln>
                  <a:noFill/>
                </a:ln>
                <a:solidFill>
                  <a:schemeClr val="tx1">
                    <a:alpha val="80000"/>
                  </a:schemeClr>
                </a:solidFill>
                <a:effectLst/>
                <a:latin typeface="Arial" panose="020B0604020202020204" pitchFamily="34" charset="0"/>
              </a:rPr>
              <a:t>Best practice: manage access through groups</a:t>
            </a:r>
          </a:p>
        </p:txBody>
      </p:sp>
      <p:pic>
        <p:nvPicPr>
          <p:cNvPr id="5" name="Picture 4" descr="A diagram of a group&#10;&#10;AI-generated content may be incorrect.">
            <a:extLst>
              <a:ext uri="{FF2B5EF4-FFF2-40B4-BE49-F238E27FC236}">
                <a16:creationId xmlns:a16="http://schemas.microsoft.com/office/drawing/2014/main" id="{12DB3359-2D15-AF67-C8BE-1B01796751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72653" y="1447290"/>
            <a:ext cx="3548404" cy="4615593"/>
          </a:xfrm>
          <a:prstGeom prst="rect">
            <a:avLst/>
          </a:prstGeom>
        </p:spPr>
      </p:pic>
      <p:sp>
        <p:nvSpPr>
          <p:cNvPr id="30"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endParaRPr lang="en-US"/>
          </a:p>
        </p:txBody>
      </p:sp>
      <p:sp>
        <p:nvSpPr>
          <p:cNvPr id="32"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endParaRPr lang="en-US"/>
          </a:p>
        </p:txBody>
      </p:sp>
    </p:spTree>
    <p:extLst>
      <p:ext uri="{BB962C8B-B14F-4D97-AF65-F5344CB8AC3E}">
        <p14:creationId xmlns:p14="http://schemas.microsoft.com/office/powerpoint/2010/main" val="3613847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2" name="Rectangle 41">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DE2F3D6-60CE-03A0-6504-5109652FAC07}"/>
              </a:ext>
            </a:extLst>
          </p:cNvPr>
          <p:cNvSpPr>
            <a:spLocks noGrp="1"/>
          </p:cNvSpPr>
          <p:nvPr>
            <p:ph type="title"/>
          </p:nvPr>
        </p:nvSpPr>
        <p:spPr>
          <a:xfrm>
            <a:off x="841247" y="978619"/>
            <a:ext cx="3410712" cy="1106424"/>
          </a:xfrm>
        </p:spPr>
        <p:txBody>
          <a:bodyPr>
            <a:normAutofit/>
          </a:bodyPr>
          <a:lstStyle/>
          <a:p>
            <a:r>
              <a:rPr lang="en-US" sz="2800"/>
              <a:t>IAM Roles</a:t>
            </a:r>
            <a:endParaRPr lang="en-IN" sz="2800"/>
          </a:p>
        </p:txBody>
      </p:sp>
      <p:sp>
        <p:nvSpPr>
          <p:cNvPr id="44" name="Rectangle 43">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6" name="Rectangle 45">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093976"/>
            <a:ext cx="3328416"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Rectangle 1">
            <a:extLst>
              <a:ext uri="{FF2B5EF4-FFF2-40B4-BE49-F238E27FC236}">
                <a16:creationId xmlns:a16="http://schemas.microsoft.com/office/drawing/2014/main" id="{3E9C5FF8-82A2-D370-458C-1BFC922E26E3}"/>
              </a:ext>
            </a:extLst>
          </p:cNvPr>
          <p:cNvSpPr>
            <a:spLocks noGrp="1" noChangeArrowheads="1"/>
          </p:cNvSpPr>
          <p:nvPr>
            <p:ph idx="1"/>
          </p:nvPr>
        </p:nvSpPr>
        <p:spPr bwMode="auto">
          <a:xfrm>
            <a:off x="841248" y="2252870"/>
            <a:ext cx="3412219" cy="356025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700" i="0" u="none" strike="noStrike" cap="none" normalizeH="0" baseline="0">
                <a:ln>
                  <a:noFill/>
                </a:ln>
                <a:effectLst/>
                <a:latin typeface="Arial" panose="020B0604020202020204" pitchFamily="34" charset="0"/>
              </a:rPr>
              <a:t>IAM Role = Temporary access to AWS resources</a:t>
            </a:r>
          </a:p>
          <a:p>
            <a:pPr marL="0" marR="0" lvl="0" indent="0" defTabSz="914400" rtl="0" eaLnBrk="0" fontAlgn="base" latinLnBrk="0" hangingPunct="0">
              <a:spcBef>
                <a:spcPct val="0"/>
              </a:spcBef>
              <a:spcAft>
                <a:spcPts val="600"/>
              </a:spcAft>
              <a:buClrTx/>
              <a:buSzTx/>
              <a:buFontTx/>
              <a:buChar char="•"/>
              <a:tabLst/>
            </a:pPr>
            <a:endParaRPr kumimoji="0" lang="en-US" altLang="en-US" sz="170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700" i="0" u="none" strike="noStrike" cap="none" normalizeH="0" baseline="0">
                <a:ln>
                  <a:noFill/>
                </a:ln>
                <a:effectLst/>
                <a:latin typeface="Arial" panose="020B0604020202020204" pitchFamily="34" charset="0"/>
              </a:rPr>
              <a:t>Similar to users, but no long-term credentials (password or access keys)</a:t>
            </a:r>
          </a:p>
          <a:p>
            <a:pPr marL="0" marR="0" lvl="0" indent="0" defTabSz="914400" rtl="0" eaLnBrk="0" fontAlgn="base" latinLnBrk="0" hangingPunct="0">
              <a:spcBef>
                <a:spcPct val="0"/>
              </a:spcBef>
              <a:spcAft>
                <a:spcPts val="600"/>
              </a:spcAft>
              <a:buClrTx/>
              <a:buSzTx/>
              <a:buFontTx/>
              <a:buChar char="•"/>
              <a:tabLst/>
            </a:pPr>
            <a:endParaRPr kumimoji="0" lang="en-US" altLang="en-US" sz="170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700" i="0" u="none" strike="noStrike" cap="none" normalizeH="0" baseline="0">
                <a:ln>
                  <a:noFill/>
                </a:ln>
                <a:effectLst/>
                <a:latin typeface="Arial" panose="020B0604020202020204" pitchFamily="34" charset="0"/>
              </a:rPr>
              <a:t>Used by AWS services, applications, or users to assume permissions dynamically</a:t>
            </a:r>
          </a:p>
        </p:txBody>
      </p:sp>
      <p:graphicFrame>
        <p:nvGraphicFramePr>
          <p:cNvPr id="5" name="Table 4">
            <a:extLst>
              <a:ext uri="{FF2B5EF4-FFF2-40B4-BE49-F238E27FC236}">
                <a16:creationId xmlns:a16="http://schemas.microsoft.com/office/drawing/2014/main" id="{1BE6A328-81B8-669B-41AE-664F59CD360F}"/>
              </a:ext>
            </a:extLst>
          </p:cNvPr>
          <p:cNvGraphicFramePr>
            <a:graphicFrameLocks noGrp="1"/>
          </p:cNvGraphicFramePr>
          <p:nvPr>
            <p:extLst>
              <p:ext uri="{D42A27DB-BD31-4B8C-83A1-F6EECF244321}">
                <p14:modId xmlns:p14="http://schemas.microsoft.com/office/powerpoint/2010/main" val="3459064821"/>
              </p:ext>
            </p:extLst>
          </p:nvPr>
        </p:nvGraphicFramePr>
        <p:xfrm>
          <a:off x="5120640" y="1129866"/>
          <a:ext cx="6656833" cy="4497687"/>
        </p:xfrm>
        <a:graphic>
          <a:graphicData uri="http://schemas.openxmlformats.org/drawingml/2006/table">
            <a:tbl>
              <a:tblPr>
                <a:solidFill>
                  <a:srgbClr val="F7F7F7"/>
                </a:solidFill>
              </a:tblPr>
              <a:tblGrid>
                <a:gridCol w="2510173">
                  <a:extLst>
                    <a:ext uri="{9D8B030D-6E8A-4147-A177-3AD203B41FA5}">
                      <a16:colId xmlns:a16="http://schemas.microsoft.com/office/drawing/2014/main" val="909285362"/>
                    </a:ext>
                  </a:extLst>
                </a:gridCol>
                <a:gridCol w="4146660">
                  <a:extLst>
                    <a:ext uri="{9D8B030D-6E8A-4147-A177-3AD203B41FA5}">
                      <a16:colId xmlns:a16="http://schemas.microsoft.com/office/drawing/2014/main" val="21612427"/>
                    </a:ext>
                  </a:extLst>
                </a:gridCol>
              </a:tblGrid>
              <a:tr h="635983">
                <a:tc>
                  <a:txBody>
                    <a:bodyPr/>
                    <a:lstStyle/>
                    <a:p>
                      <a:pPr>
                        <a:buNone/>
                      </a:pPr>
                      <a:r>
                        <a:rPr lang="en-IN" sz="2200" cap="none" spc="0">
                          <a:solidFill>
                            <a:schemeClr val="tx1"/>
                          </a:solidFill>
                        </a:rPr>
                        <a:t>Role Type</a:t>
                      </a:r>
                    </a:p>
                  </a:txBody>
                  <a:tcPr marL="240378" marR="240378" marT="133583" marB="123541" anchor="ctr">
                    <a:lnL w="12700" cmpd="sng">
                      <a:noFill/>
                      <a:prstDash val="solid"/>
                    </a:lnL>
                    <a:lnR w="12700" cmpd="sng">
                      <a:noFill/>
                      <a:prstDash val="solid"/>
                    </a:lnR>
                    <a:lnT w="12700" cap="flat" cmpd="sng" algn="ctr">
                      <a:solidFill>
                        <a:schemeClr val="tx1">
                          <a:lumMod val="50000"/>
                          <a:lumOff val="50000"/>
                        </a:schemeClr>
                      </a:solidFill>
                      <a:prstDash val="solid"/>
                    </a:lnT>
                    <a:lnB w="12700" cmpd="sng">
                      <a:noFill/>
                      <a:prstDash val="solid"/>
                    </a:lnB>
                    <a:solidFill>
                      <a:srgbClr val="F7F7F7"/>
                    </a:solidFill>
                  </a:tcPr>
                </a:tc>
                <a:tc>
                  <a:txBody>
                    <a:bodyPr/>
                    <a:lstStyle/>
                    <a:p>
                      <a:pPr>
                        <a:buNone/>
                      </a:pPr>
                      <a:r>
                        <a:rPr lang="en-IN" sz="2200" cap="none" spc="0">
                          <a:solidFill>
                            <a:schemeClr val="tx1"/>
                          </a:solidFill>
                        </a:rPr>
                        <a:t>Description</a:t>
                      </a:r>
                    </a:p>
                  </a:txBody>
                  <a:tcPr marL="240378" marR="240378" marT="133583" marB="123541" anchor="ctr">
                    <a:lnL w="12700" cmpd="sng">
                      <a:noFill/>
                      <a:prstDash val="solid"/>
                    </a:lnL>
                    <a:lnR w="12700" cmpd="sng">
                      <a:noFill/>
                      <a:prstDash val="solid"/>
                    </a:lnR>
                    <a:lnT w="12700" cap="flat" cmpd="sng" algn="ctr">
                      <a:solidFill>
                        <a:schemeClr val="tx1">
                          <a:lumMod val="50000"/>
                          <a:lumOff val="50000"/>
                        </a:schemeClr>
                      </a:solidFill>
                      <a:prstDash val="solid"/>
                    </a:lnT>
                    <a:lnB w="12700" cmpd="sng">
                      <a:noFill/>
                      <a:prstDash val="solid"/>
                    </a:lnB>
                    <a:solidFill>
                      <a:srgbClr val="F7F7F7"/>
                    </a:solidFill>
                  </a:tcPr>
                </a:tc>
                <a:extLst>
                  <a:ext uri="{0D108BD9-81ED-4DB2-BD59-A6C34878D82A}">
                    <a16:rowId xmlns:a16="http://schemas.microsoft.com/office/drawing/2014/main" val="1287365911"/>
                  </a:ext>
                </a:extLst>
              </a:tr>
              <a:tr h="965426">
                <a:tc>
                  <a:txBody>
                    <a:bodyPr/>
                    <a:lstStyle/>
                    <a:p>
                      <a:pPr>
                        <a:buNone/>
                      </a:pPr>
                      <a:r>
                        <a:rPr lang="en-IN" sz="2200" b="1" cap="none" spc="0">
                          <a:solidFill>
                            <a:schemeClr val="tx1"/>
                          </a:solidFill>
                        </a:rPr>
                        <a:t>Service Role</a:t>
                      </a:r>
                      <a:endParaRPr lang="en-IN" sz="2200" cap="none" spc="0">
                        <a:solidFill>
                          <a:schemeClr val="tx1"/>
                        </a:solidFill>
                      </a:endParaRPr>
                    </a:p>
                  </a:txBody>
                  <a:tcPr marL="240378" marR="240378" marT="133583" marB="12354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2200" cap="none" spc="0">
                          <a:solidFill>
                            <a:schemeClr val="tx1"/>
                          </a:solidFill>
                        </a:rPr>
                        <a:t>Used by AWS services (e.g., EC2 accessing S3)</a:t>
                      </a:r>
                    </a:p>
                  </a:txBody>
                  <a:tcPr marL="240378" marR="240378" marT="133583" marB="123541"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1938198426"/>
                  </a:ext>
                </a:extLst>
              </a:tr>
              <a:tr h="965426">
                <a:tc>
                  <a:txBody>
                    <a:bodyPr/>
                    <a:lstStyle/>
                    <a:p>
                      <a:pPr>
                        <a:buNone/>
                      </a:pPr>
                      <a:r>
                        <a:rPr lang="en-IN" sz="2200" b="1" cap="none" spc="0">
                          <a:solidFill>
                            <a:schemeClr val="tx1"/>
                          </a:solidFill>
                        </a:rPr>
                        <a:t>Cross-Account Role</a:t>
                      </a:r>
                      <a:endParaRPr lang="en-IN" sz="2200" cap="none" spc="0">
                        <a:solidFill>
                          <a:schemeClr val="tx1"/>
                        </a:solidFill>
                      </a:endParaRPr>
                    </a:p>
                  </a:txBody>
                  <a:tcPr marL="240378" marR="240378" marT="133583" marB="12354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2200" cap="none" spc="0">
                          <a:solidFill>
                            <a:schemeClr val="tx1"/>
                          </a:solidFill>
                        </a:rPr>
                        <a:t>Allow access between AWS accounts</a:t>
                      </a:r>
                    </a:p>
                  </a:txBody>
                  <a:tcPr marL="240378" marR="240378" marT="133583" marB="123541"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2741688111"/>
                  </a:ext>
                </a:extLst>
              </a:tr>
              <a:tr h="965426">
                <a:tc>
                  <a:txBody>
                    <a:bodyPr/>
                    <a:lstStyle/>
                    <a:p>
                      <a:pPr>
                        <a:buNone/>
                      </a:pPr>
                      <a:r>
                        <a:rPr lang="en-IN" sz="2200" b="1" cap="none" spc="0">
                          <a:solidFill>
                            <a:schemeClr val="tx1"/>
                          </a:solidFill>
                        </a:rPr>
                        <a:t>Federated Role</a:t>
                      </a:r>
                      <a:endParaRPr lang="en-IN" sz="2200" cap="none" spc="0">
                        <a:solidFill>
                          <a:schemeClr val="tx1"/>
                        </a:solidFill>
                      </a:endParaRPr>
                    </a:p>
                  </a:txBody>
                  <a:tcPr marL="240378" marR="240378" marT="133583" marB="12354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2200" cap="none" spc="0">
                          <a:solidFill>
                            <a:schemeClr val="tx1"/>
                          </a:solidFill>
                        </a:rPr>
                        <a:t>Used with SSO or identity providers (e.g., Okta, Google)</a:t>
                      </a:r>
                    </a:p>
                  </a:txBody>
                  <a:tcPr marL="240378" marR="240378" marT="133583" marB="123541"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1229841782"/>
                  </a:ext>
                </a:extLst>
              </a:tr>
              <a:tr h="965426">
                <a:tc>
                  <a:txBody>
                    <a:bodyPr/>
                    <a:lstStyle/>
                    <a:p>
                      <a:pPr>
                        <a:buNone/>
                      </a:pPr>
                      <a:r>
                        <a:rPr lang="en-IN" sz="2200" b="1" cap="none" spc="0">
                          <a:solidFill>
                            <a:schemeClr val="tx1"/>
                          </a:solidFill>
                        </a:rPr>
                        <a:t>Task/Function Role</a:t>
                      </a:r>
                      <a:endParaRPr lang="en-IN" sz="2200" cap="none" spc="0">
                        <a:solidFill>
                          <a:schemeClr val="tx1"/>
                        </a:solidFill>
                      </a:endParaRPr>
                    </a:p>
                  </a:txBody>
                  <a:tcPr marL="240378" marR="240378" marT="133583" marB="123541"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tc>
                  <a:txBody>
                    <a:bodyPr/>
                    <a:lstStyle/>
                    <a:p>
                      <a:pPr>
                        <a:buNone/>
                      </a:pPr>
                      <a:r>
                        <a:rPr lang="en-US" sz="2200" cap="none" spc="0">
                          <a:solidFill>
                            <a:schemeClr val="tx1"/>
                          </a:solidFill>
                        </a:rPr>
                        <a:t>Used by Lambda functions or ECS tasks</a:t>
                      </a:r>
                    </a:p>
                  </a:txBody>
                  <a:tcPr marL="240378" marR="240378" marT="133583" marB="123541"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extLst>
                  <a:ext uri="{0D108BD9-81ED-4DB2-BD59-A6C34878D82A}">
                    <a16:rowId xmlns:a16="http://schemas.microsoft.com/office/drawing/2014/main" val="774129080"/>
                  </a:ext>
                </a:extLst>
              </a:tr>
            </a:tbl>
          </a:graphicData>
        </a:graphic>
      </p:graphicFrame>
    </p:spTree>
    <p:extLst>
      <p:ext uri="{BB962C8B-B14F-4D97-AF65-F5344CB8AC3E}">
        <p14:creationId xmlns:p14="http://schemas.microsoft.com/office/powerpoint/2010/main" val="145866431"/>
      </p:ext>
    </p:extLst>
  </p:cSld>
  <p:clrMapOvr>
    <a:masterClrMapping/>
  </p:clrMapOvr>
</p:sld>
</file>

<file path=ppt/theme/theme1.xml><?xml version="1.0" encoding="utf-8"?>
<a:theme xmlns:a="http://schemas.openxmlformats.org/drawingml/2006/main" name="Office Theme">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139</TotalTime>
  <Words>536</Words>
  <Application>Microsoft Office PowerPoint</Application>
  <PresentationFormat>Widescreen</PresentationFormat>
  <Paragraphs>49</Paragraphs>
  <Slides>6</Slides>
  <Notes>6</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6</vt:i4>
      </vt:variant>
    </vt:vector>
  </HeadingPairs>
  <TitlesOfParts>
    <vt:vector size="13" baseType="lpstr">
      <vt:lpstr>Aptos</vt:lpstr>
      <vt:lpstr>Aptos Display</vt:lpstr>
      <vt:lpstr>Arial</vt:lpstr>
      <vt:lpstr>Calibri</vt:lpstr>
      <vt:lpstr>Office Theme</vt:lpstr>
      <vt:lpstr>1_Office Theme</vt:lpstr>
      <vt:lpstr>2_Office Theme</vt:lpstr>
      <vt:lpstr>Identity and Access Management</vt:lpstr>
      <vt:lpstr>   Identity and Access Management</vt:lpstr>
      <vt:lpstr>Root user</vt:lpstr>
      <vt:lpstr>IAM Users 👤</vt:lpstr>
      <vt:lpstr>IAM Groups 👥 </vt:lpstr>
      <vt:lpstr>IAM Roles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Ritesh Behal</dc:creator>
  <cp:lastModifiedBy>Ritesh Behal</cp:lastModifiedBy>
  <cp:revision>166</cp:revision>
  <dcterms:created xsi:type="dcterms:W3CDTF">2025-07-03T09:11:52Z</dcterms:created>
  <dcterms:modified xsi:type="dcterms:W3CDTF">2025-10-18T05:29:12Z</dcterms:modified>
</cp:coreProperties>
</file>