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093CDE-490C-4CE0-A164-137AF8DF1C7F}" type="doc">
      <dgm:prSet loTypeId="urn:microsoft.com/office/officeart/2005/8/layout/hierarchy2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BD0F7FA-3D27-46BB-9F46-2185B7A29176}">
      <dgm:prSet/>
      <dgm:spPr/>
      <dgm:t>
        <a:bodyPr/>
        <a:lstStyle/>
        <a:p>
          <a:r>
            <a:rPr lang="en-US" i="0" baseline="0"/>
            <a:t>Amazon RDS (Relational Database Service) is a fully managed database service from AWS.</a:t>
          </a:r>
          <a:endParaRPr lang="en-US"/>
        </a:p>
      </dgm:t>
    </dgm:pt>
    <dgm:pt modelId="{4008ACD3-5850-4934-9A1F-6C4FEFA1914C}" type="parTrans" cxnId="{44F4E48F-5CBF-46A1-9E06-CCA530386821}">
      <dgm:prSet/>
      <dgm:spPr/>
      <dgm:t>
        <a:bodyPr/>
        <a:lstStyle/>
        <a:p>
          <a:endParaRPr lang="en-US"/>
        </a:p>
      </dgm:t>
    </dgm:pt>
    <dgm:pt modelId="{DC378BE1-9771-499D-93B3-2CDD4BF8929D}" type="sibTrans" cxnId="{44F4E48F-5CBF-46A1-9E06-CCA530386821}">
      <dgm:prSet/>
      <dgm:spPr/>
      <dgm:t>
        <a:bodyPr/>
        <a:lstStyle/>
        <a:p>
          <a:endParaRPr lang="en-US"/>
        </a:p>
      </dgm:t>
    </dgm:pt>
    <dgm:pt modelId="{A61597BF-FDA9-4DDF-AC7A-01E54F135F4E}">
      <dgm:prSet/>
      <dgm:spPr/>
      <dgm:t>
        <a:bodyPr/>
        <a:lstStyle/>
        <a:p>
          <a:r>
            <a:rPr lang="en-US" i="0" baseline="0"/>
            <a:t>Makes it easy to set up, operate, and scale a relational database in the cloud.</a:t>
          </a:r>
          <a:endParaRPr lang="en-US"/>
        </a:p>
      </dgm:t>
    </dgm:pt>
    <dgm:pt modelId="{FE9591FA-D110-4354-AFAD-C4A3367A7F19}" type="parTrans" cxnId="{1B6BDA93-E6BB-4687-8215-F832DEAA5C3D}">
      <dgm:prSet/>
      <dgm:spPr/>
      <dgm:t>
        <a:bodyPr/>
        <a:lstStyle/>
        <a:p>
          <a:endParaRPr lang="en-US"/>
        </a:p>
      </dgm:t>
    </dgm:pt>
    <dgm:pt modelId="{22E3D3D0-8662-4269-81DE-7A198FF1D949}" type="sibTrans" cxnId="{1B6BDA93-E6BB-4687-8215-F832DEAA5C3D}">
      <dgm:prSet/>
      <dgm:spPr/>
      <dgm:t>
        <a:bodyPr/>
        <a:lstStyle/>
        <a:p>
          <a:endParaRPr lang="en-US"/>
        </a:p>
      </dgm:t>
    </dgm:pt>
    <dgm:pt modelId="{23481826-0704-4311-895F-E77704A58EFB}">
      <dgm:prSet/>
      <dgm:spPr/>
      <dgm:t>
        <a:bodyPr/>
        <a:lstStyle/>
        <a:p>
          <a:r>
            <a:rPr lang="en-US" i="0" baseline="0"/>
            <a:t>AWS automates:</a:t>
          </a:r>
          <a:endParaRPr lang="en-US"/>
        </a:p>
      </dgm:t>
    </dgm:pt>
    <dgm:pt modelId="{C8CDC939-AAD4-476B-8859-C7860B56244D}" type="parTrans" cxnId="{BEB168E0-B2D7-48C2-BA25-39EAB4D31FE0}">
      <dgm:prSet/>
      <dgm:spPr/>
      <dgm:t>
        <a:bodyPr/>
        <a:lstStyle/>
        <a:p>
          <a:endParaRPr lang="en-US"/>
        </a:p>
      </dgm:t>
    </dgm:pt>
    <dgm:pt modelId="{273B9C33-8A24-4E49-B1B1-46F7104FF778}" type="sibTrans" cxnId="{BEB168E0-B2D7-48C2-BA25-39EAB4D31FE0}">
      <dgm:prSet/>
      <dgm:spPr/>
      <dgm:t>
        <a:bodyPr/>
        <a:lstStyle/>
        <a:p>
          <a:endParaRPr lang="en-US"/>
        </a:p>
      </dgm:t>
    </dgm:pt>
    <dgm:pt modelId="{48F6192C-9C38-46B6-9676-FBA5A6C70F3A}">
      <dgm:prSet/>
      <dgm:spPr/>
      <dgm:t>
        <a:bodyPr/>
        <a:lstStyle/>
        <a:p>
          <a:r>
            <a:rPr lang="en-US" i="0" baseline="0"/>
            <a:t>Database provisioning</a:t>
          </a:r>
          <a:endParaRPr lang="en-US"/>
        </a:p>
      </dgm:t>
    </dgm:pt>
    <dgm:pt modelId="{A2EA77FD-48FF-450B-B79D-00041A587A4A}" type="parTrans" cxnId="{5884B036-ED03-45C9-BE9A-66AD5401F0E8}">
      <dgm:prSet/>
      <dgm:spPr/>
      <dgm:t>
        <a:bodyPr/>
        <a:lstStyle/>
        <a:p>
          <a:endParaRPr lang="en-US"/>
        </a:p>
      </dgm:t>
    </dgm:pt>
    <dgm:pt modelId="{66DC2458-210E-465E-9D05-4A12716B2C59}" type="sibTrans" cxnId="{5884B036-ED03-45C9-BE9A-66AD5401F0E8}">
      <dgm:prSet/>
      <dgm:spPr/>
      <dgm:t>
        <a:bodyPr/>
        <a:lstStyle/>
        <a:p>
          <a:endParaRPr lang="en-US"/>
        </a:p>
      </dgm:t>
    </dgm:pt>
    <dgm:pt modelId="{784875DB-D096-418B-AD05-708BA803382D}">
      <dgm:prSet/>
      <dgm:spPr/>
      <dgm:t>
        <a:bodyPr/>
        <a:lstStyle/>
        <a:p>
          <a:r>
            <a:rPr lang="en-US" i="0" baseline="0"/>
            <a:t>Patch management</a:t>
          </a:r>
          <a:endParaRPr lang="en-US"/>
        </a:p>
      </dgm:t>
    </dgm:pt>
    <dgm:pt modelId="{CB329E7D-125F-4D8B-935C-18C839BEFDB6}" type="parTrans" cxnId="{5C0C2147-B07E-4966-8783-051054DF9F24}">
      <dgm:prSet/>
      <dgm:spPr/>
      <dgm:t>
        <a:bodyPr/>
        <a:lstStyle/>
        <a:p>
          <a:endParaRPr lang="en-US"/>
        </a:p>
      </dgm:t>
    </dgm:pt>
    <dgm:pt modelId="{6CEB73C7-3BAE-407A-8F98-188050306E0A}" type="sibTrans" cxnId="{5C0C2147-B07E-4966-8783-051054DF9F24}">
      <dgm:prSet/>
      <dgm:spPr/>
      <dgm:t>
        <a:bodyPr/>
        <a:lstStyle/>
        <a:p>
          <a:endParaRPr lang="en-US"/>
        </a:p>
      </dgm:t>
    </dgm:pt>
    <dgm:pt modelId="{B5074F9B-CC52-4EA7-8AF3-62C00C85A380}">
      <dgm:prSet/>
      <dgm:spPr/>
      <dgm:t>
        <a:bodyPr/>
        <a:lstStyle/>
        <a:p>
          <a:r>
            <a:rPr lang="en-US" i="0" baseline="0"/>
            <a:t>Backup and restore</a:t>
          </a:r>
          <a:endParaRPr lang="en-US"/>
        </a:p>
      </dgm:t>
    </dgm:pt>
    <dgm:pt modelId="{72D0238C-7BCD-479F-AFF8-7EC241E547CE}" type="parTrans" cxnId="{76626A41-E770-46B6-8AE1-AC4B2F3DA893}">
      <dgm:prSet/>
      <dgm:spPr/>
      <dgm:t>
        <a:bodyPr/>
        <a:lstStyle/>
        <a:p>
          <a:endParaRPr lang="en-US"/>
        </a:p>
      </dgm:t>
    </dgm:pt>
    <dgm:pt modelId="{80DFF5A8-1527-4F3E-A819-F9910A744BDA}" type="sibTrans" cxnId="{76626A41-E770-46B6-8AE1-AC4B2F3DA893}">
      <dgm:prSet/>
      <dgm:spPr/>
      <dgm:t>
        <a:bodyPr/>
        <a:lstStyle/>
        <a:p>
          <a:endParaRPr lang="en-US"/>
        </a:p>
      </dgm:t>
    </dgm:pt>
    <dgm:pt modelId="{BF071B66-71C2-4933-944A-3183C096FDBB}">
      <dgm:prSet/>
      <dgm:spPr/>
      <dgm:t>
        <a:bodyPr/>
        <a:lstStyle/>
        <a:p>
          <a:r>
            <a:rPr lang="en-US" i="0" baseline="0"/>
            <a:t>Monitoring and scaling</a:t>
          </a:r>
          <a:endParaRPr lang="en-US"/>
        </a:p>
      </dgm:t>
    </dgm:pt>
    <dgm:pt modelId="{ABD8D686-1218-48D3-A199-CF174DE1D622}" type="parTrans" cxnId="{53FE9E53-7336-46D7-9182-754282C99EAD}">
      <dgm:prSet/>
      <dgm:spPr/>
      <dgm:t>
        <a:bodyPr/>
        <a:lstStyle/>
        <a:p>
          <a:endParaRPr lang="en-US"/>
        </a:p>
      </dgm:t>
    </dgm:pt>
    <dgm:pt modelId="{F6D34753-2266-4A79-8E82-4979F1688C75}" type="sibTrans" cxnId="{53FE9E53-7336-46D7-9182-754282C99EAD}">
      <dgm:prSet/>
      <dgm:spPr/>
      <dgm:t>
        <a:bodyPr/>
        <a:lstStyle/>
        <a:p>
          <a:endParaRPr lang="en-US"/>
        </a:p>
      </dgm:t>
    </dgm:pt>
    <dgm:pt modelId="{D9BE75FC-F43C-4727-A5B5-8FD1D520F5EB}" type="pres">
      <dgm:prSet presAssocID="{A2093CDE-490C-4CE0-A164-137AF8DF1C7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2965B30-6A20-4655-966D-FF6586CB1829}" type="pres">
      <dgm:prSet presAssocID="{FBD0F7FA-3D27-46BB-9F46-2185B7A29176}" presName="root1" presStyleCnt="0"/>
      <dgm:spPr/>
    </dgm:pt>
    <dgm:pt modelId="{308E9F71-A29F-4DC5-90B6-B844BAE2D573}" type="pres">
      <dgm:prSet presAssocID="{FBD0F7FA-3D27-46BB-9F46-2185B7A29176}" presName="LevelOneTextNode" presStyleLbl="node0" presStyleIdx="0" presStyleCnt="3">
        <dgm:presLayoutVars>
          <dgm:chPref val="3"/>
        </dgm:presLayoutVars>
      </dgm:prSet>
      <dgm:spPr/>
    </dgm:pt>
    <dgm:pt modelId="{0B0F373C-A179-4377-9C85-D796B633F0C7}" type="pres">
      <dgm:prSet presAssocID="{FBD0F7FA-3D27-46BB-9F46-2185B7A29176}" presName="level2hierChild" presStyleCnt="0"/>
      <dgm:spPr/>
    </dgm:pt>
    <dgm:pt modelId="{8CD49B7A-7E7B-4918-AA33-E78705122BD2}" type="pres">
      <dgm:prSet presAssocID="{A61597BF-FDA9-4DDF-AC7A-01E54F135F4E}" presName="root1" presStyleCnt="0"/>
      <dgm:spPr/>
    </dgm:pt>
    <dgm:pt modelId="{F9F485A1-9F0E-4AC2-B949-337B01F0786E}" type="pres">
      <dgm:prSet presAssocID="{A61597BF-FDA9-4DDF-AC7A-01E54F135F4E}" presName="LevelOneTextNode" presStyleLbl="node0" presStyleIdx="1" presStyleCnt="3">
        <dgm:presLayoutVars>
          <dgm:chPref val="3"/>
        </dgm:presLayoutVars>
      </dgm:prSet>
      <dgm:spPr/>
    </dgm:pt>
    <dgm:pt modelId="{3E1A9A58-1B31-409F-88E1-738D4438C681}" type="pres">
      <dgm:prSet presAssocID="{A61597BF-FDA9-4DDF-AC7A-01E54F135F4E}" presName="level2hierChild" presStyleCnt="0"/>
      <dgm:spPr/>
    </dgm:pt>
    <dgm:pt modelId="{F8363779-CD9E-4D28-A567-5B1D7D1E764E}" type="pres">
      <dgm:prSet presAssocID="{23481826-0704-4311-895F-E77704A58EFB}" presName="root1" presStyleCnt="0"/>
      <dgm:spPr/>
    </dgm:pt>
    <dgm:pt modelId="{1B514F42-BF56-46BA-A1F4-E18899CB9838}" type="pres">
      <dgm:prSet presAssocID="{23481826-0704-4311-895F-E77704A58EFB}" presName="LevelOneTextNode" presStyleLbl="node0" presStyleIdx="2" presStyleCnt="3">
        <dgm:presLayoutVars>
          <dgm:chPref val="3"/>
        </dgm:presLayoutVars>
      </dgm:prSet>
      <dgm:spPr/>
    </dgm:pt>
    <dgm:pt modelId="{2CB6B926-D499-437B-9AD7-3F78E5F97B80}" type="pres">
      <dgm:prSet presAssocID="{23481826-0704-4311-895F-E77704A58EFB}" presName="level2hierChild" presStyleCnt="0"/>
      <dgm:spPr/>
    </dgm:pt>
    <dgm:pt modelId="{373CB672-2B8C-43A6-80FB-2A4812A4A44B}" type="pres">
      <dgm:prSet presAssocID="{A2EA77FD-48FF-450B-B79D-00041A587A4A}" presName="conn2-1" presStyleLbl="parChTrans1D2" presStyleIdx="0" presStyleCnt="4"/>
      <dgm:spPr/>
    </dgm:pt>
    <dgm:pt modelId="{41D02420-0513-4508-BD4A-9A6FFD15F178}" type="pres">
      <dgm:prSet presAssocID="{A2EA77FD-48FF-450B-B79D-00041A587A4A}" presName="connTx" presStyleLbl="parChTrans1D2" presStyleIdx="0" presStyleCnt="4"/>
      <dgm:spPr/>
    </dgm:pt>
    <dgm:pt modelId="{6B7EDC9D-67AB-4B98-9EAB-2DD27C308826}" type="pres">
      <dgm:prSet presAssocID="{48F6192C-9C38-46B6-9676-FBA5A6C70F3A}" presName="root2" presStyleCnt="0"/>
      <dgm:spPr/>
    </dgm:pt>
    <dgm:pt modelId="{86E4E4F9-6590-40EB-A1F7-2BA50CB2BE5D}" type="pres">
      <dgm:prSet presAssocID="{48F6192C-9C38-46B6-9676-FBA5A6C70F3A}" presName="LevelTwoTextNode" presStyleLbl="node2" presStyleIdx="0" presStyleCnt="4">
        <dgm:presLayoutVars>
          <dgm:chPref val="3"/>
        </dgm:presLayoutVars>
      </dgm:prSet>
      <dgm:spPr/>
    </dgm:pt>
    <dgm:pt modelId="{1117BCB1-2151-463E-AA39-54BB42618D92}" type="pres">
      <dgm:prSet presAssocID="{48F6192C-9C38-46B6-9676-FBA5A6C70F3A}" presName="level3hierChild" presStyleCnt="0"/>
      <dgm:spPr/>
    </dgm:pt>
    <dgm:pt modelId="{E51C7AA3-A98A-4485-8710-A1F5BE25DC36}" type="pres">
      <dgm:prSet presAssocID="{CB329E7D-125F-4D8B-935C-18C839BEFDB6}" presName="conn2-1" presStyleLbl="parChTrans1D2" presStyleIdx="1" presStyleCnt="4"/>
      <dgm:spPr/>
    </dgm:pt>
    <dgm:pt modelId="{12C4EA66-367E-44A1-B9E2-9FA003A0EE21}" type="pres">
      <dgm:prSet presAssocID="{CB329E7D-125F-4D8B-935C-18C839BEFDB6}" presName="connTx" presStyleLbl="parChTrans1D2" presStyleIdx="1" presStyleCnt="4"/>
      <dgm:spPr/>
    </dgm:pt>
    <dgm:pt modelId="{A32449F8-694C-4988-A939-BAF24611E791}" type="pres">
      <dgm:prSet presAssocID="{784875DB-D096-418B-AD05-708BA803382D}" presName="root2" presStyleCnt="0"/>
      <dgm:spPr/>
    </dgm:pt>
    <dgm:pt modelId="{902665FD-B477-4E1E-B11D-B26E1CF58459}" type="pres">
      <dgm:prSet presAssocID="{784875DB-D096-418B-AD05-708BA803382D}" presName="LevelTwoTextNode" presStyleLbl="node2" presStyleIdx="1" presStyleCnt="4">
        <dgm:presLayoutVars>
          <dgm:chPref val="3"/>
        </dgm:presLayoutVars>
      </dgm:prSet>
      <dgm:spPr/>
    </dgm:pt>
    <dgm:pt modelId="{33D2F49E-CF69-4580-91C0-8523E12FFD8D}" type="pres">
      <dgm:prSet presAssocID="{784875DB-D096-418B-AD05-708BA803382D}" presName="level3hierChild" presStyleCnt="0"/>
      <dgm:spPr/>
    </dgm:pt>
    <dgm:pt modelId="{B4417FC5-4056-4492-9C05-57AB3221F70F}" type="pres">
      <dgm:prSet presAssocID="{72D0238C-7BCD-479F-AFF8-7EC241E547CE}" presName="conn2-1" presStyleLbl="parChTrans1D2" presStyleIdx="2" presStyleCnt="4"/>
      <dgm:spPr/>
    </dgm:pt>
    <dgm:pt modelId="{578C1D35-5C67-455B-9E0F-CF5DAD569792}" type="pres">
      <dgm:prSet presAssocID="{72D0238C-7BCD-479F-AFF8-7EC241E547CE}" presName="connTx" presStyleLbl="parChTrans1D2" presStyleIdx="2" presStyleCnt="4"/>
      <dgm:spPr/>
    </dgm:pt>
    <dgm:pt modelId="{0728F8C8-21E4-41AF-92D3-E3D5326293F2}" type="pres">
      <dgm:prSet presAssocID="{B5074F9B-CC52-4EA7-8AF3-62C00C85A380}" presName="root2" presStyleCnt="0"/>
      <dgm:spPr/>
    </dgm:pt>
    <dgm:pt modelId="{73CCDF77-7972-4D29-BC91-B9FF61A64193}" type="pres">
      <dgm:prSet presAssocID="{B5074F9B-CC52-4EA7-8AF3-62C00C85A380}" presName="LevelTwoTextNode" presStyleLbl="node2" presStyleIdx="2" presStyleCnt="4">
        <dgm:presLayoutVars>
          <dgm:chPref val="3"/>
        </dgm:presLayoutVars>
      </dgm:prSet>
      <dgm:spPr/>
    </dgm:pt>
    <dgm:pt modelId="{0E6B220A-2ED5-4F59-8A61-6946045B5D68}" type="pres">
      <dgm:prSet presAssocID="{B5074F9B-CC52-4EA7-8AF3-62C00C85A380}" presName="level3hierChild" presStyleCnt="0"/>
      <dgm:spPr/>
    </dgm:pt>
    <dgm:pt modelId="{B006BD11-CF24-4C07-BBAC-D4641A5CC743}" type="pres">
      <dgm:prSet presAssocID="{ABD8D686-1218-48D3-A199-CF174DE1D622}" presName="conn2-1" presStyleLbl="parChTrans1D2" presStyleIdx="3" presStyleCnt="4"/>
      <dgm:spPr/>
    </dgm:pt>
    <dgm:pt modelId="{B0D9A90A-7B13-4B68-9CAC-C49D5D8056FF}" type="pres">
      <dgm:prSet presAssocID="{ABD8D686-1218-48D3-A199-CF174DE1D622}" presName="connTx" presStyleLbl="parChTrans1D2" presStyleIdx="3" presStyleCnt="4"/>
      <dgm:spPr/>
    </dgm:pt>
    <dgm:pt modelId="{FF59FFC6-9FBA-4D94-89A4-CA3A16E1B153}" type="pres">
      <dgm:prSet presAssocID="{BF071B66-71C2-4933-944A-3183C096FDBB}" presName="root2" presStyleCnt="0"/>
      <dgm:spPr/>
    </dgm:pt>
    <dgm:pt modelId="{19D4C247-7EED-48D9-8E9F-C400AF6FAAC9}" type="pres">
      <dgm:prSet presAssocID="{BF071B66-71C2-4933-944A-3183C096FDBB}" presName="LevelTwoTextNode" presStyleLbl="node2" presStyleIdx="3" presStyleCnt="4">
        <dgm:presLayoutVars>
          <dgm:chPref val="3"/>
        </dgm:presLayoutVars>
      </dgm:prSet>
      <dgm:spPr/>
    </dgm:pt>
    <dgm:pt modelId="{AA7462B1-C9CF-4482-BC64-8ADA5C9F58D8}" type="pres">
      <dgm:prSet presAssocID="{BF071B66-71C2-4933-944A-3183C096FDBB}" presName="level3hierChild" presStyleCnt="0"/>
      <dgm:spPr/>
    </dgm:pt>
  </dgm:ptLst>
  <dgm:cxnLst>
    <dgm:cxn modelId="{7073500D-E9DE-4360-960D-64F8A5626E93}" type="presOf" srcId="{23481826-0704-4311-895F-E77704A58EFB}" destId="{1B514F42-BF56-46BA-A1F4-E18899CB9838}" srcOrd="0" destOrd="0" presId="urn:microsoft.com/office/officeart/2005/8/layout/hierarchy2"/>
    <dgm:cxn modelId="{1407F214-C0B8-4F0A-AE3F-A056717C6ACB}" type="presOf" srcId="{FBD0F7FA-3D27-46BB-9F46-2185B7A29176}" destId="{308E9F71-A29F-4DC5-90B6-B844BAE2D573}" srcOrd="0" destOrd="0" presId="urn:microsoft.com/office/officeart/2005/8/layout/hierarchy2"/>
    <dgm:cxn modelId="{42B22516-FD94-4134-A934-F4B156B97001}" type="presOf" srcId="{48F6192C-9C38-46B6-9676-FBA5A6C70F3A}" destId="{86E4E4F9-6590-40EB-A1F7-2BA50CB2BE5D}" srcOrd="0" destOrd="0" presId="urn:microsoft.com/office/officeart/2005/8/layout/hierarchy2"/>
    <dgm:cxn modelId="{1080AE2E-3F97-4378-9D8E-F128FDFE1762}" type="presOf" srcId="{A2EA77FD-48FF-450B-B79D-00041A587A4A}" destId="{373CB672-2B8C-43A6-80FB-2A4812A4A44B}" srcOrd="0" destOrd="0" presId="urn:microsoft.com/office/officeart/2005/8/layout/hierarchy2"/>
    <dgm:cxn modelId="{5884B036-ED03-45C9-BE9A-66AD5401F0E8}" srcId="{23481826-0704-4311-895F-E77704A58EFB}" destId="{48F6192C-9C38-46B6-9676-FBA5A6C70F3A}" srcOrd="0" destOrd="0" parTransId="{A2EA77FD-48FF-450B-B79D-00041A587A4A}" sibTransId="{66DC2458-210E-465E-9D05-4A12716B2C59}"/>
    <dgm:cxn modelId="{35491438-9325-4AE7-8A20-AFB970FD9836}" type="presOf" srcId="{CB329E7D-125F-4D8B-935C-18C839BEFDB6}" destId="{E51C7AA3-A98A-4485-8710-A1F5BE25DC36}" srcOrd="0" destOrd="0" presId="urn:microsoft.com/office/officeart/2005/8/layout/hierarchy2"/>
    <dgm:cxn modelId="{76626A41-E770-46B6-8AE1-AC4B2F3DA893}" srcId="{23481826-0704-4311-895F-E77704A58EFB}" destId="{B5074F9B-CC52-4EA7-8AF3-62C00C85A380}" srcOrd="2" destOrd="0" parTransId="{72D0238C-7BCD-479F-AFF8-7EC241E547CE}" sibTransId="{80DFF5A8-1527-4F3E-A819-F9910A744BDA}"/>
    <dgm:cxn modelId="{925BE764-59D8-48C9-9768-4DF33798323C}" type="presOf" srcId="{B5074F9B-CC52-4EA7-8AF3-62C00C85A380}" destId="{73CCDF77-7972-4D29-BC91-B9FF61A64193}" srcOrd="0" destOrd="0" presId="urn:microsoft.com/office/officeart/2005/8/layout/hierarchy2"/>
    <dgm:cxn modelId="{5C0C2147-B07E-4966-8783-051054DF9F24}" srcId="{23481826-0704-4311-895F-E77704A58EFB}" destId="{784875DB-D096-418B-AD05-708BA803382D}" srcOrd="1" destOrd="0" parTransId="{CB329E7D-125F-4D8B-935C-18C839BEFDB6}" sibTransId="{6CEB73C7-3BAE-407A-8F98-188050306E0A}"/>
    <dgm:cxn modelId="{CC56A66D-8141-4C5C-A88B-D436F4773120}" type="presOf" srcId="{CB329E7D-125F-4D8B-935C-18C839BEFDB6}" destId="{12C4EA66-367E-44A1-B9E2-9FA003A0EE21}" srcOrd="1" destOrd="0" presId="urn:microsoft.com/office/officeart/2005/8/layout/hierarchy2"/>
    <dgm:cxn modelId="{B2A96573-725B-41D3-AF67-27370767E310}" type="presOf" srcId="{72D0238C-7BCD-479F-AFF8-7EC241E547CE}" destId="{578C1D35-5C67-455B-9E0F-CF5DAD569792}" srcOrd="1" destOrd="0" presId="urn:microsoft.com/office/officeart/2005/8/layout/hierarchy2"/>
    <dgm:cxn modelId="{53FE9E53-7336-46D7-9182-754282C99EAD}" srcId="{23481826-0704-4311-895F-E77704A58EFB}" destId="{BF071B66-71C2-4933-944A-3183C096FDBB}" srcOrd="3" destOrd="0" parTransId="{ABD8D686-1218-48D3-A199-CF174DE1D622}" sibTransId="{F6D34753-2266-4A79-8E82-4979F1688C75}"/>
    <dgm:cxn modelId="{DC62C354-2468-4F8A-BD9E-B4A94F75796F}" type="presOf" srcId="{ABD8D686-1218-48D3-A199-CF174DE1D622}" destId="{B006BD11-CF24-4C07-BBAC-D4641A5CC743}" srcOrd="0" destOrd="0" presId="urn:microsoft.com/office/officeart/2005/8/layout/hierarchy2"/>
    <dgm:cxn modelId="{A9FFE275-FF53-4EE3-9465-80BDE25943E8}" type="presOf" srcId="{A2EA77FD-48FF-450B-B79D-00041A587A4A}" destId="{41D02420-0513-4508-BD4A-9A6FFD15F178}" srcOrd="1" destOrd="0" presId="urn:microsoft.com/office/officeart/2005/8/layout/hierarchy2"/>
    <dgm:cxn modelId="{A670A883-DE3D-49D0-88C3-3ECE5E87E508}" type="presOf" srcId="{72D0238C-7BCD-479F-AFF8-7EC241E547CE}" destId="{B4417FC5-4056-4492-9C05-57AB3221F70F}" srcOrd="0" destOrd="0" presId="urn:microsoft.com/office/officeart/2005/8/layout/hierarchy2"/>
    <dgm:cxn modelId="{44F4E48F-5CBF-46A1-9E06-CCA530386821}" srcId="{A2093CDE-490C-4CE0-A164-137AF8DF1C7F}" destId="{FBD0F7FA-3D27-46BB-9F46-2185B7A29176}" srcOrd="0" destOrd="0" parTransId="{4008ACD3-5850-4934-9A1F-6C4FEFA1914C}" sibTransId="{DC378BE1-9771-499D-93B3-2CDD4BF8929D}"/>
    <dgm:cxn modelId="{1B6BDA93-E6BB-4687-8215-F832DEAA5C3D}" srcId="{A2093CDE-490C-4CE0-A164-137AF8DF1C7F}" destId="{A61597BF-FDA9-4DDF-AC7A-01E54F135F4E}" srcOrd="1" destOrd="0" parTransId="{FE9591FA-D110-4354-AFAD-C4A3367A7F19}" sibTransId="{22E3D3D0-8662-4269-81DE-7A198FF1D949}"/>
    <dgm:cxn modelId="{4883889D-A95B-4388-80FE-11C9F07A015C}" type="presOf" srcId="{ABD8D686-1218-48D3-A199-CF174DE1D622}" destId="{B0D9A90A-7B13-4B68-9CAC-C49D5D8056FF}" srcOrd="1" destOrd="0" presId="urn:microsoft.com/office/officeart/2005/8/layout/hierarchy2"/>
    <dgm:cxn modelId="{64795AA3-05B0-4967-A192-FCBEA91967C7}" type="presOf" srcId="{784875DB-D096-418B-AD05-708BA803382D}" destId="{902665FD-B477-4E1E-B11D-B26E1CF58459}" srcOrd="0" destOrd="0" presId="urn:microsoft.com/office/officeart/2005/8/layout/hierarchy2"/>
    <dgm:cxn modelId="{460673A9-F5B3-42B9-A60C-8FE519FEAA6B}" type="presOf" srcId="{BF071B66-71C2-4933-944A-3183C096FDBB}" destId="{19D4C247-7EED-48D9-8E9F-C400AF6FAAC9}" srcOrd="0" destOrd="0" presId="urn:microsoft.com/office/officeart/2005/8/layout/hierarchy2"/>
    <dgm:cxn modelId="{5F9339B3-68B3-4DE5-87B2-361FAD4D2237}" type="presOf" srcId="{A2093CDE-490C-4CE0-A164-137AF8DF1C7F}" destId="{D9BE75FC-F43C-4727-A5B5-8FD1D520F5EB}" srcOrd="0" destOrd="0" presId="urn:microsoft.com/office/officeart/2005/8/layout/hierarchy2"/>
    <dgm:cxn modelId="{AF3F90BC-A3FE-40AF-BEFB-3E3012C391C9}" type="presOf" srcId="{A61597BF-FDA9-4DDF-AC7A-01E54F135F4E}" destId="{F9F485A1-9F0E-4AC2-B949-337B01F0786E}" srcOrd="0" destOrd="0" presId="urn:microsoft.com/office/officeart/2005/8/layout/hierarchy2"/>
    <dgm:cxn modelId="{BEB168E0-B2D7-48C2-BA25-39EAB4D31FE0}" srcId="{A2093CDE-490C-4CE0-A164-137AF8DF1C7F}" destId="{23481826-0704-4311-895F-E77704A58EFB}" srcOrd="2" destOrd="0" parTransId="{C8CDC939-AAD4-476B-8859-C7860B56244D}" sibTransId="{273B9C33-8A24-4E49-B1B1-46F7104FF778}"/>
    <dgm:cxn modelId="{ECB96FF2-F501-4DD5-8C53-D902890DA1C1}" type="presParOf" srcId="{D9BE75FC-F43C-4727-A5B5-8FD1D520F5EB}" destId="{C2965B30-6A20-4655-966D-FF6586CB1829}" srcOrd="0" destOrd="0" presId="urn:microsoft.com/office/officeart/2005/8/layout/hierarchy2"/>
    <dgm:cxn modelId="{05986045-DD39-42DA-B65A-07F0BA11139F}" type="presParOf" srcId="{C2965B30-6A20-4655-966D-FF6586CB1829}" destId="{308E9F71-A29F-4DC5-90B6-B844BAE2D573}" srcOrd="0" destOrd="0" presId="urn:microsoft.com/office/officeart/2005/8/layout/hierarchy2"/>
    <dgm:cxn modelId="{20168930-8DE0-4A6B-85BE-632F4DEE67DC}" type="presParOf" srcId="{C2965B30-6A20-4655-966D-FF6586CB1829}" destId="{0B0F373C-A179-4377-9C85-D796B633F0C7}" srcOrd="1" destOrd="0" presId="urn:microsoft.com/office/officeart/2005/8/layout/hierarchy2"/>
    <dgm:cxn modelId="{6A9CFF84-9D47-43BA-AF18-6B3914057C05}" type="presParOf" srcId="{D9BE75FC-F43C-4727-A5B5-8FD1D520F5EB}" destId="{8CD49B7A-7E7B-4918-AA33-E78705122BD2}" srcOrd="1" destOrd="0" presId="urn:microsoft.com/office/officeart/2005/8/layout/hierarchy2"/>
    <dgm:cxn modelId="{FA11B67F-DD51-43CE-A3E3-8D20510CA671}" type="presParOf" srcId="{8CD49B7A-7E7B-4918-AA33-E78705122BD2}" destId="{F9F485A1-9F0E-4AC2-B949-337B01F0786E}" srcOrd="0" destOrd="0" presId="urn:microsoft.com/office/officeart/2005/8/layout/hierarchy2"/>
    <dgm:cxn modelId="{6655842F-8845-4536-8086-766AED81D8B6}" type="presParOf" srcId="{8CD49B7A-7E7B-4918-AA33-E78705122BD2}" destId="{3E1A9A58-1B31-409F-88E1-738D4438C681}" srcOrd="1" destOrd="0" presId="urn:microsoft.com/office/officeart/2005/8/layout/hierarchy2"/>
    <dgm:cxn modelId="{6C2F2B89-9AF4-4BC0-B2E6-1802A50F7722}" type="presParOf" srcId="{D9BE75FC-F43C-4727-A5B5-8FD1D520F5EB}" destId="{F8363779-CD9E-4D28-A567-5B1D7D1E764E}" srcOrd="2" destOrd="0" presId="urn:microsoft.com/office/officeart/2005/8/layout/hierarchy2"/>
    <dgm:cxn modelId="{FB8661CE-9FB6-49DA-BEFE-3E4710881AD6}" type="presParOf" srcId="{F8363779-CD9E-4D28-A567-5B1D7D1E764E}" destId="{1B514F42-BF56-46BA-A1F4-E18899CB9838}" srcOrd="0" destOrd="0" presId="urn:microsoft.com/office/officeart/2005/8/layout/hierarchy2"/>
    <dgm:cxn modelId="{24B1F835-7EF3-44D8-ACFB-843F6D465615}" type="presParOf" srcId="{F8363779-CD9E-4D28-A567-5B1D7D1E764E}" destId="{2CB6B926-D499-437B-9AD7-3F78E5F97B80}" srcOrd="1" destOrd="0" presId="urn:microsoft.com/office/officeart/2005/8/layout/hierarchy2"/>
    <dgm:cxn modelId="{8218595F-AA36-4D5E-BA0C-4D4DD0561FA2}" type="presParOf" srcId="{2CB6B926-D499-437B-9AD7-3F78E5F97B80}" destId="{373CB672-2B8C-43A6-80FB-2A4812A4A44B}" srcOrd="0" destOrd="0" presId="urn:microsoft.com/office/officeart/2005/8/layout/hierarchy2"/>
    <dgm:cxn modelId="{239160F5-2D31-4B9D-B254-FEB657BCDDAC}" type="presParOf" srcId="{373CB672-2B8C-43A6-80FB-2A4812A4A44B}" destId="{41D02420-0513-4508-BD4A-9A6FFD15F178}" srcOrd="0" destOrd="0" presId="urn:microsoft.com/office/officeart/2005/8/layout/hierarchy2"/>
    <dgm:cxn modelId="{59189AFD-DE7B-4412-B6A0-9D500DC1B5D4}" type="presParOf" srcId="{2CB6B926-D499-437B-9AD7-3F78E5F97B80}" destId="{6B7EDC9D-67AB-4B98-9EAB-2DD27C308826}" srcOrd="1" destOrd="0" presId="urn:microsoft.com/office/officeart/2005/8/layout/hierarchy2"/>
    <dgm:cxn modelId="{4CC5123E-8694-4D13-8AC2-8933ED0B542C}" type="presParOf" srcId="{6B7EDC9D-67AB-4B98-9EAB-2DD27C308826}" destId="{86E4E4F9-6590-40EB-A1F7-2BA50CB2BE5D}" srcOrd="0" destOrd="0" presId="urn:microsoft.com/office/officeart/2005/8/layout/hierarchy2"/>
    <dgm:cxn modelId="{23580715-60CD-427F-8F01-49E79DBE8BE5}" type="presParOf" srcId="{6B7EDC9D-67AB-4B98-9EAB-2DD27C308826}" destId="{1117BCB1-2151-463E-AA39-54BB42618D92}" srcOrd="1" destOrd="0" presId="urn:microsoft.com/office/officeart/2005/8/layout/hierarchy2"/>
    <dgm:cxn modelId="{8CBB398C-846D-4F1E-88AF-539E73D17A1B}" type="presParOf" srcId="{2CB6B926-D499-437B-9AD7-3F78E5F97B80}" destId="{E51C7AA3-A98A-4485-8710-A1F5BE25DC36}" srcOrd="2" destOrd="0" presId="urn:microsoft.com/office/officeart/2005/8/layout/hierarchy2"/>
    <dgm:cxn modelId="{5699BE85-02CF-4C6B-B366-B13CA447B532}" type="presParOf" srcId="{E51C7AA3-A98A-4485-8710-A1F5BE25DC36}" destId="{12C4EA66-367E-44A1-B9E2-9FA003A0EE21}" srcOrd="0" destOrd="0" presId="urn:microsoft.com/office/officeart/2005/8/layout/hierarchy2"/>
    <dgm:cxn modelId="{045198C9-D40D-4FE1-9F13-B916B461855E}" type="presParOf" srcId="{2CB6B926-D499-437B-9AD7-3F78E5F97B80}" destId="{A32449F8-694C-4988-A939-BAF24611E791}" srcOrd="3" destOrd="0" presId="urn:microsoft.com/office/officeart/2005/8/layout/hierarchy2"/>
    <dgm:cxn modelId="{BA287B84-5B9C-441D-8FC6-38D47CA1507F}" type="presParOf" srcId="{A32449F8-694C-4988-A939-BAF24611E791}" destId="{902665FD-B477-4E1E-B11D-B26E1CF58459}" srcOrd="0" destOrd="0" presId="urn:microsoft.com/office/officeart/2005/8/layout/hierarchy2"/>
    <dgm:cxn modelId="{789DD49E-5E0B-49FC-A7FA-97B3BB0C4B61}" type="presParOf" srcId="{A32449F8-694C-4988-A939-BAF24611E791}" destId="{33D2F49E-CF69-4580-91C0-8523E12FFD8D}" srcOrd="1" destOrd="0" presId="urn:microsoft.com/office/officeart/2005/8/layout/hierarchy2"/>
    <dgm:cxn modelId="{5FB8091E-9DAB-4084-84F8-7AD45DB8BBFC}" type="presParOf" srcId="{2CB6B926-D499-437B-9AD7-3F78E5F97B80}" destId="{B4417FC5-4056-4492-9C05-57AB3221F70F}" srcOrd="4" destOrd="0" presId="urn:microsoft.com/office/officeart/2005/8/layout/hierarchy2"/>
    <dgm:cxn modelId="{0F75752A-95C9-4C77-BA31-A59448B593F4}" type="presParOf" srcId="{B4417FC5-4056-4492-9C05-57AB3221F70F}" destId="{578C1D35-5C67-455B-9E0F-CF5DAD569792}" srcOrd="0" destOrd="0" presId="urn:microsoft.com/office/officeart/2005/8/layout/hierarchy2"/>
    <dgm:cxn modelId="{09C50D40-F0CA-4576-B963-96ECD8875036}" type="presParOf" srcId="{2CB6B926-D499-437B-9AD7-3F78E5F97B80}" destId="{0728F8C8-21E4-41AF-92D3-E3D5326293F2}" srcOrd="5" destOrd="0" presId="urn:microsoft.com/office/officeart/2005/8/layout/hierarchy2"/>
    <dgm:cxn modelId="{D062B3AE-694B-4764-9E39-6A0B507FE328}" type="presParOf" srcId="{0728F8C8-21E4-41AF-92D3-E3D5326293F2}" destId="{73CCDF77-7972-4D29-BC91-B9FF61A64193}" srcOrd="0" destOrd="0" presId="urn:microsoft.com/office/officeart/2005/8/layout/hierarchy2"/>
    <dgm:cxn modelId="{442AC000-4DCE-4296-9049-13BE5F74097E}" type="presParOf" srcId="{0728F8C8-21E4-41AF-92D3-E3D5326293F2}" destId="{0E6B220A-2ED5-4F59-8A61-6946045B5D68}" srcOrd="1" destOrd="0" presId="urn:microsoft.com/office/officeart/2005/8/layout/hierarchy2"/>
    <dgm:cxn modelId="{2898E517-77E5-4C07-89B6-07B9484C2298}" type="presParOf" srcId="{2CB6B926-D499-437B-9AD7-3F78E5F97B80}" destId="{B006BD11-CF24-4C07-BBAC-D4641A5CC743}" srcOrd="6" destOrd="0" presId="urn:microsoft.com/office/officeart/2005/8/layout/hierarchy2"/>
    <dgm:cxn modelId="{A60D860B-4ED6-4C4C-954D-41B7F2AF27B5}" type="presParOf" srcId="{B006BD11-CF24-4C07-BBAC-D4641A5CC743}" destId="{B0D9A90A-7B13-4B68-9CAC-C49D5D8056FF}" srcOrd="0" destOrd="0" presId="urn:microsoft.com/office/officeart/2005/8/layout/hierarchy2"/>
    <dgm:cxn modelId="{2C908062-5C47-4BA1-884E-963BDE42D653}" type="presParOf" srcId="{2CB6B926-D499-437B-9AD7-3F78E5F97B80}" destId="{FF59FFC6-9FBA-4D94-89A4-CA3A16E1B153}" srcOrd="7" destOrd="0" presId="urn:microsoft.com/office/officeart/2005/8/layout/hierarchy2"/>
    <dgm:cxn modelId="{2255C63F-C942-4F20-8441-05BE050875FC}" type="presParOf" srcId="{FF59FFC6-9FBA-4D94-89A4-CA3A16E1B153}" destId="{19D4C247-7EED-48D9-8E9F-C400AF6FAAC9}" srcOrd="0" destOrd="0" presId="urn:microsoft.com/office/officeart/2005/8/layout/hierarchy2"/>
    <dgm:cxn modelId="{4754286B-1795-4E50-A948-DA224D11B6C9}" type="presParOf" srcId="{FF59FFC6-9FBA-4D94-89A4-CA3A16E1B153}" destId="{AA7462B1-C9CF-4482-BC64-8ADA5C9F58D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B8190D-843E-4305-B487-C4F65CA8DA50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F6F7CCF-50E5-4289-B92F-291121107F4D}">
      <dgm:prSet custT="1"/>
      <dgm:spPr/>
      <dgm:t>
        <a:bodyPr/>
        <a:lstStyle/>
        <a:p>
          <a:r>
            <a:rPr lang="en-US" sz="20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Amazon Aurora (MySQL/PostgreSQL compatible)</a:t>
          </a:r>
          <a:endParaRPr lang="en-US" sz="20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28F5267-9501-4126-8DE5-DA9A04B9A94D}" type="parTrans" cxnId="{2852BF9D-3230-4B37-A536-D193C5DD99C3}">
      <dgm:prSet/>
      <dgm:spPr/>
      <dgm:t>
        <a:bodyPr/>
        <a:lstStyle/>
        <a:p>
          <a:endParaRPr lang="en-US"/>
        </a:p>
      </dgm:t>
    </dgm:pt>
    <dgm:pt modelId="{0682A100-DB4C-4635-84E8-11D58C48408B}" type="sibTrans" cxnId="{2852BF9D-3230-4B37-A536-D193C5DD99C3}">
      <dgm:prSet/>
      <dgm:spPr/>
      <dgm:t>
        <a:bodyPr/>
        <a:lstStyle/>
        <a:p>
          <a:endParaRPr lang="en-US"/>
        </a:p>
      </dgm:t>
    </dgm:pt>
    <dgm:pt modelId="{7D599439-4CF3-4A89-8795-E655E6396986}">
      <dgm:prSet custT="1"/>
      <dgm:spPr/>
      <dgm:t>
        <a:bodyPr/>
        <a:lstStyle/>
        <a:p>
          <a:r>
            <a:rPr lang="en-US" sz="20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MySQL</a:t>
          </a:r>
          <a:endParaRPr lang="en-US" sz="20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5E86695-F628-4ECE-98EA-9F60E30576CB}" type="parTrans" cxnId="{28A18184-DA24-4D15-83F3-4B040D938647}">
      <dgm:prSet/>
      <dgm:spPr/>
      <dgm:t>
        <a:bodyPr/>
        <a:lstStyle/>
        <a:p>
          <a:endParaRPr lang="en-US"/>
        </a:p>
      </dgm:t>
    </dgm:pt>
    <dgm:pt modelId="{34D02374-705F-4F5C-97D7-C9CBAC49F61A}" type="sibTrans" cxnId="{28A18184-DA24-4D15-83F3-4B040D938647}">
      <dgm:prSet/>
      <dgm:spPr/>
      <dgm:t>
        <a:bodyPr/>
        <a:lstStyle/>
        <a:p>
          <a:endParaRPr lang="en-US"/>
        </a:p>
      </dgm:t>
    </dgm:pt>
    <dgm:pt modelId="{C0A015FC-390F-49E6-9550-ABC86BFB52FE}">
      <dgm:prSet custT="1"/>
      <dgm:spPr/>
      <dgm:t>
        <a:bodyPr/>
        <a:lstStyle/>
        <a:p>
          <a:r>
            <a:rPr lang="en-US" sz="20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PostgreSQL</a:t>
          </a:r>
          <a:endParaRPr lang="en-US" sz="20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D586235-77F1-48D3-B6E4-DCC935C94378}" type="parTrans" cxnId="{76634D2B-67AB-42DD-B97E-A5740954BCAC}">
      <dgm:prSet/>
      <dgm:spPr/>
      <dgm:t>
        <a:bodyPr/>
        <a:lstStyle/>
        <a:p>
          <a:endParaRPr lang="en-US"/>
        </a:p>
      </dgm:t>
    </dgm:pt>
    <dgm:pt modelId="{1295089A-6516-4AD5-8817-142DEB95F41C}" type="sibTrans" cxnId="{76634D2B-67AB-42DD-B97E-A5740954BCAC}">
      <dgm:prSet/>
      <dgm:spPr/>
      <dgm:t>
        <a:bodyPr/>
        <a:lstStyle/>
        <a:p>
          <a:endParaRPr lang="en-US"/>
        </a:p>
      </dgm:t>
    </dgm:pt>
    <dgm:pt modelId="{707DC9BB-CDFB-4DF6-9FF6-FDD02F47DAEC}">
      <dgm:prSet custT="1"/>
      <dgm:spPr/>
      <dgm:t>
        <a:bodyPr/>
        <a:lstStyle/>
        <a:p>
          <a:r>
            <a:rPr lang="en-US" sz="20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MariaDB</a:t>
          </a:r>
          <a:endParaRPr lang="en-US" sz="20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E97E8CC-BC29-4541-B6F3-EF93F2EA2A27}" type="parTrans" cxnId="{9D711C8F-A35F-426D-802F-2B99104FCFA4}">
      <dgm:prSet/>
      <dgm:spPr/>
      <dgm:t>
        <a:bodyPr/>
        <a:lstStyle/>
        <a:p>
          <a:endParaRPr lang="en-US"/>
        </a:p>
      </dgm:t>
    </dgm:pt>
    <dgm:pt modelId="{5B12D2FD-29AF-4632-885B-EC265C9B09E0}" type="sibTrans" cxnId="{9D711C8F-A35F-426D-802F-2B99104FCFA4}">
      <dgm:prSet/>
      <dgm:spPr/>
      <dgm:t>
        <a:bodyPr/>
        <a:lstStyle/>
        <a:p>
          <a:endParaRPr lang="en-US"/>
        </a:p>
      </dgm:t>
    </dgm:pt>
    <dgm:pt modelId="{327B97CD-CB7F-4746-9A31-3862E3E619CE}">
      <dgm:prSet custT="1"/>
      <dgm:spPr/>
      <dgm:t>
        <a:bodyPr/>
        <a:lstStyle/>
        <a:p>
          <a:r>
            <a:rPr lang="en-US" sz="20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Oracle Database</a:t>
          </a:r>
          <a:endParaRPr lang="en-US" sz="20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40877BD-79FC-4DD5-9033-952901027D55}" type="parTrans" cxnId="{3DD2B0A7-D10F-4F7C-9DB8-74013F0F682F}">
      <dgm:prSet/>
      <dgm:spPr/>
      <dgm:t>
        <a:bodyPr/>
        <a:lstStyle/>
        <a:p>
          <a:endParaRPr lang="en-US"/>
        </a:p>
      </dgm:t>
    </dgm:pt>
    <dgm:pt modelId="{9896B095-B2CE-4FDB-9ED1-CCAD1561142F}" type="sibTrans" cxnId="{3DD2B0A7-D10F-4F7C-9DB8-74013F0F682F}">
      <dgm:prSet/>
      <dgm:spPr/>
      <dgm:t>
        <a:bodyPr/>
        <a:lstStyle/>
        <a:p>
          <a:endParaRPr lang="en-US"/>
        </a:p>
      </dgm:t>
    </dgm:pt>
    <dgm:pt modelId="{66822902-73ED-4ABB-AB33-B4CACE1B1264}">
      <dgm:prSet custT="1"/>
      <dgm:spPr/>
      <dgm:t>
        <a:bodyPr/>
        <a:lstStyle/>
        <a:p>
          <a:r>
            <a:rPr lang="en-US" sz="20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Microsoft SQL Server</a:t>
          </a:r>
          <a:endParaRPr lang="en-US" sz="20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51882D5-20D3-4EFA-8923-4346204C1D20}" type="parTrans" cxnId="{A6A8ADB9-D876-48BA-8CCD-115CD02D7CE2}">
      <dgm:prSet/>
      <dgm:spPr/>
      <dgm:t>
        <a:bodyPr/>
        <a:lstStyle/>
        <a:p>
          <a:endParaRPr lang="en-US"/>
        </a:p>
      </dgm:t>
    </dgm:pt>
    <dgm:pt modelId="{CCD4FBB5-F7CB-499C-832A-129109C57DC7}" type="sibTrans" cxnId="{A6A8ADB9-D876-48BA-8CCD-115CD02D7CE2}">
      <dgm:prSet/>
      <dgm:spPr/>
      <dgm:t>
        <a:bodyPr/>
        <a:lstStyle/>
        <a:p>
          <a:endParaRPr lang="en-US"/>
        </a:p>
      </dgm:t>
    </dgm:pt>
    <dgm:pt modelId="{CAD21897-728F-43D7-82BE-D265CC6B3ADE}" type="pres">
      <dgm:prSet presAssocID="{C3B8190D-843E-4305-B487-C4F65CA8DA50}" presName="diagram" presStyleCnt="0">
        <dgm:presLayoutVars>
          <dgm:dir/>
          <dgm:resizeHandles val="exact"/>
        </dgm:presLayoutVars>
      </dgm:prSet>
      <dgm:spPr/>
    </dgm:pt>
    <dgm:pt modelId="{967F7D12-BFE2-4F49-832C-B1E56FC6B69F}" type="pres">
      <dgm:prSet presAssocID="{EF6F7CCF-50E5-4289-B92F-291121107F4D}" presName="node" presStyleLbl="node1" presStyleIdx="0" presStyleCnt="6">
        <dgm:presLayoutVars>
          <dgm:bulletEnabled val="1"/>
        </dgm:presLayoutVars>
      </dgm:prSet>
      <dgm:spPr/>
    </dgm:pt>
    <dgm:pt modelId="{14FA09BE-9FA0-44C3-B694-10B51E3534FB}" type="pres">
      <dgm:prSet presAssocID="{0682A100-DB4C-4635-84E8-11D58C48408B}" presName="sibTrans" presStyleCnt="0"/>
      <dgm:spPr/>
    </dgm:pt>
    <dgm:pt modelId="{D86A95EC-F9FC-4C14-A81F-153A08DED8D3}" type="pres">
      <dgm:prSet presAssocID="{7D599439-4CF3-4A89-8795-E655E6396986}" presName="node" presStyleLbl="node1" presStyleIdx="1" presStyleCnt="6">
        <dgm:presLayoutVars>
          <dgm:bulletEnabled val="1"/>
        </dgm:presLayoutVars>
      </dgm:prSet>
      <dgm:spPr/>
    </dgm:pt>
    <dgm:pt modelId="{942F8386-E4DC-4F93-AFB8-21FFDCB1B2EB}" type="pres">
      <dgm:prSet presAssocID="{34D02374-705F-4F5C-97D7-C9CBAC49F61A}" presName="sibTrans" presStyleCnt="0"/>
      <dgm:spPr/>
    </dgm:pt>
    <dgm:pt modelId="{78225F41-37C7-4051-A041-95DC1951FB44}" type="pres">
      <dgm:prSet presAssocID="{C0A015FC-390F-49E6-9550-ABC86BFB52FE}" presName="node" presStyleLbl="node1" presStyleIdx="2" presStyleCnt="6">
        <dgm:presLayoutVars>
          <dgm:bulletEnabled val="1"/>
        </dgm:presLayoutVars>
      </dgm:prSet>
      <dgm:spPr/>
    </dgm:pt>
    <dgm:pt modelId="{8A14E875-C69F-435D-B580-A44DDED9D56F}" type="pres">
      <dgm:prSet presAssocID="{1295089A-6516-4AD5-8817-142DEB95F41C}" presName="sibTrans" presStyleCnt="0"/>
      <dgm:spPr/>
    </dgm:pt>
    <dgm:pt modelId="{4A32C2A6-AE50-4D9A-BAA4-16A08F4566CC}" type="pres">
      <dgm:prSet presAssocID="{707DC9BB-CDFB-4DF6-9FF6-FDD02F47DAEC}" presName="node" presStyleLbl="node1" presStyleIdx="3" presStyleCnt="6">
        <dgm:presLayoutVars>
          <dgm:bulletEnabled val="1"/>
        </dgm:presLayoutVars>
      </dgm:prSet>
      <dgm:spPr/>
    </dgm:pt>
    <dgm:pt modelId="{E7EACEDC-B5DD-4517-8E99-2EC452E88271}" type="pres">
      <dgm:prSet presAssocID="{5B12D2FD-29AF-4632-885B-EC265C9B09E0}" presName="sibTrans" presStyleCnt="0"/>
      <dgm:spPr/>
    </dgm:pt>
    <dgm:pt modelId="{B1BE1556-2C1A-4AFA-AA6F-E18DD6C4A4BE}" type="pres">
      <dgm:prSet presAssocID="{327B97CD-CB7F-4746-9A31-3862E3E619CE}" presName="node" presStyleLbl="node1" presStyleIdx="4" presStyleCnt="6">
        <dgm:presLayoutVars>
          <dgm:bulletEnabled val="1"/>
        </dgm:presLayoutVars>
      </dgm:prSet>
      <dgm:spPr/>
    </dgm:pt>
    <dgm:pt modelId="{50143B71-9A6D-4583-84CE-66A673C6A30D}" type="pres">
      <dgm:prSet presAssocID="{9896B095-B2CE-4FDB-9ED1-CCAD1561142F}" presName="sibTrans" presStyleCnt="0"/>
      <dgm:spPr/>
    </dgm:pt>
    <dgm:pt modelId="{EF612CC5-124B-429D-9FA7-A93066A3E448}" type="pres">
      <dgm:prSet presAssocID="{66822902-73ED-4ABB-AB33-B4CACE1B1264}" presName="node" presStyleLbl="node1" presStyleIdx="5" presStyleCnt="6">
        <dgm:presLayoutVars>
          <dgm:bulletEnabled val="1"/>
        </dgm:presLayoutVars>
      </dgm:prSet>
      <dgm:spPr/>
    </dgm:pt>
  </dgm:ptLst>
  <dgm:cxnLst>
    <dgm:cxn modelId="{D974FD11-E1EA-4C32-BFF3-A1C9C5CC593C}" type="presOf" srcId="{707DC9BB-CDFB-4DF6-9FF6-FDD02F47DAEC}" destId="{4A32C2A6-AE50-4D9A-BAA4-16A08F4566CC}" srcOrd="0" destOrd="0" presId="urn:microsoft.com/office/officeart/2005/8/layout/default"/>
    <dgm:cxn modelId="{76634D2B-67AB-42DD-B97E-A5740954BCAC}" srcId="{C3B8190D-843E-4305-B487-C4F65CA8DA50}" destId="{C0A015FC-390F-49E6-9550-ABC86BFB52FE}" srcOrd="2" destOrd="0" parTransId="{1D586235-77F1-48D3-B6E4-DCC935C94378}" sibTransId="{1295089A-6516-4AD5-8817-142DEB95F41C}"/>
    <dgm:cxn modelId="{F8F38834-2F48-4408-9F07-7B20513AFB87}" type="presOf" srcId="{66822902-73ED-4ABB-AB33-B4CACE1B1264}" destId="{EF612CC5-124B-429D-9FA7-A93066A3E448}" srcOrd="0" destOrd="0" presId="urn:microsoft.com/office/officeart/2005/8/layout/default"/>
    <dgm:cxn modelId="{A31D4C77-3BF0-4407-A965-FAFD38B19B69}" type="presOf" srcId="{EF6F7CCF-50E5-4289-B92F-291121107F4D}" destId="{967F7D12-BFE2-4F49-832C-B1E56FC6B69F}" srcOrd="0" destOrd="0" presId="urn:microsoft.com/office/officeart/2005/8/layout/default"/>
    <dgm:cxn modelId="{28A18184-DA24-4D15-83F3-4B040D938647}" srcId="{C3B8190D-843E-4305-B487-C4F65CA8DA50}" destId="{7D599439-4CF3-4A89-8795-E655E6396986}" srcOrd="1" destOrd="0" parTransId="{75E86695-F628-4ECE-98EA-9F60E30576CB}" sibTransId="{34D02374-705F-4F5C-97D7-C9CBAC49F61A}"/>
    <dgm:cxn modelId="{9D711C8F-A35F-426D-802F-2B99104FCFA4}" srcId="{C3B8190D-843E-4305-B487-C4F65CA8DA50}" destId="{707DC9BB-CDFB-4DF6-9FF6-FDD02F47DAEC}" srcOrd="3" destOrd="0" parTransId="{2E97E8CC-BC29-4541-B6F3-EF93F2EA2A27}" sibTransId="{5B12D2FD-29AF-4632-885B-EC265C9B09E0}"/>
    <dgm:cxn modelId="{4668CA91-E7E1-42D9-B4ED-55BFB93D760A}" type="presOf" srcId="{327B97CD-CB7F-4746-9A31-3862E3E619CE}" destId="{B1BE1556-2C1A-4AFA-AA6F-E18DD6C4A4BE}" srcOrd="0" destOrd="0" presId="urn:microsoft.com/office/officeart/2005/8/layout/default"/>
    <dgm:cxn modelId="{2852BF9D-3230-4B37-A536-D193C5DD99C3}" srcId="{C3B8190D-843E-4305-B487-C4F65CA8DA50}" destId="{EF6F7CCF-50E5-4289-B92F-291121107F4D}" srcOrd="0" destOrd="0" parTransId="{928F5267-9501-4126-8DE5-DA9A04B9A94D}" sibTransId="{0682A100-DB4C-4635-84E8-11D58C48408B}"/>
    <dgm:cxn modelId="{3DD2B0A7-D10F-4F7C-9DB8-74013F0F682F}" srcId="{C3B8190D-843E-4305-B487-C4F65CA8DA50}" destId="{327B97CD-CB7F-4746-9A31-3862E3E619CE}" srcOrd="4" destOrd="0" parTransId="{E40877BD-79FC-4DD5-9033-952901027D55}" sibTransId="{9896B095-B2CE-4FDB-9ED1-CCAD1561142F}"/>
    <dgm:cxn modelId="{C3AC7EAE-B633-438E-9183-7D78EE73F5D7}" type="presOf" srcId="{C0A015FC-390F-49E6-9550-ABC86BFB52FE}" destId="{78225F41-37C7-4051-A041-95DC1951FB44}" srcOrd="0" destOrd="0" presId="urn:microsoft.com/office/officeart/2005/8/layout/default"/>
    <dgm:cxn modelId="{A6A8ADB9-D876-48BA-8CCD-115CD02D7CE2}" srcId="{C3B8190D-843E-4305-B487-C4F65CA8DA50}" destId="{66822902-73ED-4ABB-AB33-B4CACE1B1264}" srcOrd="5" destOrd="0" parTransId="{A51882D5-20D3-4EFA-8923-4346204C1D20}" sibTransId="{CCD4FBB5-F7CB-499C-832A-129109C57DC7}"/>
    <dgm:cxn modelId="{D8C398CC-DCCA-42C3-8667-11D358DF3E51}" type="presOf" srcId="{C3B8190D-843E-4305-B487-C4F65CA8DA50}" destId="{CAD21897-728F-43D7-82BE-D265CC6B3ADE}" srcOrd="0" destOrd="0" presId="urn:microsoft.com/office/officeart/2005/8/layout/default"/>
    <dgm:cxn modelId="{CE7F87E0-62AA-468F-B6B3-FCD97C1433B2}" type="presOf" srcId="{7D599439-4CF3-4A89-8795-E655E6396986}" destId="{D86A95EC-F9FC-4C14-A81F-153A08DED8D3}" srcOrd="0" destOrd="0" presId="urn:microsoft.com/office/officeart/2005/8/layout/default"/>
    <dgm:cxn modelId="{F9779DD6-688C-45BF-9A8B-2B9C6D2D1578}" type="presParOf" srcId="{CAD21897-728F-43D7-82BE-D265CC6B3ADE}" destId="{967F7D12-BFE2-4F49-832C-B1E56FC6B69F}" srcOrd="0" destOrd="0" presId="urn:microsoft.com/office/officeart/2005/8/layout/default"/>
    <dgm:cxn modelId="{015079B7-7674-4184-9B7B-F25A825518BA}" type="presParOf" srcId="{CAD21897-728F-43D7-82BE-D265CC6B3ADE}" destId="{14FA09BE-9FA0-44C3-B694-10B51E3534FB}" srcOrd="1" destOrd="0" presId="urn:microsoft.com/office/officeart/2005/8/layout/default"/>
    <dgm:cxn modelId="{63C1FAAA-4896-44A0-A158-042977C97CF4}" type="presParOf" srcId="{CAD21897-728F-43D7-82BE-D265CC6B3ADE}" destId="{D86A95EC-F9FC-4C14-A81F-153A08DED8D3}" srcOrd="2" destOrd="0" presId="urn:microsoft.com/office/officeart/2005/8/layout/default"/>
    <dgm:cxn modelId="{7BD595E2-1A57-461F-B412-EE0CB3CDB965}" type="presParOf" srcId="{CAD21897-728F-43D7-82BE-D265CC6B3ADE}" destId="{942F8386-E4DC-4F93-AFB8-21FFDCB1B2EB}" srcOrd="3" destOrd="0" presId="urn:microsoft.com/office/officeart/2005/8/layout/default"/>
    <dgm:cxn modelId="{BD8AEBC7-8647-4FB3-A87A-AD08E5C29C97}" type="presParOf" srcId="{CAD21897-728F-43D7-82BE-D265CC6B3ADE}" destId="{78225F41-37C7-4051-A041-95DC1951FB44}" srcOrd="4" destOrd="0" presId="urn:microsoft.com/office/officeart/2005/8/layout/default"/>
    <dgm:cxn modelId="{0EB5FA73-AA80-4270-9C13-469C7C0C439D}" type="presParOf" srcId="{CAD21897-728F-43D7-82BE-D265CC6B3ADE}" destId="{8A14E875-C69F-435D-B580-A44DDED9D56F}" srcOrd="5" destOrd="0" presId="urn:microsoft.com/office/officeart/2005/8/layout/default"/>
    <dgm:cxn modelId="{F72081DA-8903-436D-BCDE-C79E22354488}" type="presParOf" srcId="{CAD21897-728F-43D7-82BE-D265CC6B3ADE}" destId="{4A32C2A6-AE50-4D9A-BAA4-16A08F4566CC}" srcOrd="6" destOrd="0" presId="urn:microsoft.com/office/officeart/2005/8/layout/default"/>
    <dgm:cxn modelId="{2FAE874C-D904-40D6-8704-810424E5CA57}" type="presParOf" srcId="{CAD21897-728F-43D7-82BE-D265CC6B3ADE}" destId="{E7EACEDC-B5DD-4517-8E99-2EC452E88271}" srcOrd="7" destOrd="0" presId="urn:microsoft.com/office/officeart/2005/8/layout/default"/>
    <dgm:cxn modelId="{B68FFA3B-5BF2-4E29-B44F-3C7331C907BA}" type="presParOf" srcId="{CAD21897-728F-43D7-82BE-D265CC6B3ADE}" destId="{B1BE1556-2C1A-4AFA-AA6F-E18DD6C4A4BE}" srcOrd="8" destOrd="0" presId="urn:microsoft.com/office/officeart/2005/8/layout/default"/>
    <dgm:cxn modelId="{3A1A3D37-D5ED-4223-8B1E-6C49CC0515B8}" type="presParOf" srcId="{CAD21897-728F-43D7-82BE-D265CC6B3ADE}" destId="{50143B71-9A6D-4583-84CE-66A673C6A30D}" srcOrd="9" destOrd="0" presId="urn:microsoft.com/office/officeart/2005/8/layout/default"/>
    <dgm:cxn modelId="{EB7743D5-36C8-49EA-BAD1-1B50986BD281}" type="presParOf" srcId="{CAD21897-728F-43D7-82BE-D265CC6B3ADE}" destId="{EF612CC5-124B-429D-9FA7-A93066A3E44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BD3066-8281-4ABA-AB14-CBCD0A210B2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C8A11C8-0536-438E-BFEA-B11D12556707}">
      <dgm:prSet custT="1"/>
      <dgm:spPr/>
      <dgm:t>
        <a:bodyPr/>
        <a:lstStyle/>
        <a:p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 managed service — no manual DB administration.</a:t>
          </a:r>
          <a:endParaRPr lang="en-US" sz="18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D4D2B8F-2F4D-4A27-84CF-0F9988669D88}" type="parTrans" cxnId="{A84C4FC7-191E-46FA-9B2C-FF1705D525F9}">
      <dgm:prSet/>
      <dgm:spPr/>
      <dgm:t>
        <a:bodyPr/>
        <a:lstStyle/>
        <a:p>
          <a:endParaRPr lang="en-US"/>
        </a:p>
      </dgm:t>
    </dgm:pt>
    <dgm:pt modelId="{2E0CD9F4-33A5-471D-8A79-5A5E7B4166C6}" type="sibTrans" cxnId="{A84C4FC7-191E-46FA-9B2C-FF1705D525F9}">
      <dgm:prSet/>
      <dgm:spPr/>
      <dgm:t>
        <a:bodyPr/>
        <a:lstStyle/>
        <a:p>
          <a:endParaRPr lang="en-US"/>
        </a:p>
      </dgm:t>
    </dgm:pt>
    <dgm:pt modelId="{0815066D-3544-4A42-8AB5-4EB6C6D11347}">
      <dgm:prSet custT="1"/>
      <dgm:spPr/>
      <dgm:t>
        <a:bodyPr/>
        <a:lstStyle/>
        <a:p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Automatic backups and patching.</a:t>
          </a:r>
          <a:endParaRPr lang="en-US" sz="18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073FC30-F38D-42F4-8D3A-0F06BA82295B}" type="parTrans" cxnId="{F16FD97C-F55D-4A99-AFD3-9996CD6F177A}">
      <dgm:prSet/>
      <dgm:spPr/>
      <dgm:t>
        <a:bodyPr/>
        <a:lstStyle/>
        <a:p>
          <a:endParaRPr lang="en-US"/>
        </a:p>
      </dgm:t>
    </dgm:pt>
    <dgm:pt modelId="{2F7FE3CA-FE2E-4BEB-949A-27D37FBDACCA}" type="sibTrans" cxnId="{F16FD97C-F55D-4A99-AFD3-9996CD6F177A}">
      <dgm:prSet/>
      <dgm:spPr/>
      <dgm:t>
        <a:bodyPr/>
        <a:lstStyle/>
        <a:p>
          <a:endParaRPr lang="en-US"/>
        </a:p>
      </dgm:t>
    </dgm:pt>
    <dgm:pt modelId="{F108B330-F0B2-4F5A-A9BB-DFC4B0B5F98C}">
      <dgm:prSet custT="1"/>
      <dgm:spPr/>
      <dgm:t>
        <a:bodyPr/>
        <a:lstStyle/>
        <a:p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High availability with Multi-AZ deployments.</a:t>
          </a:r>
          <a:endParaRPr lang="en-US" sz="18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245A48A-4CC4-419C-A692-20C7EBDFEDE2}" type="parTrans" cxnId="{EBFC0CA1-49D4-40B0-9A07-AE6732B57629}">
      <dgm:prSet/>
      <dgm:spPr/>
      <dgm:t>
        <a:bodyPr/>
        <a:lstStyle/>
        <a:p>
          <a:endParaRPr lang="en-US"/>
        </a:p>
      </dgm:t>
    </dgm:pt>
    <dgm:pt modelId="{832C3C59-8725-470F-BE5E-60D1DD67CB28}" type="sibTrans" cxnId="{EBFC0CA1-49D4-40B0-9A07-AE6732B57629}">
      <dgm:prSet/>
      <dgm:spPr/>
      <dgm:t>
        <a:bodyPr/>
        <a:lstStyle/>
        <a:p>
          <a:endParaRPr lang="en-US"/>
        </a:p>
      </dgm:t>
    </dgm:pt>
    <dgm:pt modelId="{7D4501C0-667C-4803-AAC6-6FD7B2E00B4E}">
      <dgm:prSet custT="1"/>
      <dgm:spPr/>
      <dgm:t>
        <a:bodyPr/>
        <a:lstStyle/>
        <a:p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Automatic failover and read replicas for performance.</a:t>
          </a:r>
          <a:endParaRPr lang="en-US" sz="18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5ECF589-169B-481F-9DAB-9D3E8E6E6E79}" type="parTrans" cxnId="{D63B0640-3982-4966-AB51-A18A02C6184E}">
      <dgm:prSet/>
      <dgm:spPr/>
      <dgm:t>
        <a:bodyPr/>
        <a:lstStyle/>
        <a:p>
          <a:endParaRPr lang="en-US"/>
        </a:p>
      </dgm:t>
    </dgm:pt>
    <dgm:pt modelId="{AD253BF8-7646-4380-B423-5D95D91D8E9A}" type="sibTrans" cxnId="{D63B0640-3982-4966-AB51-A18A02C6184E}">
      <dgm:prSet/>
      <dgm:spPr/>
      <dgm:t>
        <a:bodyPr/>
        <a:lstStyle/>
        <a:p>
          <a:endParaRPr lang="en-US"/>
        </a:p>
      </dgm:t>
    </dgm:pt>
    <dgm:pt modelId="{D25FEED1-B394-46BD-BF3D-C69A4A76D63C}">
      <dgm:prSet custT="1"/>
      <dgm:spPr/>
      <dgm:t>
        <a:bodyPr/>
        <a:lstStyle/>
        <a:p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Scalability — easily increase compute/storage.</a:t>
          </a:r>
          <a:endParaRPr lang="en-US" sz="18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4BF784F-D4D2-40FB-83E7-78CC543B264A}" type="parTrans" cxnId="{70DE67C8-0D05-4D7D-903C-8C42E1CC96C9}">
      <dgm:prSet/>
      <dgm:spPr/>
      <dgm:t>
        <a:bodyPr/>
        <a:lstStyle/>
        <a:p>
          <a:endParaRPr lang="en-US"/>
        </a:p>
      </dgm:t>
    </dgm:pt>
    <dgm:pt modelId="{BA09B3DC-F896-41A1-B6B7-B5E459DF51F6}" type="sibTrans" cxnId="{70DE67C8-0D05-4D7D-903C-8C42E1CC96C9}">
      <dgm:prSet/>
      <dgm:spPr/>
      <dgm:t>
        <a:bodyPr/>
        <a:lstStyle/>
        <a:p>
          <a:endParaRPr lang="en-US"/>
        </a:p>
      </dgm:t>
    </dgm:pt>
    <dgm:pt modelId="{D326DEDC-7487-43DA-9470-99D205C8876C}">
      <dgm:prSet custT="1"/>
      <dgm:spPr/>
      <dgm:t>
        <a:bodyPr/>
        <a:lstStyle/>
        <a:p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Integrated with CloudWatch for monitoring.</a:t>
          </a:r>
          <a:endParaRPr lang="en-US" sz="18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F151955-BA2F-436A-9297-B591ACD6BF35}" type="parTrans" cxnId="{B4A543BA-2319-4437-A3A4-F8FFB0283B82}">
      <dgm:prSet/>
      <dgm:spPr/>
      <dgm:t>
        <a:bodyPr/>
        <a:lstStyle/>
        <a:p>
          <a:endParaRPr lang="en-US"/>
        </a:p>
      </dgm:t>
    </dgm:pt>
    <dgm:pt modelId="{1351A75C-22B3-4068-AD32-473D57DD4A0A}" type="sibTrans" cxnId="{B4A543BA-2319-4437-A3A4-F8FFB0283B82}">
      <dgm:prSet/>
      <dgm:spPr/>
      <dgm:t>
        <a:bodyPr/>
        <a:lstStyle/>
        <a:p>
          <a:endParaRPr lang="en-US"/>
        </a:p>
      </dgm:t>
    </dgm:pt>
    <dgm:pt modelId="{977B7D2A-B42C-49EE-9F3F-60EA9EE39868}" type="pres">
      <dgm:prSet presAssocID="{82BD3066-8281-4ABA-AB14-CBCD0A210B2D}" presName="Name0" presStyleCnt="0">
        <dgm:presLayoutVars>
          <dgm:dir/>
          <dgm:resizeHandles val="exact"/>
        </dgm:presLayoutVars>
      </dgm:prSet>
      <dgm:spPr/>
    </dgm:pt>
    <dgm:pt modelId="{DCF0533A-5167-4A86-9FF6-38344AB14F7C}" type="pres">
      <dgm:prSet presAssocID="{EC8A11C8-0536-438E-BFEA-B11D12556707}" presName="node" presStyleLbl="node1" presStyleIdx="0" presStyleCnt="6">
        <dgm:presLayoutVars>
          <dgm:bulletEnabled val="1"/>
        </dgm:presLayoutVars>
      </dgm:prSet>
      <dgm:spPr/>
    </dgm:pt>
    <dgm:pt modelId="{7DF0F57C-8035-4131-8F70-D516FFA5759A}" type="pres">
      <dgm:prSet presAssocID="{2E0CD9F4-33A5-471D-8A79-5A5E7B4166C6}" presName="sibTrans" presStyleLbl="sibTrans1D1" presStyleIdx="0" presStyleCnt="5"/>
      <dgm:spPr/>
    </dgm:pt>
    <dgm:pt modelId="{19F7A09B-EF2D-4FEC-9D24-BE58BDA3AADE}" type="pres">
      <dgm:prSet presAssocID="{2E0CD9F4-33A5-471D-8A79-5A5E7B4166C6}" presName="connectorText" presStyleLbl="sibTrans1D1" presStyleIdx="0" presStyleCnt="5"/>
      <dgm:spPr/>
    </dgm:pt>
    <dgm:pt modelId="{49673DD2-77F6-4596-9489-7417DE1AE297}" type="pres">
      <dgm:prSet presAssocID="{0815066D-3544-4A42-8AB5-4EB6C6D11347}" presName="node" presStyleLbl="node1" presStyleIdx="1" presStyleCnt="6">
        <dgm:presLayoutVars>
          <dgm:bulletEnabled val="1"/>
        </dgm:presLayoutVars>
      </dgm:prSet>
      <dgm:spPr/>
    </dgm:pt>
    <dgm:pt modelId="{F89A9991-B16A-4D25-B999-A613E6608C31}" type="pres">
      <dgm:prSet presAssocID="{2F7FE3CA-FE2E-4BEB-949A-27D37FBDACCA}" presName="sibTrans" presStyleLbl="sibTrans1D1" presStyleIdx="1" presStyleCnt="5"/>
      <dgm:spPr/>
    </dgm:pt>
    <dgm:pt modelId="{87ED0108-7764-4D17-B5C5-F441F37033EA}" type="pres">
      <dgm:prSet presAssocID="{2F7FE3CA-FE2E-4BEB-949A-27D37FBDACCA}" presName="connectorText" presStyleLbl="sibTrans1D1" presStyleIdx="1" presStyleCnt="5"/>
      <dgm:spPr/>
    </dgm:pt>
    <dgm:pt modelId="{4F445079-3B72-49C8-9F82-AC010FE0AFDC}" type="pres">
      <dgm:prSet presAssocID="{F108B330-F0B2-4F5A-A9BB-DFC4B0B5F98C}" presName="node" presStyleLbl="node1" presStyleIdx="2" presStyleCnt="6">
        <dgm:presLayoutVars>
          <dgm:bulletEnabled val="1"/>
        </dgm:presLayoutVars>
      </dgm:prSet>
      <dgm:spPr/>
    </dgm:pt>
    <dgm:pt modelId="{901E6CAD-251A-4FE8-BC88-4592F4942DD7}" type="pres">
      <dgm:prSet presAssocID="{832C3C59-8725-470F-BE5E-60D1DD67CB28}" presName="sibTrans" presStyleLbl="sibTrans1D1" presStyleIdx="2" presStyleCnt="5"/>
      <dgm:spPr/>
    </dgm:pt>
    <dgm:pt modelId="{7C428666-3D6A-4C0B-B6A7-CE518D63A7AB}" type="pres">
      <dgm:prSet presAssocID="{832C3C59-8725-470F-BE5E-60D1DD67CB28}" presName="connectorText" presStyleLbl="sibTrans1D1" presStyleIdx="2" presStyleCnt="5"/>
      <dgm:spPr/>
    </dgm:pt>
    <dgm:pt modelId="{636BE876-5166-4258-BFEC-8AAB332B32B1}" type="pres">
      <dgm:prSet presAssocID="{7D4501C0-667C-4803-AAC6-6FD7B2E00B4E}" presName="node" presStyleLbl="node1" presStyleIdx="3" presStyleCnt="6">
        <dgm:presLayoutVars>
          <dgm:bulletEnabled val="1"/>
        </dgm:presLayoutVars>
      </dgm:prSet>
      <dgm:spPr/>
    </dgm:pt>
    <dgm:pt modelId="{FA2424E3-F937-4C23-8C20-E602307953B2}" type="pres">
      <dgm:prSet presAssocID="{AD253BF8-7646-4380-B423-5D95D91D8E9A}" presName="sibTrans" presStyleLbl="sibTrans1D1" presStyleIdx="3" presStyleCnt="5"/>
      <dgm:spPr/>
    </dgm:pt>
    <dgm:pt modelId="{B6CDA9AA-E6C6-45BF-AD98-CCD2369FFDC8}" type="pres">
      <dgm:prSet presAssocID="{AD253BF8-7646-4380-B423-5D95D91D8E9A}" presName="connectorText" presStyleLbl="sibTrans1D1" presStyleIdx="3" presStyleCnt="5"/>
      <dgm:spPr/>
    </dgm:pt>
    <dgm:pt modelId="{6B7A08B1-2287-4DBB-B1DA-79274D807151}" type="pres">
      <dgm:prSet presAssocID="{D25FEED1-B394-46BD-BF3D-C69A4A76D63C}" presName="node" presStyleLbl="node1" presStyleIdx="4" presStyleCnt="6">
        <dgm:presLayoutVars>
          <dgm:bulletEnabled val="1"/>
        </dgm:presLayoutVars>
      </dgm:prSet>
      <dgm:spPr/>
    </dgm:pt>
    <dgm:pt modelId="{6773F83F-CB58-484D-84D6-695C3F2F9761}" type="pres">
      <dgm:prSet presAssocID="{BA09B3DC-F896-41A1-B6B7-B5E459DF51F6}" presName="sibTrans" presStyleLbl="sibTrans1D1" presStyleIdx="4" presStyleCnt="5"/>
      <dgm:spPr/>
    </dgm:pt>
    <dgm:pt modelId="{DBF9A79A-5FDE-46EB-9E6E-3781C3322530}" type="pres">
      <dgm:prSet presAssocID="{BA09B3DC-F896-41A1-B6B7-B5E459DF51F6}" presName="connectorText" presStyleLbl="sibTrans1D1" presStyleIdx="4" presStyleCnt="5"/>
      <dgm:spPr/>
    </dgm:pt>
    <dgm:pt modelId="{E5FDF735-1288-4118-B3DE-E91315169A1B}" type="pres">
      <dgm:prSet presAssocID="{D326DEDC-7487-43DA-9470-99D205C8876C}" presName="node" presStyleLbl="node1" presStyleIdx="5" presStyleCnt="6">
        <dgm:presLayoutVars>
          <dgm:bulletEnabled val="1"/>
        </dgm:presLayoutVars>
      </dgm:prSet>
      <dgm:spPr/>
    </dgm:pt>
  </dgm:ptLst>
  <dgm:cxnLst>
    <dgm:cxn modelId="{E792B200-65F4-466A-BFAE-00772DD4401C}" type="presOf" srcId="{AD253BF8-7646-4380-B423-5D95D91D8E9A}" destId="{B6CDA9AA-E6C6-45BF-AD98-CCD2369FFDC8}" srcOrd="1" destOrd="0" presId="urn:microsoft.com/office/officeart/2016/7/layout/RepeatingBendingProcessNew"/>
    <dgm:cxn modelId="{5479F100-C71A-4FED-90A1-8A0E8B0D476C}" type="presOf" srcId="{832C3C59-8725-470F-BE5E-60D1DD67CB28}" destId="{7C428666-3D6A-4C0B-B6A7-CE518D63A7AB}" srcOrd="1" destOrd="0" presId="urn:microsoft.com/office/officeart/2016/7/layout/RepeatingBendingProcessNew"/>
    <dgm:cxn modelId="{2E5D320F-EA35-4DBD-9AE7-07D116591190}" type="presOf" srcId="{0815066D-3544-4A42-8AB5-4EB6C6D11347}" destId="{49673DD2-77F6-4596-9489-7417DE1AE297}" srcOrd="0" destOrd="0" presId="urn:microsoft.com/office/officeart/2016/7/layout/RepeatingBendingProcessNew"/>
    <dgm:cxn modelId="{5A77952E-AB04-4A2E-A785-681625FB2C69}" type="presOf" srcId="{832C3C59-8725-470F-BE5E-60D1DD67CB28}" destId="{901E6CAD-251A-4FE8-BC88-4592F4942DD7}" srcOrd="0" destOrd="0" presId="urn:microsoft.com/office/officeart/2016/7/layout/RepeatingBendingProcessNew"/>
    <dgm:cxn modelId="{D63B0640-3982-4966-AB51-A18A02C6184E}" srcId="{82BD3066-8281-4ABA-AB14-CBCD0A210B2D}" destId="{7D4501C0-667C-4803-AAC6-6FD7B2E00B4E}" srcOrd="3" destOrd="0" parTransId="{55ECF589-169B-481F-9DAB-9D3E8E6E6E79}" sibTransId="{AD253BF8-7646-4380-B423-5D95D91D8E9A}"/>
    <dgm:cxn modelId="{D88DB55D-553C-4831-A81B-991EBF8CFD88}" type="presOf" srcId="{82BD3066-8281-4ABA-AB14-CBCD0A210B2D}" destId="{977B7D2A-B42C-49EE-9F3F-60EA9EE39868}" srcOrd="0" destOrd="0" presId="urn:microsoft.com/office/officeart/2016/7/layout/RepeatingBendingProcessNew"/>
    <dgm:cxn modelId="{76BE8F41-C3E4-416A-B4C2-96ADF72FD27B}" type="presOf" srcId="{2F7FE3CA-FE2E-4BEB-949A-27D37FBDACCA}" destId="{87ED0108-7764-4D17-B5C5-F441F37033EA}" srcOrd="1" destOrd="0" presId="urn:microsoft.com/office/officeart/2016/7/layout/RepeatingBendingProcessNew"/>
    <dgm:cxn modelId="{1D8FBE42-2781-4BE4-8716-5F83A8DB4E06}" type="presOf" srcId="{D326DEDC-7487-43DA-9470-99D205C8876C}" destId="{E5FDF735-1288-4118-B3DE-E91315169A1B}" srcOrd="0" destOrd="0" presId="urn:microsoft.com/office/officeart/2016/7/layout/RepeatingBendingProcessNew"/>
    <dgm:cxn modelId="{B65CF855-2165-4449-851B-E50DB26085D6}" type="presOf" srcId="{AD253BF8-7646-4380-B423-5D95D91D8E9A}" destId="{FA2424E3-F937-4C23-8C20-E602307953B2}" srcOrd="0" destOrd="0" presId="urn:microsoft.com/office/officeart/2016/7/layout/RepeatingBendingProcessNew"/>
    <dgm:cxn modelId="{69BCFB76-BDC7-4BC5-99BB-37E261BAA0F7}" type="presOf" srcId="{2E0CD9F4-33A5-471D-8A79-5A5E7B4166C6}" destId="{19F7A09B-EF2D-4FEC-9D24-BE58BDA3AADE}" srcOrd="1" destOrd="0" presId="urn:microsoft.com/office/officeart/2016/7/layout/RepeatingBendingProcessNew"/>
    <dgm:cxn modelId="{F16FD97C-F55D-4A99-AFD3-9996CD6F177A}" srcId="{82BD3066-8281-4ABA-AB14-CBCD0A210B2D}" destId="{0815066D-3544-4A42-8AB5-4EB6C6D11347}" srcOrd="1" destOrd="0" parTransId="{5073FC30-F38D-42F4-8D3A-0F06BA82295B}" sibTransId="{2F7FE3CA-FE2E-4BEB-949A-27D37FBDACCA}"/>
    <dgm:cxn modelId="{CDA05299-F430-4A23-8814-FE84AF294D77}" type="presOf" srcId="{BA09B3DC-F896-41A1-B6B7-B5E459DF51F6}" destId="{DBF9A79A-5FDE-46EB-9E6E-3781C3322530}" srcOrd="1" destOrd="0" presId="urn:microsoft.com/office/officeart/2016/7/layout/RepeatingBendingProcessNew"/>
    <dgm:cxn modelId="{EBFC0CA1-49D4-40B0-9A07-AE6732B57629}" srcId="{82BD3066-8281-4ABA-AB14-CBCD0A210B2D}" destId="{F108B330-F0B2-4F5A-A9BB-DFC4B0B5F98C}" srcOrd="2" destOrd="0" parTransId="{4245A48A-4CC4-419C-A692-20C7EBDFEDE2}" sibTransId="{832C3C59-8725-470F-BE5E-60D1DD67CB28}"/>
    <dgm:cxn modelId="{0D66E8A1-B9FD-45E3-A096-A3FE3E0E0FE6}" type="presOf" srcId="{2E0CD9F4-33A5-471D-8A79-5A5E7B4166C6}" destId="{7DF0F57C-8035-4131-8F70-D516FFA5759A}" srcOrd="0" destOrd="0" presId="urn:microsoft.com/office/officeart/2016/7/layout/RepeatingBendingProcessNew"/>
    <dgm:cxn modelId="{34DA56AC-8724-4129-8EFE-E95C440E13DE}" type="presOf" srcId="{7D4501C0-667C-4803-AAC6-6FD7B2E00B4E}" destId="{636BE876-5166-4258-BFEC-8AAB332B32B1}" srcOrd="0" destOrd="0" presId="urn:microsoft.com/office/officeart/2016/7/layout/RepeatingBendingProcessNew"/>
    <dgm:cxn modelId="{8B6D12B1-0451-41D0-AD3B-847BF5BD62C1}" type="presOf" srcId="{EC8A11C8-0536-438E-BFEA-B11D12556707}" destId="{DCF0533A-5167-4A86-9FF6-38344AB14F7C}" srcOrd="0" destOrd="0" presId="urn:microsoft.com/office/officeart/2016/7/layout/RepeatingBendingProcessNew"/>
    <dgm:cxn modelId="{B4A543BA-2319-4437-A3A4-F8FFB0283B82}" srcId="{82BD3066-8281-4ABA-AB14-CBCD0A210B2D}" destId="{D326DEDC-7487-43DA-9470-99D205C8876C}" srcOrd="5" destOrd="0" parTransId="{3F151955-BA2F-436A-9297-B591ACD6BF35}" sibTransId="{1351A75C-22B3-4068-AD32-473D57DD4A0A}"/>
    <dgm:cxn modelId="{0589B3C0-CB0F-490E-8703-6CF2D599E69A}" type="presOf" srcId="{BA09B3DC-F896-41A1-B6B7-B5E459DF51F6}" destId="{6773F83F-CB58-484D-84D6-695C3F2F9761}" srcOrd="0" destOrd="0" presId="urn:microsoft.com/office/officeart/2016/7/layout/RepeatingBendingProcessNew"/>
    <dgm:cxn modelId="{23820CC4-0B5B-4D5B-AFB8-99F67453166E}" type="presOf" srcId="{F108B330-F0B2-4F5A-A9BB-DFC4B0B5F98C}" destId="{4F445079-3B72-49C8-9F82-AC010FE0AFDC}" srcOrd="0" destOrd="0" presId="urn:microsoft.com/office/officeart/2016/7/layout/RepeatingBendingProcessNew"/>
    <dgm:cxn modelId="{A84C4FC7-191E-46FA-9B2C-FF1705D525F9}" srcId="{82BD3066-8281-4ABA-AB14-CBCD0A210B2D}" destId="{EC8A11C8-0536-438E-BFEA-B11D12556707}" srcOrd="0" destOrd="0" parTransId="{7D4D2B8F-2F4D-4A27-84CF-0F9988669D88}" sibTransId="{2E0CD9F4-33A5-471D-8A79-5A5E7B4166C6}"/>
    <dgm:cxn modelId="{70DE67C8-0D05-4D7D-903C-8C42E1CC96C9}" srcId="{82BD3066-8281-4ABA-AB14-CBCD0A210B2D}" destId="{D25FEED1-B394-46BD-BF3D-C69A4A76D63C}" srcOrd="4" destOrd="0" parTransId="{A4BF784F-D4D2-40FB-83E7-78CC543B264A}" sibTransId="{BA09B3DC-F896-41A1-B6B7-B5E459DF51F6}"/>
    <dgm:cxn modelId="{421A42D3-95B4-4F05-88ED-D76CD407B468}" type="presOf" srcId="{2F7FE3CA-FE2E-4BEB-949A-27D37FBDACCA}" destId="{F89A9991-B16A-4D25-B999-A613E6608C31}" srcOrd="0" destOrd="0" presId="urn:microsoft.com/office/officeart/2016/7/layout/RepeatingBendingProcessNew"/>
    <dgm:cxn modelId="{78E747DE-84F6-4FB7-BDA4-8577F3923386}" type="presOf" srcId="{D25FEED1-B394-46BD-BF3D-C69A4A76D63C}" destId="{6B7A08B1-2287-4DBB-B1DA-79274D807151}" srcOrd="0" destOrd="0" presId="urn:microsoft.com/office/officeart/2016/7/layout/RepeatingBendingProcessNew"/>
    <dgm:cxn modelId="{2BDA378D-3AD9-447C-B0DE-7C9EF34615A2}" type="presParOf" srcId="{977B7D2A-B42C-49EE-9F3F-60EA9EE39868}" destId="{DCF0533A-5167-4A86-9FF6-38344AB14F7C}" srcOrd="0" destOrd="0" presId="urn:microsoft.com/office/officeart/2016/7/layout/RepeatingBendingProcessNew"/>
    <dgm:cxn modelId="{C89F5253-FC03-4B72-B774-D7A973F80F12}" type="presParOf" srcId="{977B7D2A-B42C-49EE-9F3F-60EA9EE39868}" destId="{7DF0F57C-8035-4131-8F70-D516FFA5759A}" srcOrd="1" destOrd="0" presId="urn:microsoft.com/office/officeart/2016/7/layout/RepeatingBendingProcessNew"/>
    <dgm:cxn modelId="{7FC3767A-4B51-4DBE-8425-50548481B4BE}" type="presParOf" srcId="{7DF0F57C-8035-4131-8F70-D516FFA5759A}" destId="{19F7A09B-EF2D-4FEC-9D24-BE58BDA3AADE}" srcOrd="0" destOrd="0" presId="urn:microsoft.com/office/officeart/2016/7/layout/RepeatingBendingProcessNew"/>
    <dgm:cxn modelId="{55F6D018-F347-4FF6-B8A1-D4C84262C6C8}" type="presParOf" srcId="{977B7D2A-B42C-49EE-9F3F-60EA9EE39868}" destId="{49673DD2-77F6-4596-9489-7417DE1AE297}" srcOrd="2" destOrd="0" presId="urn:microsoft.com/office/officeart/2016/7/layout/RepeatingBendingProcessNew"/>
    <dgm:cxn modelId="{BB3C4369-6F5E-42EC-B119-21F808106858}" type="presParOf" srcId="{977B7D2A-B42C-49EE-9F3F-60EA9EE39868}" destId="{F89A9991-B16A-4D25-B999-A613E6608C31}" srcOrd="3" destOrd="0" presId="urn:microsoft.com/office/officeart/2016/7/layout/RepeatingBendingProcessNew"/>
    <dgm:cxn modelId="{4FEF26FD-B385-4C48-98B8-48BEC5EC815C}" type="presParOf" srcId="{F89A9991-B16A-4D25-B999-A613E6608C31}" destId="{87ED0108-7764-4D17-B5C5-F441F37033EA}" srcOrd="0" destOrd="0" presId="urn:microsoft.com/office/officeart/2016/7/layout/RepeatingBendingProcessNew"/>
    <dgm:cxn modelId="{84636096-2E5B-4DD8-9682-4201777F0DC1}" type="presParOf" srcId="{977B7D2A-B42C-49EE-9F3F-60EA9EE39868}" destId="{4F445079-3B72-49C8-9F82-AC010FE0AFDC}" srcOrd="4" destOrd="0" presId="urn:microsoft.com/office/officeart/2016/7/layout/RepeatingBendingProcessNew"/>
    <dgm:cxn modelId="{6678EEBA-3EF3-4CEE-A514-B1436D5CE13E}" type="presParOf" srcId="{977B7D2A-B42C-49EE-9F3F-60EA9EE39868}" destId="{901E6CAD-251A-4FE8-BC88-4592F4942DD7}" srcOrd="5" destOrd="0" presId="urn:microsoft.com/office/officeart/2016/7/layout/RepeatingBendingProcessNew"/>
    <dgm:cxn modelId="{8C8D1371-97B9-452C-99E9-6A3F6EF7379B}" type="presParOf" srcId="{901E6CAD-251A-4FE8-BC88-4592F4942DD7}" destId="{7C428666-3D6A-4C0B-B6A7-CE518D63A7AB}" srcOrd="0" destOrd="0" presId="urn:microsoft.com/office/officeart/2016/7/layout/RepeatingBendingProcessNew"/>
    <dgm:cxn modelId="{B39AFAAF-B10A-4924-BA58-8E0593C3A165}" type="presParOf" srcId="{977B7D2A-B42C-49EE-9F3F-60EA9EE39868}" destId="{636BE876-5166-4258-BFEC-8AAB332B32B1}" srcOrd="6" destOrd="0" presId="urn:microsoft.com/office/officeart/2016/7/layout/RepeatingBendingProcessNew"/>
    <dgm:cxn modelId="{F1454A99-ED23-412A-89B1-A779F0F7E955}" type="presParOf" srcId="{977B7D2A-B42C-49EE-9F3F-60EA9EE39868}" destId="{FA2424E3-F937-4C23-8C20-E602307953B2}" srcOrd="7" destOrd="0" presId="urn:microsoft.com/office/officeart/2016/7/layout/RepeatingBendingProcessNew"/>
    <dgm:cxn modelId="{615431A7-7C63-469D-9A2D-E0C4D965587E}" type="presParOf" srcId="{FA2424E3-F937-4C23-8C20-E602307953B2}" destId="{B6CDA9AA-E6C6-45BF-AD98-CCD2369FFDC8}" srcOrd="0" destOrd="0" presId="urn:microsoft.com/office/officeart/2016/7/layout/RepeatingBendingProcessNew"/>
    <dgm:cxn modelId="{F858D798-D17C-4076-8FB9-8CA739B0D010}" type="presParOf" srcId="{977B7D2A-B42C-49EE-9F3F-60EA9EE39868}" destId="{6B7A08B1-2287-4DBB-B1DA-79274D807151}" srcOrd="8" destOrd="0" presId="urn:microsoft.com/office/officeart/2016/7/layout/RepeatingBendingProcessNew"/>
    <dgm:cxn modelId="{7EAA0FFF-74F9-49B9-99D9-6E0CA5499FCE}" type="presParOf" srcId="{977B7D2A-B42C-49EE-9F3F-60EA9EE39868}" destId="{6773F83F-CB58-484D-84D6-695C3F2F9761}" srcOrd="9" destOrd="0" presId="urn:microsoft.com/office/officeart/2016/7/layout/RepeatingBendingProcessNew"/>
    <dgm:cxn modelId="{1ADB20C6-96D7-474C-9D63-43C7BC618662}" type="presParOf" srcId="{6773F83F-CB58-484D-84D6-695C3F2F9761}" destId="{DBF9A79A-5FDE-46EB-9E6E-3781C3322530}" srcOrd="0" destOrd="0" presId="urn:microsoft.com/office/officeart/2016/7/layout/RepeatingBendingProcessNew"/>
    <dgm:cxn modelId="{92BAF0F9-213C-4C31-ABBB-61F0B8657A59}" type="presParOf" srcId="{977B7D2A-B42C-49EE-9F3F-60EA9EE39868}" destId="{E5FDF735-1288-4118-B3DE-E91315169A1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8E9F71-A29F-4DC5-90B6-B844BAE2D573}">
      <dsp:nvSpPr>
        <dsp:cNvPr id="0" name=""/>
        <dsp:cNvSpPr/>
      </dsp:nvSpPr>
      <dsp:spPr>
        <a:xfrm>
          <a:off x="503116" y="419"/>
          <a:ext cx="2190586" cy="1095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Amazon RDS (Relational Database Service) is a fully managed database service from AWS.</a:t>
          </a:r>
          <a:endParaRPr lang="en-US" sz="1500" kern="1200"/>
        </a:p>
      </dsp:txBody>
      <dsp:txXfrm>
        <a:off x="535196" y="32499"/>
        <a:ext cx="2126426" cy="1031133"/>
      </dsp:txXfrm>
    </dsp:sp>
    <dsp:sp modelId="{F9F485A1-9F0E-4AC2-B949-337B01F0786E}">
      <dsp:nvSpPr>
        <dsp:cNvPr id="0" name=""/>
        <dsp:cNvSpPr/>
      </dsp:nvSpPr>
      <dsp:spPr>
        <a:xfrm>
          <a:off x="503116" y="1260007"/>
          <a:ext cx="2190586" cy="1095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Makes it easy to set up, operate, and scale a relational database in the cloud.</a:t>
          </a:r>
          <a:endParaRPr lang="en-US" sz="1500" kern="1200"/>
        </a:p>
      </dsp:txBody>
      <dsp:txXfrm>
        <a:off x="535196" y="1292087"/>
        <a:ext cx="2126426" cy="1031133"/>
      </dsp:txXfrm>
    </dsp:sp>
    <dsp:sp modelId="{1B514F42-BF56-46BA-A1F4-E18899CB9838}">
      <dsp:nvSpPr>
        <dsp:cNvPr id="0" name=""/>
        <dsp:cNvSpPr/>
      </dsp:nvSpPr>
      <dsp:spPr>
        <a:xfrm>
          <a:off x="503116" y="2519594"/>
          <a:ext cx="2190586" cy="1095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AWS automates:</a:t>
          </a:r>
          <a:endParaRPr lang="en-US" sz="1500" kern="1200"/>
        </a:p>
      </dsp:txBody>
      <dsp:txXfrm>
        <a:off x="535196" y="2551674"/>
        <a:ext cx="2126426" cy="1031133"/>
      </dsp:txXfrm>
    </dsp:sp>
    <dsp:sp modelId="{373CB672-2B8C-43A6-80FB-2A4812A4A44B}">
      <dsp:nvSpPr>
        <dsp:cNvPr id="0" name=""/>
        <dsp:cNvSpPr/>
      </dsp:nvSpPr>
      <dsp:spPr>
        <a:xfrm rot="17692822">
          <a:off x="2090481" y="2104642"/>
          <a:ext cx="2082677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2082677" y="17907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079753" y="2070483"/>
        <a:ext cx="104133" cy="104133"/>
      </dsp:txXfrm>
    </dsp:sp>
    <dsp:sp modelId="{86E4E4F9-6590-40EB-A1F7-2BA50CB2BE5D}">
      <dsp:nvSpPr>
        <dsp:cNvPr id="0" name=""/>
        <dsp:cNvSpPr/>
      </dsp:nvSpPr>
      <dsp:spPr>
        <a:xfrm>
          <a:off x="3569937" y="630213"/>
          <a:ext cx="2190586" cy="109529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Database provisioning</a:t>
          </a:r>
          <a:endParaRPr lang="en-US" sz="1500" kern="1200"/>
        </a:p>
      </dsp:txBody>
      <dsp:txXfrm>
        <a:off x="3602017" y="662293"/>
        <a:ext cx="2126426" cy="1031133"/>
      </dsp:txXfrm>
    </dsp:sp>
    <dsp:sp modelId="{E51C7AA3-A98A-4485-8710-A1F5BE25DC36}">
      <dsp:nvSpPr>
        <dsp:cNvPr id="0" name=""/>
        <dsp:cNvSpPr/>
      </dsp:nvSpPr>
      <dsp:spPr>
        <a:xfrm rot="19457599">
          <a:off x="2592276" y="2734436"/>
          <a:ext cx="1079086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79086" y="17907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4842" y="2725366"/>
        <a:ext cx="53954" cy="53954"/>
      </dsp:txXfrm>
    </dsp:sp>
    <dsp:sp modelId="{902665FD-B477-4E1E-B11D-B26E1CF58459}">
      <dsp:nvSpPr>
        <dsp:cNvPr id="0" name=""/>
        <dsp:cNvSpPr/>
      </dsp:nvSpPr>
      <dsp:spPr>
        <a:xfrm>
          <a:off x="3569937" y="1889800"/>
          <a:ext cx="2190586" cy="109529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Patch management</a:t>
          </a:r>
          <a:endParaRPr lang="en-US" sz="1500" kern="1200"/>
        </a:p>
      </dsp:txBody>
      <dsp:txXfrm>
        <a:off x="3602017" y="1921880"/>
        <a:ext cx="2126426" cy="1031133"/>
      </dsp:txXfrm>
    </dsp:sp>
    <dsp:sp modelId="{B4417FC5-4056-4492-9C05-57AB3221F70F}">
      <dsp:nvSpPr>
        <dsp:cNvPr id="0" name=""/>
        <dsp:cNvSpPr/>
      </dsp:nvSpPr>
      <dsp:spPr>
        <a:xfrm rot="2142401">
          <a:off x="2592276" y="3364229"/>
          <a:ext cx="1079086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79086" y="17907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4842" y="3355160"/>
        <a:ext cx="53954" cy="53954"/>
      </dsp:txXfrm>
    </dsp:sp>
    <dsp:sp modelId="{73CCDF77-7972-4D29-BC91-B9FF61A64193}">
      <dsp:nvSpPr>
        <dsp:cNvPr id="0" name=""/>
        <dsp:cNvSpPr/>
      </dsp:nvSpPr>
      <dsp:spPr>
        <a:xfrm>
          <a:off x="3569937" y="3149387"/>
          <a:ext cx="2190586" cy="109529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Backup and restore</a:t>
          </a:r>
          <a:endParaRPr lang="en-US" sz="1500" kern="1200"/>
        </a:p>
      </dsp:txBody>
      <dsp:txXfrm>
        <a:off x="3602017" y="3181467"/>
        <a:ext cx="2126426" cy="1031133"/>
      </dsp:txXfrm>
    </dsp:sp>
    <dsp:sp modelId="{B006BD11-CF24-4C07-BBAC-D4641A5CC743}">
      <dsp:nvSpPr>
        <dsp:cNvPr id="0" name=""/>
        <dsp:cNvSpPr/>
      </dsp:nvSpPr>
      <dsp:spPr>
        <a:xfrm rot="3907178">
          <a:off x="2090481" y="3994023"/>
          <a:ext cx="2082677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2082677" y="17907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079753" y="3959864"/>
        <a:ext cx="104133" cy="104133"/>
      </dsp:txXfrm>
    </dsp:sp>
    <dsp:sp modelId="{19D4C247-7EED-48D9-8E9F-C400AF6FAAC9}">
      <dsp:nvSpPr>
        <dsp:cNvPr id="0" name=""/>
        <dsp:cNvSpPr/>
      </dsp:nvSpPr>
      <dsp:spPr>
        <a:xfrm>
          <a:off x="3569937" y="4408974"/>
          <a:ext cx="2190586" cy="109529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baseline="0"/>
            <a:t>Monitoring and scaling</a:t>
          </a:r>
          <a:endParaRPr lang="en-US" sz="1500" kern="1200"/>
        </a:p>
      </dsp:txBody>
      <dsp:txXfrm>
        <a:off x="3602017" y="4441054"/>
        <a:ext cx="2126426" cy="10311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F7D12-BFE2-4F49-832C-B1E56FC6B69F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Amazon Aurora (MySQL/PostgreSQL compatible)</a:t>
          </a:r>
          <a:endParaRPr lang="en-US" sz="20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9687"/>
        <a:ext cx="3286125" cy="1971675"/>
      </dsp:txXfrm>
    </dsp:sp>
    <dsp:sp modelId="{D86A95EC-F9FC-4C14-A81F-153A08DED8D3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MySQL</a:t>
          </a:r>
          <a:endParaRPr lang="en-US" sz="20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14737" y="39687"/>
        <a:ext cx="3286125" cy="1971675"/>
      </dsp:txXfrm>
    </dsp:sp>
    <dsp:sp modelId="{78225F41-37C7-4051-A041-95DC1951FB44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PostgreSQL</a:t>
          </a:r>
          <a:endParaRPr lang="en-US" sz="20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229475" y="39687"/>
        <a:ext cx="3286125" cy="1971675"/>
      </dsp:txXfrm>
    </dsp:sp>
    <dsp:sp modelId="{4A32C2A6-AE50-4D9A-BAA4-16A08F4566CC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MariaDB</a:t>
          </a:r>
          <a:endParaRPr lang="en-US" sz="20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339975"/>
        <a:ext cx="3286125" cy="1971675"/>
      </dsp:txXfrm>
    </dsp:sp>
    <dsp:sp modelId="{B1BE1556-2C1A-4AFA-AA6F-E18DD6C4A4BE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Oracle Database</a:t>
          </a:r>
          <a:endParaRPr lang="en-US" sz="20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14737" y="2339975"/>
        <a:ext cx="3286125" cy="1971675"/>
      </dsp:txXfrm>
    </dsp:sp>
    <dsp:sp modelId="{EF612CC5-124B-429D-9FA7-A93066A3E448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Microsoft SQL Server</a:t>
          </a:r>
          <a:endParaRPr lang="en-US" sz="20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229475" y="2339975"/>
        <a:ext cx="3286125" cy="1971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F0F57C-8035-4131-8F70-D516FFA5759A}">
      <dsp:nvSpPr>
        <dsp:cNvPr id="0" name=""/>
        <dsp:cNvSpPr/>
      </dsp:nvSpPr>
      <dsp:spPr>
        <a:xfrm>
          <a:off x="3578798" y="728330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5350" y="771083"/>
        <a:ext cx="29668" cy="5933"/>
      </dsp:txXfrm>
    </dsp:sp>
    <dsp:sp modelId="{DCF0533A-5167-4A86-9FF6-38344AB14F7C}">
      <dsp:nvSpPr>
        <dsp:cNvPr id="0" name=""/>
        <dsp:cNvSpPr/>
      </dsp:nvSpPr>
      <dsp:spPr>
        <a:xfrm>
          <a:off x="1000712" y="84"/>
          <a:ext cx="2579885" cy="1547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 managed service — no manual DB administration.</a:t>
          </a:r>
          <a:endParaRPr lang="en-US" sz="18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000712" y="84"/>
        <a:ext cx="2579885" cy="1547931"/>
      </dsp:txXfrm>
    </dsp:sp>
    <dsp:sp modelId="{F89A9991-B16A-4D25-B999-A613E6608C31}">
      <dsp:nvSpPr>
        <dsp:cNvPr id="0" name=""/>
        <dsp:cNvSpPr/>
      </dsp:nvSpPr>
      <dsp:spPr>
        <a:xfrm>
          <a:off x="6752057" y="728330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18609" y="771083"/>
        <a:ext cx="29668" cy="5933"/>
      </dsp:txXfrm>
    </dsp:sp>
    <dsp:sp modelId="{49673DD2-77F6-4596-9489-7417DE1AE297}">
      <dsp:nvSpPr>
        <dsp:cNvPr id="0" name=""/>
        <dsp:cNvSpPr/>
      </dsp:nvSpPr>
      <dsp:spPr>
        <a:xfrm>
          <a:off x="4173971" y="84"/>
          <a:ext cx="2579885" cy="1547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Automatic backups and patching.</a:t>
          </a:r>
          <a:endParaRPr lang="en-US" sz="18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173971" y="84"/>
        <a:ext cx="2579885" cy="1547931"/>
      </dsp:txXfrm>
    </dsp:sp>
    <dsp:sp modelId="{901E6CAD-251A-4FE8-BC88-4592F4942DD7}">
      <dsp:nvSpPr>
        <dsp:cNvPr id="0" name=""/>
        <dsp:cNvSpPr/>
      </dsp:nvSpPr>
      <dsp:spPr>
        <a:xfrm>
          <a:off x="2290655" y="1546215"/>
          <a:ext cx="6346518" cy="562773"/>
        </a:xfrm>
        <a:custGeom>
          <a:avLst/>
          <a:gdLst/>
          <a:ahLst/>
          <a:cxnLst/>
          <a:rect l="0" t="0" r="0" b="0"/>
          <a:pathLst>
            <a:path>
              <a:moveTo>
                <a:pt x="6346518" y="0"/>
              </a:moveTo>
              <a:lnTo>
                <a:pt x="6346518" y="298486"/>
              </a:lnTo>
              <a:lnTo>
                <a:pt x="0" y="298486"/>
              </a:lnTo>
              <a:lnTo>
                <a:pt x="0" y="56277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04559" y="1824635"/>
        <a:ext cx="318709" cy="5933"/>
      </dsp:txXfrm>
    </dsp:sp>
    <dsp:sp modelId="{4F445079-3B72-49C8-9F82-AC010FE0AFDC}">
      <dsp:nvSpPr>
        <dsp:cNvPr id="0" name=""/>
        <dsp:cNvSpPr/>
      </dsp:nvSpPr>
      <dsp:spPr>
        <a:xfrm>
          <a:off x="7347230" y="84"/>
          <a:ext cx="2579885" cy="1547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High availability with Multi-AZ deployments.</a:t>
          </a:r>
          <a:endParaRPr lang="en-US" sz="18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347230" y="84"/>
        <a:ext cx="2579885" cy="1547931"/>
      </dsp:txXfrm>
    </dsp:sp>
    <dsp:sp modelId="{FA2424E3-F937-4C23-8C20-E602307953B2}">
      <dsp:nvSpPr>
        <dsp:cNvPr id="0" name=""/>
        <dsp:cNvSpPr/>
      </dsp:nvSpPr>
      <dsp:spPr>
        <a:xfrm>
          <a:off x="3578798" y="2869634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5350" y="2912388"/>
        <a:ext cx="29668" cy="5933"/>
      </dsp:txXfrm>
    </dsp:sp>
    <dsp:sp modelId="{636BE876-5166-4258-BFEC-8AAB332B32B1}">
      <dsp:nvSpPr>
        <dsp:cNvPr id="0" name=""/>
        <dsp:cNvSpPr/>
      </dsp:nvSpPr>
      <dsp:spPr>
        <a:xfrm>
          <a:off x="1000712" y="2141389"/>
          <a:ext cx="2579885" cy="15479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Automatic failover and read replicas for performance.</a:t>
          </a:r>
          <a:endParaRPr lang="en-US" sz="18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000712" y="2141389"/>
        <a:ext cx="2579885" cy="1547931"/>
      </dsp:txXfrm>
    </dsp:sp>
    <dsp:sp modelId="{6773F83F-CB58-484D-84D6-695C3F2F9761}">
      <dsp:nvSpPr>
        <dsp:cNvPr id="0" name=""/>
        <dsp:cNvSpPr/>
      </dsp:nvSpPr>
      <dsp:spPr>
        <a:xfrm>
          <a:off x="6752057" y="2869634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18609" y="2912388"/>
        <a:ext cx="29668" cy="5933"/>
      </dsp:txXfrm>
    </dsp:sp>
    <dsp:sp modelId="{6B7A08B1-2287-4DBB-B1DA-79274D807151}">
      <dsp:nvSpPr>
        <dsp:cNvPr id="0" name=""/>
        <dsp:cNvSpPr/>
      </dsp:nvSpPr>
      <dsp:spPr>
        <a:xfrm>
          <a:off x="4173971" y="2141389"/>
          <a:ext cx="2579885" cy="154793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Scalability — easily increase compute/storage.</a:t>
          </a:r>
          <a:endParaRPr lang="en-US" sz="18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173971" y="2141389"/>
        <a:ext cx="2579885" cy="1547931"/>
      </dsp:txXfrm>
    </dsp:sp>
    <dsp:sp modelId="{E5FDF735-1288-4118-B3DE-E91315169A1B}">
      <dsp:nvSpPr>
        <dsp:cNvPr id="0" name=""/>
        <dsp:cNvSpPr/>
      </dsp:nvSpPr>
      <dsp:spPr>
        <a:xfrm>
          <a:off x="7347230" y="2141389"/>
          <a:ext cx="2579885" cy="1547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Integrated with CloudWatch for monitoring.</a:t>
          </a:r>
          <a:endParaRPr lang="en-US" sz="18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347230" y="2141389"/>
        <a:ext cx="2579885" cy="15479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9BD8F-0537-4FE4-95A2-D91E9A67DE5A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7BD00-B275-4E69-B1A0-1DFCDFF48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96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F453-BE81-34BA-9DA7-7DC1F2791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FFBA6-6720-C41C-2AB0-ADFDC8C71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6E9FD-C865-2686-0235-A66D87DCF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1E810-FCB2-67E0-8EFE-0A1570B2C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22399-0D5D-D6BF-62AF-C4F3E465A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124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680E-2A02-B58B-46F9-B20923D8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51E08-7F39-6737-39F2-A87D95A6A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743C-3691-7F5D-C622-2BC3036F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F9CA2-2B0A-89E2-1034-6EB2CF99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D2294-354F-E0FD-9FE3-83A4F735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83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817C-6656-F61C-50A3-33C5851E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38FE0-159C-1A86-A46D-CF9DB9875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2394A-69B5-9CAC-1221-2BB2F421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BF4FE-08C9-BEAE-CC6C-0603BD47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1D11-965E-AC1D-4400-F22A2946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1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3E46E-F19D-F75F-A57C-C82266BA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16E1-FA99-AA35-380B-452B0738F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B8D45-9A9C-EBB9-50E0-AFD3A774C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30A45-AF9A-8302-A276-315EC0CC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960C9-A91C-AC02-021F-116A75A0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D8D35-BB47-F688-C525-A2B82A539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641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A564-90FC-7D76-4B01-0A672785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C53E6-B955-7B4B-781A-95EFE054C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5078C-CF24-3699-5833-86DF60059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07CF34-C6F1-2896-C12C-C14D6B9AD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90A2E-D225-DF6A-8702-CACA5CC4F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AF88E3-1B26-F663-69C1-0799DA714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0F1126-1C79-4028-C379-0019E766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27DC6-0EBC-2203-C318-97B3B18D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91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62FF-21A1-3A26-7A9B-DCDE505D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279DE-14CE-CE84-201A-3BA4AD30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CE35F-9469-19C7-26D2-ADAE38E6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44D1E-1118-79C5-C123-6C141CCE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9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13B5C-6486-88F6-6B3A-5FEE08D81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C6910-2666-172D-FDC2-7AAFD6FE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BE7C8-2F56-DC97-6299-6B56FE5F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120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A662-F810-65B3-96EE-87597B5D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D0C0A-CDD5-DE0C-A1B9-F7427FA96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5E240-EA95-16B2-86EA-393A577EB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4EB52-2EAF-0D1E-5964-4D947F6A3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6F5B8-D5FE-6048-A2BE-45EFEF68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6CF2F-F642-DDF5-DB83-E5911B69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73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0A2A-FB91-C633-FA1A-65D6F3C7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A6AE0-2E3B-1F89-672F-AB3CF9ED6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C2C42-E862-CB92-897F-FF25DCCC2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A7A26-51F1-068D-5C0C-04A0708E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2C652-4BAE-FF4D-D635-664AB58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671DC-8780-B36E-807C-0BB14CD95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60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D70C-FDF0-4E02-6ABA-0BAD68972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F1776-9EBA-81B4-A181-1CC0F2692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99D83-79AF-A7D4-52DE-2641E71C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5E0EB-D4A4-F612-0672-7519AA58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8F8A8-E175-8BBA-D60B-8B7AD4B1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699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F18FB0-23B2-780F-0605-C1A3C4ACE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18965-C60C-7F15-C10B-02078C2DA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F0D85-E532-5836-2722-3B41AE806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92E89-1C2F-F9CD-6760-75CA5DD5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A8456-3B18-20EB-CFA2-6480804D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8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E61E7-F591-6D1A-E6FE-D79C4777F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3D086-F124-01E0-46AD-F4D46F6DA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DDE6F-FF36-3F54-20B8-981D34F9E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4CA92-1F77-4D70-BBF5-D9582770F5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B25AD-C6EA-5A34-890D-8CC5FFD71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89434-4DB4-A755-42C8-D5C01F815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C5E15-BD5F-4382-83B8-27BDF86CF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25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58BD1-EFEB-2ABF-FFBF-B0E9B09DC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IN" sz="4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Amazon RDS?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1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F3D62-585C-4CAB-E5A4-F81F8AB6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pPr algn="ctr"/>
            <a:r>
              <a:rPr lang="en-US" altLang="en-US" sz="5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RDS (Relational Database Service)</a:t>
            </a:r>
            <a:endParaRPr lang="en-IN" sz="5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A76B7FC-8413-5CE9-D1F0-24FF880588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733857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904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blue and green background&#10;&#10;AI-generated content may be incorrect.">
            <a:extLst>
              <a:ext uri="{FF2B5EF4-FFF2-40B4-BE49-F238E27FC236}">
                <a16:creationId xmlns:a16="http://schemas.microsoft.com/office/drawing/2014/main" id="{AEACEF98-488D-92D9-7AFA-BEF2828E26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60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55F04-AD7E-94B1-42C2-91FE060ED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Supported Database Engines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2203276-B8BB-12AC-C004-95EBB8B0E0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3581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4322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21034-E815-CD0C-8512-D2705294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instance classes</a:t>
            </a:r>
            <a:br>
              <a:rPr lang="en-IN" b="1" dirty="0">
                <a:solidFill>
                  <a:srgbClr val="FFFFFF"/>
                </a:solidFill>
              </a:rPr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965E9-FF87-1A24-C89C-D5EE258B1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instance class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determines the computation and memory capacity of a DB instance.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purpose –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db.m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optimized –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db.z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db.x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db.r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 optimized –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db.c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Burstable performance – db.t*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80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0E1698-1E33-E62C-EF6E-6B5C8086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instance storage</a:t>
            </a:r>
            <a:br>
              <a:rPr lang="en-IN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3B518-B049-BF49-9BC1-A6E82FDD1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EBS provides durable, block-level storage volumes that you can attach to a running instance. </a:t>
            </a:r>
          </a:p>
          <a:p>
            <a:endPara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: - </a:t>
            </a:r>
          </a:p>
          <a:p>
            <a:pPr lvl="1"/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Purpose (SSD)</a:t>
            </a:r>
          </a:p>
          <a:p>
            <a:pPr lvl="1"/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Provisioned IOPS (PIOPS)</a:t>
            </a:r>
          </a:p>
          <a:p>
            <a:pPr lvl="1"/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Magnetic</a:t>
            </a:r>
          </a:p>
        </p:txBody>
      </p:sp>
    </p:spTree>
    <p:extLst>
      <p:ext uri="{BB962C8B-B14F-4D97-AF65-F5344CB8AC3E}">
        <p14:creationId xmlns:p14="http://schemas.microsoft.com/office/powerpoint/2010/main" val="3020170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B0AF9-17D1-F0AB-384B-0B410450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Use Amazon RDS?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92653B3-0FFD-9AC5-278D-331056C29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560948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2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B892-1B19-EB60-F9DE-94880147B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Database hosting options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9EDB73-2F5F-FC19-D5D7-86345A7EC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905" y="1853057"/>
            <a:ext cx="9874189" cy="4351338"/>
          </a:xfrm>
        </p:spPr>
      </p:pic>
    </p:spTree>
    <p:extLst>
      <p:ext uri="{BB962C8B-B14F-4D97-AF65-F5344CB8AC3E}">
        <p14:creationId xmlns:p14="http://schemas.microsoft.com/office/powerpoint/2010/main" val="1909324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230</Words>
  <Application>Microsoft Office PowerPoint</Application>
  <PresentationFormat>Widescreen</PresentationFormat>
  <Paragraphs>41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What is Amazon RDS?</vt:lpstr>
      <vt:lpstr>Amazon RDS (Relational Database Service)</vt:lpstr>
      <vt:lpstr>Supported Database Engines</vt:lpstr>
      <vt:lpstr>DB instance classes </vt:lpstr>
      <vt:lpstr>DB instance storage </vt:lpstr>
      <vt:lpstr>Why Use Amazon RDS?</vt:lpstr>
      <vt:lpstr>Database hosting options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31</cp:revision>
  <dcterms:created xsi:type="dcterms:W3CDTF">2025-10-19T12:45:04Z</dcterms:created>
  <dcterms:modified xsi:type="dcterms:W3CDTF">2025-10-19T12:57:06Z</dcterms:modified>
</cp:coreProperties>
</file>