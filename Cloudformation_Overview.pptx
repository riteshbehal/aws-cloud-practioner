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A3672-0681-4656-9633-45CF787CE3D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ED5D8-20F8-45D5-B033-F7692DBB9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88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E71E-22C5-92AF-95C9-16B066C73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01831-7B43-CA5B-4260-BE5C18EE4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078A8-AB8A-0C66-0C12-D6314847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E3380-C0F8-3FB4-0B12-49490CBD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95161-489F-6BCB-F3B6-13951E6A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64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C6AB-EF2A-7F30-48B6-FD3B9903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C8EFA-B797-7DD7-F0E3-2D4F07359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B57A3-4229-AD00-12BC-E75FF8ED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102BB-6EE5-177A-9133-6F4FB27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42927-EAE1-C739-2FE7-CE0DE988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3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0E45-9078-D9F7-86AA-3EB438E5D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5319B-403A-FC23-6A1D-F14118B54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91AC4-7374-19A8-2E29-F2639283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8ACDD-942B-4A18-2C74-6152E86F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57450-7E36-EAF7-344C-2CAEE088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3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FF308-D0B1-19E9-9F95-E3DDCE84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FAC7D-EFA0-C574-90FB-FD3DD0F7E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CA16C-B85E-B76C-F36F-C2035AB99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3CA6B-4D78-E9B4-69E4-FB8C4F8F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74982-5FD6-E6F4-CDC8-1DFA10780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EDE15-1C3B-9F8A-41A2-87FE2010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344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2B89-7AE6-65BD-4463-C2B29994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5A6B2-8DE5-A213-6240-71B8B4ED7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29041-186E-B6C0-CFA1-A8C6F0816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4D2F7-B268-5B39-9977-9CB6AFF93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71310-6AB2-A473-936F-5522319D0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8BF707-C81F-D74A-D3FC-16C544B7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E0E170-D17E-4CE7-075D-6ADEB84A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B410C-0036-F283-5E8B-DEFA4823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38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92E1-BD9F-D097-4C5D-67E84ECA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7B73D-1624-B776-69DB-739CAC8CB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D3B06-E06A-7F7C-C1BA-940B7FCAF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0FD46-C0A2-A140-68F2-94F9FD9C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76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06850-46F8-DB28-3DC6-7F31ADE80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6BB6E-08A3-B4EE-EFE0-11847A652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7F8E3-1F12-B7D2-7A73-54A2ACE5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21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DCC9-8F02-9A8F-E950-501665EB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67A9-CFA8-689D-A3DF-B3CAA59EA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8FF6E-309F-74E3-5BB7-09E03D9FB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C0052-4492-B8DD-9ABB-5DC47D99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92B7B-2C30-74C7-AB50-0F3C5C64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1AA4D-B914-26A2-3709-2BFFB0F9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58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E375-F4D2-0870-8904-AC8424D7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0B62D-334D-1D55-6914-6AEBE5F15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0D489-5927-0B11-6563-8F59A3C19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2B8C1-180D-E3E6-E0EA-8789E09B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957EF-44BE-72B6-076F-FB7DFD35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5A4D8-0DA6-6B94-F3EA-3F692222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39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7FD0A-19A5-E374-697E-C9E0BCDA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0F79D-3ECA-CEF4-E9D9-B7C6169CC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C8962-5138-CB82-9771-87CE769AC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B9497-45F3-BB9B-FA62-1A3959B25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42FC1-3B99-74A6-75C8-3DC7E2B51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502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9AFEC-7007-DAF1-F3B6-0F428373A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422CE-0C0E-8E3D-5A89-8CE8ADFBB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48555-340B-27C2-03A5-D4047B0D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2846-69E7-3481-6029-66152E83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0FF9E-51C3-31A3-B100-FA756F52A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54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E20AF-2680-FCD9-83EA-8251B90C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FBBFE-65FA-9A78-E0D3-8C6D3906A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ADC67-6CE7-4310-DFB0-765164057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5C5C3-28C4-45BE-AFCD-C4F449887BD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D6D69-18D9-63E2-3FA3-89DABEDAC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771A2-D630-D942-E374-C825C56E5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2BD13-71BC-4A49-BC2E-B32976FC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99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60657-7378-3578-2CB8-FC8763DC5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31961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AWS CloudFormation</a:t>
            </a:r>
          </a:p>
        </p:txBody>
      </p:sp>
    </p:spTree>
    <p:extLst>
      <p:ext uri="{BB962C8B-B14F-4D97-AF65-F5344CB8AC3E}">
        <p14:creationId xmlns:p14="http://schemas.microsoft.com/office/powerpoint/2010/main" val="2870027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F58321-8023-D81E-E215-C5DB4801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CloudFormation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B8541-7D64-3208-5183-E145A43C6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CloudFormation is a service that helps you model, automate, and manage AWS infrastructure as code (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IaC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Infrastructure as Code).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allows you to create, update, and delete AWS resources using templates written in YAML or JSON.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b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Instead of manually creating EC2, VPC, and S3 resources — define them in a CloudFormation template and deploy automatically.</a:t>
            </a: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63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0570B-0ACC-72BA-DFD1-EBB73357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8A1A75-741A-1854-45E3-AF0706F8AF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 as Code (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IaC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– Define resources in YAML/JSON templates.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– Automatically provisions and configures resources.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Repeatability – Same environment can be recreated easily.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Dependency Management – Automatically handles resource creation order.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Sets – Preview changes before applying updates.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– Works with AWS Config, IAM, Systems Manager,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CodePipeline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</a:t>
            </a:r>
          </a:p>
        </p:txBody>
      </p:sp>
      <p:pic>
        <p:nvPicPr>
          <p:cNvPr id="8" name="Graphic 7" descr="Gears">
            <a:extLst>
              <a:ext uri="{FF2B5EF4-FFF2-40B4-BE49-F238E27FC236}">
                <a16:creationId xmlns:a16="http://schemas.microsoft.com/office/drawing/2014/main" id="{C628286B-EC5C-E7A7-2104-8F5BF2B08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0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C2B92-8692-A764-2F0A-2E683BDA2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1E453D-86B5-1E07-FFFE-1A209C8E7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266757"/>
              </p:ext>
            </p:extLst>
          </p:nvPr>
        </p:nvGraphicFramePr>
        <p:xfrm>
          <a:off x="643467" y="1781101"/>
          <a:ext cx="10905066" cy="4182453"/>
        </p:xfrm>
        <a:graphic>
          <a:graphicData uri="http://schemas.openxmlformats.org/drawingml/2006/table">
            <a:tbl>
              <a:tblPr/>
              <a:tblGrid>
                <a:gridCol w="3950723">
                  <a:extLst>
                    <a:ext uri="{9D8B030D-6E8A-4147-A177-3AD203B41FA5}">
                      <a16:colId xmlns:a16="http://schemas.microsoft.com/office/drawing/2014/main" val="848607850"/>
                    </a:ext>
                  </a:extLst>
                </a:gridCol>
                <a:gridCol w="6954343">
                  <a:extLst>
                    <a:ext uri="{9D8B030D-6E8A-4147-A177-3AD203B41FA5}">
                      <a16:colId xmlns:a16="http://schemas.microsoft.com/office/drawing/2014/main" val="2038442577"/>
                    </a:ext>
                  </a:extLst>
                </a:gridCol>
              </a:tblGrid>
              <a:tr h="519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</a:t>
                      </a:r>
                      <a:endParaRPr lang="en-IN" sz="2000" b="1" i="0" u="none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IN" sz="2000" b="1" i="0" u="none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863047"/>
                  </a:ext>
                </a:extLst>
              </a:tr>
              <a:tr h="519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Template</a:t>
                      </a: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Blueprint for your infrastructure (YAML/JSON file).</a:t>
                      </a: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528966"/>
                  </a:ext>
                </a:extLst>
              </a:tr>
              <a:tr h="8742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Stack</a:t>
                      </a:r>
                      <a:endParaRPr lang="en-IN" sz="2000" b="0" i="0" u="none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collection of AWS resources created and managed together.</a:t>
                      </a: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977023"/>
                  </a:ext>
                </a:extLst>
              </a:tr>
              <a:tr h="8742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StackSet</a:t>
                      </a:r>
                      <a:endParaRPr lang="en-IN" sz="2000" b="0" i="0" u="none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 stacks across multiple AWS accounts or regions.</a:t>
                      </a: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6816"/>
                  </a:ext>
                </a:extLst>
              </a:tr>
              <a:tr h="8742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Change Set</a:t>
                      </a: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Shows proposed changes before updating resources.</a:t>
                      </a: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27595"/>
                  </a:ext>
                </a:extLst>
              </a:tr>
              <a:tr h="519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Drift Detection</a:t>
                      </a:r>
                      <a:endParaRPr lang="en-IN" sz="2000" b="0" i="0" u="none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Detects manual changes outside CloudFormation.</a:t>
                      </a:r>
                      <a:endParaRPr lang="en-US" sz="2000" b="0" i="0" u="none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8148" marR="118148" marT="59074" marB="59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89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56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5CF67-5DB0-DC47-1D92-F305E4F2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CloudFormation Template Structure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F543ADB-6B87-B95C-9E51-E2B16AFE2C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AWSTemplateFormatVersion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Version of the template format.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 – Info about what the template does.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 – Input values (like instance type).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 – AWS resources to be created.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– Return values after stack creation.</a:t>
            </a:r>
          </a:p>
        </p:txBody>
      </p:sp>
      <p:pic>
        <p:nvPicPr>
          <p:cNvPr id="13" name="Picture 12" descr="A white background with green text&#10;&#10;AI-generated content may be incorrect.">
            <a:extLst>
              <a:ext uri="{FF2B5EF4-FFF2-40B4-BE49-F238E27FC236}">
                <a16:creationId xmlns:a16="http://schemas.microsoft.com/office/drawing/2014/main" id="{8B42A8CB-9D8E-67F1-A582-67FDBBFAA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590" y="2780068"/>
            <a:ext cx="6225449" cy="259689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0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255</Words>
  <Application>Microsoft Office PowerPoint</Application>
  <PresentationFormat>Widescreen</PresentationFormat>
  <Paragraphs>34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Introduction to AWS CloudFormation</vt:lpstr>
      <vt:lpstr>AWS CloudFormation</vt:lpstr>
      <vt:lpstr>Key Features</vt:lpstr>
      <vt:lpstr>Core Concepts</vt:lpstr>
      <vt:lpstr>CloudFormation Template Structure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22</cp:revision>
  <dcterms:created xsi:type="dcterms:W3CDTF">2025-10-19T16:34:21Z</dcterms:created>
  <dcterms:modified xsi:type="dcterms:W3CDTF">2025-10-19T16:40:45Z</dcterms:modified>
</cp:coreProperties>
</file>