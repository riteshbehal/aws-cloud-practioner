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2F9FA6-8E51-4BF5-A55E-F367597452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A68BD3-932D-43B8-A0B1-9E7730D4C692}">
      <dgm:prSet/>
      <dgm:spPr/>
      <dgm:t>
        <a:bodyPr/>
        <a:lstStyle/>
        <a:p>
          <a:r>
            <a:rPr lang="en-US"/>
            <a:t>AWS offers flexible pricing to match workload needs and budget</a:t>
          </a:r>
        </a:p>
      </dgm:t>
    </dgm:pt>
    <dgm:pt modelId="{91AA0591-5963-48C2-8B5F-FB41DE357FBA}" type="parTrans" cxnId="{CFFFB314-D1D1-4B5D-AC2B-AE0949E491E7}">
      <dgm:prSet/>
      <dgm:spPr/>
      <dgm:t>
        <a:bodyPr/>
        <a:lstStyle/>
        <a:p>
          <a:endParaRPr lang="en-US"/>
        </a:p>
      </dgm:t>
    </dgm:pt>
    <dgm:pt modelId="{C6EF456E-42E0-4F4B-8966-A69A393ECADE}" type="sibTrans" cxnId="{CFFFB314-D1D1-4B5D-AC2B-AE0949E491E7}">
      <dgm:prSet/>
      <dgm:spPr/>
      <dgm:t>
        <a:bodyPr/>
        <a:lstStyle/>
        <a:p>
          <a:endParaRPr lang="en-US"/>
        </a:p>
      </dgm:t>
    </dgm:pt>
    <dgm:pt modelId="{6809EA1E-6DB8-41D6-A74D-A9F58948A53A}">
      <dgm:prSet/>
      <dgm:spPr/>
      <dgm:t>
        <a:bodyPr/>
        <a:lstStyle/>
        <a:p>
          <a:r>
            <a:rPr lang="en-US"/>
            <a:t>Helps optimize cost, performance, and commitment levels</a:t>
          </a:r>
        </a:p>
      </dgm:t>
    </dgm:pt>
    <dgm:pt modelId="{2CEBDB99-78BA-4CD9-A533-B6A1CFACED8B}" type="parTrans" cxnId="{B4339F76-B947-4BA7-AE0C-470A64001FCF}">
      <dgm:prSet/>
      <dgm:spPr/>
      <dgm:t>
        <a:bodyPr/>
        <a:lstStyle/>
        <a:p>
          <a:endParaRPr lang="en-US"/>
        </a:p>
      </dgm:t>
    </dgm:pt>
    <dgm:pt modelId="{6F2E4049-7F7B-4D24-8DE6-F96BF5F4AD46}" type="sibTrans" cxnId="{B4339F76-B947-4BA7-AE0C-470A64001FCF}">
      <dgm:prSet/>
      <dgm:spPr/>
      <dgm:t>
        <a:bodyPr/>
        <a:lstStyle/>
        <a:p>
          <a:endParaRPr lang="en-US"/>
        </a:p>
      </dgm:t>
    </dgm:pt>
    <dgm:pt modelId="{7CB43FE2-1FFF-4C6C-8B8F-9E7D6B51CAAA}">
      <dgm:prSet/>
      <dgm:spPr/>
      <dgm:t>
        <a:bodyPr/>
        <a:lstStyle/>
        <a:p>
          <a:r>
            <a:rPr lang="en-US"/>
            <a:t>Choose the right model based on usage pattern and predictability</a:t>
          </a:r>
        </a:p>
      </dgm:t>
    </dgm:pt>
    <dgm:pt modelId="{4CEE40AD-118E-4CFD-8313-55F100087119}" type="parTrans" cxnId="{43620720-5CEC-40D4-A973-FA7D2051B2EB}">
      <dgm:prSet/>
      <dgm:spPr/>
      <dgm:t>
        <a:bodyPr/>
        <a:lstStyle/>
        <a:p>
          <a:endParaRPr lang="en-US"/>
        </a:p>
      </dgm:t>
    </dgm:pt>
    <dgm:pt modelId="{9FAB6B63-50F3-4A92-909C-A6628E76BB51}" type="sibTrans" cxnId="{43620720-5CEC-40D4-A973-FA7D2051B2EB}">
      <dgm:prSet/>
      <dgm:spPr/>
      <dgm:t>
        <a:bodyPr/>
        <a:lstStyle/>
        <a:p>
          <a:endParaRPr lang="en-US"/>
        </a:p>
      </dgm:t>
    </dgm:pt>
    <dgm:pt modelId="{2A9F48C9-D08E-442B-BD8B-D3B25EB928AE}">
      <dgm:prSet/>
      <dgm:spPr/>
      <dgm:t>
        <a:bodyPr/>
        <a:lstStyle/>
        <a:p>
          <a:r>
            <a:rPr lang="en-US"/>
            <a:t>Key goal → Pay less for steady or flexible workloads</a:t>
          </a:r>
        </a:p>
      </dgm:t>
    </dgm:pt>
    <dgm:pt modelId="{1354BD36-4B6D-4A09-89D0-A1883A37A147}" type="parTrans" cxnId="{334BA175-B74D-419C-835E-A4A0116C1187}">
      <dgm:prSet/>
      <dgm:spPr/>
      <dgm:t>
        <a:bodyPr/>
        <a:lstStyle/>
        <a:p>
          <a:endParaRPr lang="en-US"/>
        </a:p>
      </dgm:t>
    </dgm:pt>
    <dgm:pt modelId="{5B9AB8CB-A3AF-4F90-AF6E-D81A231038E9}" type="sibTrans" cxnId="{334BA175-B74D-419C-835E-A4A0116C1187}">
      <dgm:prSet/>
      <dgm:spPr/>
      <dgm:t>
        <a:bodyPr/>
        <a:lstStyle/>
        <a:p>
          <a:endParaRPr lang="en-US"/>
        </a:p>
      </dgm:t>
    </dgm:pt>
    <dgm:pt modelId="{4C89380C-EE23-40EA-980E-3C5465E51D14}" type="pres">
      <dgm:prSet presAssocID="{982F9FA6-8E51-4BF5-A55E-F367597452F3}" presName="linear" presStyleCnt="0">
        <dgm:presLayoutVars>
          <dgm:animLvl val="lvl"/>
          <dgm:resizeHandles val="exact"/>
        </dgm:presLayoutVars>
      </dgm:prSet>
      <dgm:spPr/>
    </dgm:pt>
    <dgm:pt modelId="{1DEDFE55-9AAD-4FC7-86CF-E96E86702396}" type="pres">
      <dgm:prSet presAssocID="{4BA68BD3-932D-43B8-A0B1-9E7730D4C6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8D7E19-458E-4803-8DCC-8F0DAEF05EA7}" type="pres">
      <dgm:prSet presAssocID="{C6EF456E-42E0-4F4B-8966-A69A393ECADE}" presName="spacer" presStyleCnt="0"/>
      <dgm:spPr/>
    </dgm:pt>
    <dgm:pt modelId="{898F6347-9EDC-48C6-AD39-5FC22CCB762C}" type="pres">
      <dgm:prSet presAssocID="{6809EA1E-6DB8-41D6-A74D-A9F58948A53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7FB8334-2141-44D1-B0B1-027FB69A8307}" type="pres">
      <dgm:prSet presAssocID="{6F2E4049-7F7B-4D24-8DE6-F96BF5F4AD46}" presName="spacer" presStyleCnt="0"/>
      <dgm:spPr/>
    </dgm:pt>
    <dgm:pt modelId="{9F6E5B8A-9857-48A0-9123-CB70EAFD090A}" type="pres">
      <dgm:prSet presAssocID="{7CB43FE2-1FFF-4C6C-8B8F-9E7D6B51CAA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2579CB-5B93-4195-9811-299F19403738}" type="pres">
      <dgm:prSet presAssocID="{9FAB6B63-50F3-4A92-909C-A6628E76BB51}" presName="spacer" presStyleCnt="0"/>
      <dgm:spPr/>
    </dgm:pt>
    <dgm:pt modelId="{AEF4A167-3BED-4F8C-9B07-0E236B457410}" type="pres">
      <dgm:prSet presAssocID="{2A9F48C9-D08E-442B-BD8B-D3B25EB928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03E5607-BC97-49A6-981F-6B5D5FFAFF06}" type="presOf" srcId="{2A9F48C9-D08E-442B-BD8B-D3B25EB928AE}" destId="{AEF4A167-3BED-4F8C-9B07-0E236B457410}" srcOrd="0" destOrd="0" presId="urn:microsoft.com/office/officeart/2005/8/layout/vList2"/>
    <dgm:cxn modelId="{CFFFB314-D1D1-4B5D-AC2B-AE0949E491E7}" srcId="{982F9FA6-8E51-4BF5-A55E-F367597452F3}" destId="{4BA68BD3-932D-43B8-A0B1-9E7730D4C692}" srcOrd="0" destOrd="0" parTransId="{91AA0591-5963-48C2-8B5F-FB41DE357FBA}" sibTransId="{C6EF456E-42E0-4F4B-8966-A69A393ECADE}"/>
    <dgm:cxn modelId="{43620720-5CEC-40D4-A973-FA7D2051B2EB}" srcId="{982F9FA6-8E51-4BF5-A55E-F367597452F3}" destId="{7CB43FE2-1FFF-4C6C-8B8F-9E7D6B51CAAA}" srcOrd="2" destOrd="0" parTransId="{4CEE40AD-118E-4CFD-8313-55F100087119}" sibTransId="{9FAB6B63-50F3-4A92-909C-A6628E76BB51}"/>
    <dgm:cxn modelId="{6239AA39-3380-475F-BCD0-95CA4085D87A}" type="presOf" srcId="{982F9FA6-8E51-4BF5-A55E-F367597452F3}" destId="{4C89380C-EE23-40EA-980E-3C5465E51D14}" srcOrd="0" destOrd="0" presId="urn:microsoft.com/office/officeart/2005/8/layout/vList2"/>
    <dgm:cxn modelId="{63196D45-F98A-4D90-8392-1E7E08F7500C}" type="presOf" srcId="{7CB43FE2-1FFF-4C6C-8B8F-9E7D6B51CAAA}" destId="{9F6E5B8A-9857-48A0-9123-CB70EAFD090A}" srcOrd="0" destOrd="0" presId="urn:microsoft.com/office/officeart/2005/8/layout/vList2"/>
    <dgm:cxn modelId="{5FB08569-2B9B-493E-8B07-375C144E33E0}" type="presOf" srcId="{6809EA1E-6DB8-41D6-A74D-A9F58948A53A}" destId="{898F6347-9EDC-48C6-AD39-5FC22CCB762C}" srcOrd="0" destOrd="0" presId="urn:microsoft.com/office/officeart/2005/8/layout/vList2"/>
    <dgm:cxn modelId="{8E6ED66D-8B78-483F-B5F2-0A461D4DDA6C}" type="presOf" srcId="{4BA68BD3-932D-43B8-A0B1-9E7730D4C692}" destId="{1DEDFE55-9AAD-4FC7-86CF-E96E86702396}" srcOrd="0" destOrd="0" presId="urn:microsoft.com/office/officeart/2005/8/layout/vList2"/>
    <dgm:cxn modelId="{334BA175-B74D-419C-835E-A4A0116C1187}" srcId="{982F9FA6-8E51-4BF5-A55E-F367597452F3}" destId="{2A9F48C9-D08E-442B-BD8B-D3B25EB928AE}" srcOrd="3" destOrd="0" parTransId="{1354BD36-4B6D-4A09-89D0-A1883A37A147}" sibTransId="{5B9AB8CB-A3AF-4F90-AF6E-D81A231038E9}"/>
    <dgm:cxn modelId="{B4339F76-B947-4BA7-AE0C-470A64001FCF}" srcId="{982F9FA6-8E51-4BF5-A55E-F367597452F3}" destId="{6809EA1E-6DB8-41D6-A74D-A9F58948A53A}" srcOrd="1" destOrd="0" parTransId="{2CEBDB99-78BA-4CD9-A533-B6A1CFACED8B}" sibTransId="{6F2E4049-7F7B-4D24-8DE6-F96BF5F4AD46}"/>
    <dgm:cxn modelId="{060CA723-6111-4486-8704-1D300CC670D9}" type="presParOf" srcId="{4C89380C-EE23-40EA-980E-3C5465E51D14}" destId="{1DEDFE55-9AAD-4FC7-86CF-E96E86702396}" srcOrd="0" destOrd="0" presId="urn:microsoft.com/office/officeart/2005/8/layout/vList2"/>
    <dgm:cxn modelId="{69AF4334-A74D-47F2-BDED-72A337C4B6F9}" type="presParOf" srcId="{4C89380C-EE23-40EA-980E-3C5465E51D14}" destId="{C58D7E19-458E-4803-8DCC-8F0DAEF05EA7}" srcOrd="1" destOrd="0" presId="urn:microsoft.com/office/officeart/2005/8/layout/vList2"/>
    <dgm:cxn modelId="{530D3B87-B090-4105-82C2-A3E3F0FA85B6}" type="presParOf" srcId="{4C89380C-EE23-40EA-980E-3C5465E51D14}" destId="{898F6347-9EDC-48C6-AD39-5FC22CCB762C}" srcOrd="2" destOrd="0" presId="urn:microsoft.com/office/officeart/2005/8/layout/vList2"/>
    <dgm:cxn modelId="{2B9F4531-23F9-4F17-A1FA-14BDDE5307AF}" type="presParOf" srcId="{4C89380C-EE23-40EA-980E-3C5465E51D14}" destId="{47FB8334-2141-44D1-B0B1-027FB69A8307}" srcOrd="3" destOrd="0" presId="urn:microsoft.com/office/officeart/2005/8/layout/vList2"/>
    <dgm:cxn modelId="{77BA8409-B579-4A50-84FE-45B3A25376C1}" type="presParOf" srcId="{4C89380C-EE23-40EA-980E-3C5465E51D14}" destId="{9F6E5B8A-9857-48A0-9123-CB70EAFD090A}" srcOrd="4" destOrd="0" presId="urn:microsoft.com/office/officeart/2005/8/layout/vList2"/>
    <dgm:cxn modelId="{A4097FEC-3498-402B-8AD0-1D3D1F8CCAF4}" type="presParOf" srcId="{4C89380C-EE23-40EA-980E-3C5465E51D14}" destId="{7D2579CB-5B93-4195-9811-299F19403738}" srcOrd="5" destOrd="0" presId="urn:microsoft.com/office/officeart/2005/8/layout/vList2"/>
    <dgm:cxn modelId="{1B3F6EBF-25D8-4125-9C6D-F46057AAF2D1}" type="presParOf" srcId="{4C89380C-EE23-40EA-980E-3C5465E51D14}" destId="{AEF4A167-3BED-4F8C-9B07-0E236B45741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C2AEC1-2596-469C-806C-03924EFA28F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4E97F3D-81F4-49C9-A42E-BC3A8E1168CC}">
      <dgm:prSet/>
      <dgm:spPr/>
      <dgm:t>
        <a:bodyPr/>
        <a:lstStyle/>
        <a:p>
          <a:r>
            <a:rPr lang="en-IN"/>
            <a:t>Pay-as-you-go</a:t>
          </a:r>
          <a:endParaRPr lang="en-US"/>
        </a:p>
      </dgm:t>
    </dgm:pt>
    <dgm:pt modelId="{DA42E026-A2CF-43D0-BA90-4BB8775899ED}" type="parTrans" cxnId="{D3B238E0-C048-441D-AC58-C0490799F21D}">
      <dgm:prSet/>
      <dgm:spPr/>
      <dgm:t>
        <a:bodyPr/>
        <a:lstStyle/>
        <a:p>
          <a:endParaRPr lang="en-US"/>
        </a:p>
      </dgm:t>
    </dgm:pt>
    <dgm:pt modelId="{DE0DBABA-CF2E-4D60-B464-B69D60B6738D}" type="sibTrans" cxnId="{D3B238E0-C048-441D-AC58-C0490799F21D}">
      <dgm:prSet/>
      <dgm:spPr/>
      <dgm:t>
        <a:bodyPr/>
        <a:lstStyle/>
        <a:p>
          <a:endParaRPr lang="en-US"/>
        </a:p>
      </dgm:t>
    </dgm:pt>
    <dgm:pt modelId="{AE74F0DA-AD06-4C2B-AD37-9926179B98F4}">
      <dgm:prSet/>
      <dgm:spPr/>
      <dgm:t>
        <a:bodyPr/>
        <a:lstStyle/>
        <a:p>
          <a:r>
            <a:rPr lang="en-IN"/>
            <a:t>Save when you commit</a:t>
          </a:r>
          <a:endParaRPr lang="en-US"/>
        </a:p>
      </dgm:t>
    </dgm:pt>
    <dgm:pt modelId="{F41CC017-C984-4E3C-8546-257227F373D4}" type="parTrans" cxnId="{ACEE4C18-D5F2-4D12-BF39-A4422E0D9E11}">
      <dgm:prSet/>
      <dgm:spPr/>
      <dgm:t>
        <a:bodyPr/>
        <a:lstStyle/>
        <a:p>
          <a:endParaRPr lang="en-US"/>
        </a:p>
      </dgm:t>
    </dgm:pt>
    <dgm:pt modelId="{E9807AB8-448F-48A2-8BF2-660053E47EF8}" type="sibTrans" cxnId="{ACEE4C18-D5F2-4D12-BF39-A4422E0D9E11}">
      <dgm:prSet/>
      <dgm:spPr/>
      <dgm:t>
        <a:bodyPr/>
        <a:lstStyle/>
        <a:p>
          <a:endParaRPr lang="en-US"/>
        </a:p>
      </dgm:t>
    </dgm:pt>
    <dgm:pt modelId="{DE19AB62-1559-40AA-AA98-81EF28CB9F22}">
      <dgm:prSet/>
      <dgm:spPr/>
      <dgm:t>
        <a:bodyPr/>
        <a:lstStyle/>
        <a:p>
          <a:r>
            <a:rPr lang="en-US"/>
            <a:t>Pay less by using more</a:t>
          </a:r>
        </a:p>
      </dgm:t>
    </dgm:pt>
    <dgm:pt modelId="{A1078DD5-55D6-4BDE-A2DE-2B09C7BB2E5C}" type="parTrans" cxnId="{E168D031-2183-4118-8F38-0FDF844B989E}">
      <dgm:prSet/>
      <dgm:spPr/>
      <dgm:t>
        <a:bodyPr/>
        <a:lstStyle/>
        <a:p>
          <a:endParaRPr lang="en-US"/>
        </a:p>
      </dgm:t>
    </dgm:pt>
    <dgm:pt modelId="{24ACCAE2-CE11-4408-B425-28E4CFB1C184}" type="sibTrans" cxnId="{E168D031-2183-4118-8F38-0FDF844B989E}">
      <dgm:prSet/>
      <dgm:spPr/>
      <dgm:t>
        <a:bodyPr/>
        <a:lstStyle/>
        <a:p>
          <a:endParaRPr lang="en-US"/>
        </a:p>
      </dgm:t>
    </dgm:pt>
    <dgm:pt modelId="{C62268DF-3880-479C-A038-A71BE6979505}" type="pres">
      <dgm:prSet presAssocID="{C0C2AEC1-2596-469C-806C-03924EFA28FE}" presName="Name0" presStyleCnt="0">
        <dgm:presLayoutVars>
          <dgm:dir/>
          <dgm:animLvl val="lvl"/>
          <dgm:resizeHandles val="exact"/>
        </dgm:presLayoutVars>
      </dgm:prSet>
      <dgm:spPr/>
    </dgm:pt>
    <dgm:pt modelId="{92185B1B-D68A-4D2A-8579-A331DB2B4023}" type="pres">
      <dgm:prSet presAssocID="{14E97F3D-81F4-49C9-A42E-BC3A8E1168C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DA06AC9-31BC-4DA7-9C99-8DF13261EE1D}" type="pres">
      <dgm:prSet presAssocID="{DE0DBABA-CF2E-4D60-B464-B69D60B6738D}" presName="parTxOnlySpace" presStyleCnt="0"/>
      <dgm:spPr/>
    </dgm:pt>
    <dgm:pt modelId="{831E31E8-EBD6-4F6C-A1BC-FDE2755D8776}" type="pres">
      <dgm:prSet presAssocID="{AE74F0DA-AD06-4C2B-AD37-9926179B98F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1DF444B-694B-43F7-8F74-4D9DFBE14086}" type="pres">
      <dgm:prSet presAssocID="{E9807AB8-448F-48A2-8BF2-660053E47EF8}" presName="parTxOnlySpace" presStyleCnt="0"/>
      <dgm:spPr/>
    </dgm:pt>
    <dgm:pt modelId="{BD417DAF-C6D8-4A91-A3E2-D1AF20BD9F51}" type="pres">
      <dgm:prSet presAssocID="{DE19AB62-1559-40AA-AA98-81EF28CB9F2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9D651A04-A80F-4147-82C7-AF0418CF37BF}" type="presOf" srcId="{AE74F0DA-AD06-4C2B-AD37-9926179B98F4}" destId="{831E31E8-EBD6-4F6C-A1BC-FDE2755D8776}" srcOrd="0" destOrd="0" presId="urn:microsoft.com/office/officeart/2005/8/layout/chevron1"/>
    <dgm:cxn modelId="{ACEE4C18-D5F2-4D12-BF39-A4422E0D9E11}" srcId="{C0C2AEC1-2596-469C-806C-03924EFA28FE}" destId="{AE74F0DA-AD06-4C2B-AD37-9926179B98F4}" srcOrd="1" destOrd="0" parTransId="{F41CC017-C984-4E3C-8546-257227F373D4}" sibTransId="{E9807AB8-448F-48A2-8BF2-660053E47EF8}"/>
    <dgm:cxn modelId="{E168D031-2183-4118-8F38-0FDF844B989E}" srcId="{C0C2AEC1-2596-469C-806C-03924EFA28FE}" destId="{DE19AB62-1559-40AA-AA98-81EF28CB9F22}" srcOrd="2" destOrd="0" parTransId="{A1078DD5-55D6-4BDE-A2DE-2B09C7BB2E5C}" sibTransId="{24ACCAE2-CE11-4408-B425-28E4CFB1C184}"/>
    <dgm:cxn modelId="{D31A843B-3EC7-4BDD-83C7-632599423468}" type="presOf" srcId="{DE19AB62-1559-40AA-AA98-81EF28CB9F22}" destId="{BD417DAF-C6D8-4A91-A3E2-D1AF20BD9F51}" srcOrd="0" destOrd="0" presId="urn:microsoft.com/office/officeart/2005/8/layout/chevron1"/>
    <dgm:cxn modelId="{C5305860-D65B-47A3-8C99-50592C08A07B}" type="presOf" srcId="{C0C2AEC1-2596-469C-806C-03924EFA28FE}" destId="{C62268DF-3880-479C-A038-A71BE6979505}" srcOrd="0" destOrd="0" presId="urn:microsoft.com/office/officeart/2005/8/layout/chevron1"/>
    <dgm:cxn modelId="{9E805F52-8876-42BB-A9E0-AE699B6158FD}" type="presOf" srcId="{14E97F3D-81F4-49C9-A42E-BC3A8E1168CC}" destId="{92185B1B-D68A-4D2A-8579-A331DB2B4023}" srcOrd="0" destOrd="0" presId="urn:microsoft.com/office/officeart/2005/8/layout/chevron1"/>
    <dgm:cxn modelId="{D3B238E0-C048-441D-AC58-C0490799F21D}" srcId="{C0C2AEC1-2596-469C-806C-03924EFA28FE}" destId="{14E97F3D-81F4-49C9-A42E-BC3A8E1168CC}" srcOrd="0" destOrd="0" parTransId="{DA42E026-A2CF-43D0-BA90-4BB8775899ED}" sibTransId="{DE0DBABA-CF2E-4D60-B464-B69D60B6738D}"/>
    <dgm:cxn modelId="{55F7DF93-3B75-42C3-BD5C-C6BFA8300E35}" type="presParOf" srcId="{C62268DF-3880-479C-A038-A71BE6979505}" destId="{92185B1B-D68A-4D2A-8579-A331DB2B4023}" srcOrd="0" destOrd="0" presId="urn:microsoft.com/office/officeart/2005/8/layout/chevron1"/>
    <dgm:cxn modelId="{E0F783D7-A8B7-4EE1-B9CC-12233F80FCB3}" type="presParOf" srcId="{C62268DF-3880-479C-A038-A71BE6979505}" destId="{2DA06AC9-31BC-4DA7-9C99-8DF13261EE1D}" srcOrd="1" destOrd="0" presId="urn:microsoft.com/office/officeart/2005/8/layout/chevron1"/>
    <dgm:cxn modelId="{013BE426-F153-41D0-8584-409584EB18EE}" type="presParOf" srcId="{C62268DF-3880-479C-A038-A71BE6979505}" destId="{831E31E8-EBD6-4F6C-A1BC-FDE2755D8776}" srcOrd="2" destOrd="0" presId="urn:microsoft.com/office/officeart/2005/8/layout/chevron1"/>
    <dgm:cxn modelId="{9841942A-FA6B-401F-AF74-D3E25E524472}" type="presParOf" srcId="{C62268DF-3880-479C-A038-A71BE6979505}" destId="{E1DF444B-694B-43F7-8F74-4D9DFBE14086}" srcOrd="3" destOrd="0" presId="urn:microsoft.com/office/officeart/2005/8/layout/chevron1"/>
    <dgm:cxn modelId="{7D0DFBF1-A5E7-4231-BFDC-AA9790D7304D}" type="presParOf" srcId="{C62268DF-3880-479C-A038-A71BE6979505}" destId="{BD417DAF-C6D8-4A91-A3E2-D1AF20BD9F5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DEE420-69F7-48DB-8286-EAEF8256EE73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569A453-C37F-42FB-B481-2B0856536B83}">
      <dgm:prSet/>
      <dgm:spPr/>
      <dgm:t>
        <a:bodyPr/>
        <a:lstStyle/>
        <a:p>
          <a:r>
            <a:rPr lang="en-US" b="1" i="0" baseline="0" dirty="0"/>
            <a:t>On-Demand Instances</a:t>
          </a:r>
          <a:r>
            <a:rPr lang="en-US" b="0" i="0" baseline="0" dirty="0"/>
            <a:t> - Pay as you go</a:t>
          </a:r>
          <a:endParaRPr lang="en-US" dirty="0"/>
        </a:p>
      </dgm:t>
    </dgm:pt>
    <dgm:pt modelId="{2CECE25C-1756-49FB-9008-4C72E9F67CF0}" type="parTrans" cxnId="{8A0C05E1-B9CF-4E77-B820-33BF1A560F2A}">
      <dgm:prSet/>
      <dgm:spPr/>
      <dgm:t>
        <a:bodyPr/>
        <a:lstStyle/>
        <a:p>
          <a:endParaRPr lang="en-US"/>
        </a:p>
      </dgm:t>
    </dgm:pt>
    <dgm:pt modelId="{B40BC7DF-A667-428B-A3FF-8F40BAE455EA}" type="sibTrans" cxnId="{8A0C05E1-B9CF-4E77-B820-33BF1A560F2A}">
      <dgm:prSet/>
      <dgm:spPr/>
      <dgm:t>
        <a:bodyPr/>
        <a:lstStyle/>
        <a:p>
          <a:endParaRPr lang="en-US"/>
        </a:p>
      </dgm:t>
    </dgm:pt>
    <dgm:pt modelId="{6AFA4C5F-B2A4-44AC-9391-149EA3EBBE94}">
      <dgm:prSet/>
      <dgm:spPr/>
      <dgm:t>
        <a:bodyPr/>
        <a:lstStyle/>
        <a:p>
          <a:r>
            <a:rPr lang="en-US" b="1" i="0" baseline="0" dirty="0"/>
            <a:t>Reserved Instances (RI)</a:t>
          </a:r>
          <a:r>
            <a:rPr lang="en-US" b="0" i="0" baseline="0" dirty="0"/>
            <a:t> -  Commit to 1 or 3 years for lower cost</a:t>
          </a:r>
          <a:endParaRPr lang="en-US" dirty="0"/>
        </a:p>
      </dgm:t>
    </dgm:pt>
    <dgm:pt modelId="{EACF928B-DE8E-4097-8097-E122F24D092C}" type="parTrans" cxnId="{2CE678B4-EC12-49E5-A013-C479323375B4}">
      <dgm:prSet/>
      <dgm:spPr/>
      <dgm:t>
        <a:bodyPr/>
        <a:lstStyle/>
        <a:p>
          <a:endParaRPr lang="en-US"/>
        </a:p>
      </dgm:t>
    </dgm:pt>
    <dgm:pt modelId="{1C756FCF-E316-4A44-8A8D-AAA70199D1F9}" type="sibTrans" cxnId="{2CE678B4-EC12-49E5-A013-C479323375B4}">
      <dgm:prSet/>
      <dgm:spPr/>
      <dgm:t>
        <a:bodyPr/>
        <a:lstStyle/>
        <a:p>
          <a:endParaRPr lang="en-US"/>
        </a:p>
      </dgm:t>
    </dgm:pt>
    <dgm:pt modelId="{8DC756C0-BF9F-4C48-9FF3-BACC13552F68}">
      <dgm:prSet/>
      <dgm:spPr/>
      <dgm:t>
        <a:bodyPr/>
        <a:lstStyle/>
        <a:p>
          <a:r>
            <a:rPr lang="en-US" b="1" i="0" baseline="0" dirty="0"/>
            <a:t>Spot Instances</a:t>
          </a:r>
          <a:r>
            <a:rPr lang="en-US" b="0" i="0" baseline="0" dirty="0"/>
            <a:t> - Bid on unused EC2 capacity at deep discounts</a:t>
          </a:r>
          <a:endParaRPr lang="en-US" dirty="0"/>
        </a:p>
      </dgm:t>
    </dgm:pt>
    <dgm:pt modelId="{8EC3AFA9-68BD-4D5C-8D45-090A5421E32E}" type="parTrans" cxnId="{C1CA85D5-9ACE-423C-A09B-FDFD852DE2D9}">
      <dgm:prSet/>
      <dgm:spPr/>
      <dgm:t>
        <a:bodyPr/>
        <a:lstStyle/>
        <a:p>
          <a:endParaRPr lang="en-US"/>
        </a:p>
      </dgm:t>
    </dgm:pt>
    <dgm:pt modelId="{966BD277-E9BB-4A0F-A8B1-01A8C5A490A2}" type="sibTrans" cxnId="{C1CA85D5-9ACE-423C-A09B-FDFD852DE2D9}">
      <dgm:prSet/>
      <dgm:spPr/>
      <dgm:t>
        <a:bodyPr/>
        <a:lstStyle/>
        <a:p>
          <a:endParaRPr lang="en-US"/>
        </a:p>
      </dgm:t>
    </dgm:pt>
    <dgm:pt modelId="{F2AB81FB-BDB5-4C70-952A-16F724A7BC4B}">
      <dgm:prSet/>
      <dgm:spPr/>
      <dgm:t>
        <a:bodyPr/>
        <a:lstStyle/>
        <a:p>
          <a:r>
            <a:rPr lang="en-US" b="1" i="0" baseline="0" dirty="0"/>
            <a:t>Savings Plans</a:t>
          </a:r>
          <a:r>
            <a:rPr lang="en-US" b="0" i="0" baseline="0" dirty="0"/>
            <a:t> - Flexible pricing model for compute usage commitment</a:t>
          </a:r>
          <a:endParaRPr lang="en-US" dirty="0"/>
        </a:p>
      </dgm:t>
    </dgm:pt>
    <dgm:pt modelId="{FB58C534-EB9E-439A-A510-3B0FF31DD240}" type="parTrans" cxnId="{F3D33C82-B791-496B-BDB4-891A8766671D}">
      <dgm:prSet/>
      <dgm:spPr/>
      <dgm:t>
        <a:bodyPr/>
        <a:lstStyle/>
        <a:p>
          <a:endParaRPr lang="en-US"/>
        </a:p>
      </dgm:t>
    </dgm:pt>
    <dgm:pt modelId="{D123CDC9-C212-4A89-B202-7CA37373D1E1}" type="sibTrans" cxnId="{F3D33C82-B791-496B-BDB4-891A8766671D}">
      <dgm:prSet/>
      <dgm:spPr/>
      <dgm:t>
        <a:bodyPr/>
        <a:lstStyle/>
        <a:p>
          <a:endParaRPr lang="en-US"/>
        </a:p>
      </dgm:t>
    </dgm:pt>
    <dgm:pt modelId="{CE998613-D5EC-420D-B50F-5392FB516DE2}" type="pres">
      <dgm:prSet presAssocID="{3EDEE420-69F7-48DB-8286-EAEF8256EE73}" presName="matrix" presStyleCnt="0">
        <dgm:presLayoutVars>
          <dgm:chMax val="1"/>
          <dgm:dir/>
          <dgm:resizeHandles val="exact"/>
        </dgm:presLayoutVars>
      </dgm:prSet>
      <dgm:spPr/>
    </dgm:pt>
    <dgm:pt modelId="{E65CDB6D-32AC-4D30-A7A4-2BEEC7229244}" type="pres">
      <dgm:prSet presAssocID="{3EDEE420-69F7-48DB-8286-EAEF8256EE73}" presName="diamond" presStyleLbl="bgShp" presStyleIdx="0" presStyleCnt="1"/>
      <dgm:spPr/>
    </dgm:pt>
    <dgm:pt modelId="{B8324483-DD56-4D83-993A-CBB6912A1A3D}" type="pres">
      <dgm:prSet presAssocID="{3EDEE420-69F7-48DB-8286-EAEF8256EE7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DDD24B3-976E-4530-BBE5-AD763079DC7B}" type="pres">
      <dgm:prSet presAssocID="{3EDEE420-69F7-48DB-8286-EAEF8256EE7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585F650-36ED-4023-B06F-F5937B148428}" type="pres">
      <dgm:prSet presAssocID="{3EDEE420-69F7-48DB-8286-EAEF8256EE7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BEB6803-864E-4BE7-BDC0-C3FAE2FEEF8D}" type="pres">
      <dgm:prSet presAssocID="{3EDEE420-69F7-48DB-8286-EAEF8256EE7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3C8E90C-B519-4E2E-9332-3131D0465D80}" type="presOf" srcId="{8DC756C0-BF9F-4C48-9FF3-BACC13552F68}" destId="{7585F650-36ED-4023-B06F-F5937B148428}" srcOrd="0" destOrd="0" presId="urn:microsoft.com/office/officeart/2005/8/layout/matrix3"/>
    <dgm:cxn modelId="{A16AE076-2799-494B-9A40-616677CCD8E1}" type="presOf" srcId="{3EDEE420-69F7-48DB-8286-EAEF8256EE73}" destId="{CE998613-D5EC-420D-B50F-5392FB516DE2}" srcOrd="0" destOrd="0" presId="urn:microsoft.com/office/officeart/2005/8/layout/matrix3"/>
    <dgm:cxn modelId="{F3D33C82-B791-496B-BDB4-891A8766671D}" srcId="{3EDEE420-69F7-48DB-8286-EAEF8256EE73}" destId="{F2AB81FB-BDB5-4C70-952A-16F724A7BC4B}" srcOrd="3" destOrd="0" parTransId="{FB58C534-EB9E-439A-A510-3B0FF31DD240}" sibTransId="{D123CDC9-C212-4A89-B202-7CA37373D1E1}"/>
    <dgm:cxn modelId="{70EA1DB4-9E90-4348-85EF-2F8BB164B2D2}" type="presOf" srcId="{F2AB81FB-BDB5-4C70-952A-16F724A7BC4B}" destId="{0BEB6803-864E-4BE7-BDC0-C3FAE2FEEF8D}" srcOrd="0" destOrd="0" presId="urn:microsoft.com/office/officeart/2005/8/layout/matrix3"/>
    <dgm:cxn modelId="{2CE678B4-EC12-49E5-A013-C479323375B4}" srcId="{3EDEE420-69F7-48DB-8286-EAEF8256EE73}" destId="{6AFA4C5F-B2A4-44AC-9391-149EA3EBBE94}" srcOrd="1" destOrd="0" parTransId="{EACF928B-DE8E-4097-8097-E122F24D092C}" sibTransId="{1C756FCF-E316-4A44-8A8D-AAA70199D1F9}"/>
    <dgm:cxn modelId="{C1CA85D5-9ACE-423C-A09B-FDFD852DE2D9}" srcId="{3EDEE420-69F7-48DB-8286-EAEF8256EE73}" destId="{8DC756C0-BF9F-4C48-9FF3-BACC13552F68}" srcOrd="2" destOrd="0" parTransId="{8EC3AFA9-68BD-4D5C-8D45-090A5421E32E}" sibTransId="{966BD277-E9BB-4A0F-A8B1-01A8C5A490A2}"/>
    <dgm:cxn modelId="{8A0C05E1-B9CF-4E77-B820-33BF1A560F2A}" srcId="{3EDEE420-69F7-48DB-8286-EAEF8256EE73}" destId="{5569A453-C37F-42FB-B481-2B0856536B83}" srcOrd="0" destOrd="0" parTransId="{2CECE25C-1756-49FB-9008-4C72E9F67CF0}" sibTransId="{B40BC7DF-A667-428B-A3FF-8F40BAE455EA}"/>
    <dgm:cxn modelId="{79101EE2-EC13-407E-A966-E0549EE3B158}" type="presOf" srcId="{6AFA4C5F-B2A4-44AC-9391-149EA3EBBE94}" destId="{1DDD24B3-976E-4530-BBE5-AD763079DC7B}" srcOrd="0" destOrd="0" presId="urn:microsoft.com/office/officeart/2005/8/layout/matrix3"/>
    <dgm:cxn modelId="{5E0B26EF-6837-4B9F-A2B0-CECD479E4452}" type="presOf" srcId="{5569A453-C37F-42FB-B481-2B0856536B83}" destId="{B8324483-DD56-4D83-993A-CBB6912A1A3D}" srcOrd="0" destOrd="0" presId="urn:microsoft.com/office/officeart/2005/8/layout/matrix3"/>
    <dgm:cxn modelId="{460E3E61-34BE-4974-B984-1E8D74CF2D09}" type="presParOf" srcId="{CE998613-D5EC-420D-B50F-5392FB516DE2}" destId="{E65CDB6D-32AC-4D30-A7A4-2BEEC7229244}" srcOrd="0" destOrd="0" presId="urn:microsoft.com/office/officeart/2005/8/layout/matrix3"/>
    <dgm:cxn modelId="{41823174-DEFF-485B-92B0-18286989BE26}" type="presParOf" srcId="{CE998613-D5EC-420D-B50F-5392FB516DE2}" destId="{B8324483-DD56-4D83-993A-CBB6912A1A3D}" srcOrd="1" destOrd="0" presId="urn:microsoft.com/office/officeart/2005/8/layout/matrix3"/>
    <dgm:cxn modelId="{1A52731E-688C-40C5-AED0-1FD20556CE81}" type="presParOf" srcId="{CE998613-D5EC-420D-B50F-5392FB516DE2}" destId="{1DDD24B3-976E-4530-BBE5-AD763079DC7B}" srcOrd="2" destOrd="0" presId="urn:microsoft.com/office/officeart/2005/8/layout/matrix3"/>
    <dgm:cxn modelId="{509D9DB7-CC57-4195-B832-B29F4042103A}" type="presParOf" srcId="{CE998613-D5EC-420D-B50F-5392FB516DE2}" destId="{7585F650-36ED-4023-B06F-F5937B148428}" srcOrd="3" destOrd="0" presId="urn:microsoft.com/office/officeart/2005/8/layout/matrix3"/>
    <dgm:cxn modelId="{A811F22A-BB12-48A9-B7BF-1DEE53036686}" type="presParOf" srcId="{CE998613-D5EC-420D-B50F-5392FB516DE2}" destId="{0BEB6803-864E-4BE7-BDC0-C3FAE2FEEF8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E1D6B9-0121-4F1F-9D46-2C5B5BF130A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64B93B0-AFDC-4B29-B188-9DDC4AC4F254}">
      <dgm:prSet/>
      <dgm:spPr/>
      <dgm:t>
        <a:bodyPr/>
        <a:lstStyle/>
        <a:p>
          <a:r>
            <a:rPr lang="en-US"/>
            <a:t>Pay for compute capacity by the hour or second (depending on instance)</a:t>
          </a:r>
        </a:p>
      </dgm:t>
    </dgm:pt>
    <dgm:pt modelId="{7C9EC68F-B6AA-4ABF-8448-BAA5691D785B}" type="parTrans" cxnId="{9B554611-B0A5-4ABB-BFBE-1C679E61BADA}">
      <dgm:prSet/>
      <dgm:spPr/>
      <dgm:t>
        <a:bodyPr/>
        <a:lstStyle/>
        <a:p>
          <a:endParaRPr lang="en-US"/>
        </a:p>
      </dgm:t>
    </dgm:pt>
    <dgm:pt modelId="{B3A2D319-8348-4511-A56C-64610EB5BF3A}" type="sibTrans" cxnId="{9B554611-B0A5-4ABB-BFBE-1C679E61BADA}">
      <dgm:prSet/>
      <dgm:spPr/>
      <dgm:t>
        <a:bodyPr/>
        <a:lstStyle/>
        <a:p>
          <a:endParaRPr lang="en-US"/>
        </a:p>
      </dgm:t>
    </dgm:pt>
    <dgm:pt modelId="{28218793-4038-4AFD-BCED-B7DD288F4F23}">
      <dgm:prSet/>
      <dgm:spPr/>
      <dgm:t>
        <a:bodyPr/>
        <a:lstStyle/>
        <a:p>
          <a:r>
            <a:rPr lang="en-US"/>
            <a:t>No long-term commitment or upfront payment</a:t>
          </a:r>
        </a:p>
      </dgm:t>
    </dgm:pt>
    <dgm:pt modelId="{958E4D15-F276-4756-9002-591E176FDCBF}" type="parTrans" cxnId="{5BEF95BF-DEB5-4310-91E8-D1129F314333}">
      <dgm:prSet/>
      <dgm:spPr/>
      <dgm:t>
        <a:bodyPr/>
        <a:lstStyle/>
        <a:p>
          <a:endParaRPr lang="en-US"/>
        </a:p>
      </dgm:t>
    </dgm:pt>
    <dgm:pt modelId="{612DC3E6-CA46-4790-9C0E-2AD0757D32A5}" type="sibTrans" cxnId="{5BEF95BF-DEB5-4310-91E8-D1129F314333}">
      <dgm:prSet/>
      <dgm:spPr/>
      <dgm:t>
        <a:bodyPr/>
        <a:lstStyle/>
        <a:p>
          <a:endParaRPr lang="en-US"/>
        </a:p>
      </dgm:t>
    </dgm:pt>
    <dgm:pt modelId="{C4F078CD-2083-47E0-AE48-8B52FE4932EC}">
      <dgm:prSet/>
      <dgm:spPr/>
      <dgm:t>
        <a:bodyPr/>
        <a:lstStyle/>
        <a:p>
          <a:r>
            <a:rPr lang="en-US"/>
            <a:t>Ideal for:</a:t>
          </a:r>
        </a:p>
      </dgm:t>
    </dgm:pt>
    <dgm:pt modelId="{09CDAA0D-D945-4737-AD81-96242BF80D3C}" type="parTrans" cxnId="{BF6EE6E0-1FF6-471A-AD81-E41F6091E8DD}">
      <dgm:prSet/>
      <dgm:spPr/>
      <dgm:t>
        <a:bodyPr/>
        <a:lstStyle/>
        <a:p>
          <a:endParaRPr lang="en-US"/>
        </a:p>
      </dgm:t>
    </dgm:pt>
    <dgm:pt modelId="{74FCC548-E2CA-4410-83C4-E4B1756686B7}" type="sibTrans" cxnId="{BF6EE6E0-1FF6-471A-AD81-E41F6091E8DD}">
      <dgm:prSet/>
      <dgm:spPr/>
      <dgm:t>
        <a:bodyPr/>
        <a:lstStyle/>
        <a:p>
          <a:endParaRPr lang="en-US"/>
        </a:p>
      </dgm:t>
    </dgm:pt>
    <dgm:pt modelId="{6880DB1B-F126-4874-9026-3F1FB68ED1B4}">
      <dgm:prSet/>
      <dgm:spPr/>
      <dgm:t>
        <a:bodyPr/>
        <a:lstStyle/>
        <a:p>
          <a:r>
            <a:rPr lang="en-US"/>
            <a:t>New applications or short-term workloads</a:t>
          </a:r>
        </a:p>
      </dgm:t>
    </dgm:pt>
    <dgm:pt modelId="{B76A4B0A-22F9-4910-A798-0CE396E1CEF0}" type="parTrans" cxnId="{5592D7C0-107B-4E9F-B60D-FAC708F9A912}">
      <dgm:prSet/>
      <dgm:spPr/>
      <dgm:t>
        <a:bodyPr/>
        <a:lstStyle/>
        <a:p>
          <a:endParaRPr lang="en-US"/>
        </a:p>
      </dgm:t>
    </dgm:pt>
    <dgm:pt modelId="{CDEB2B81-662E-4E82-9E98-DE02AB071832}" type="sibTrans" cxnId="{5592D7C0-107B-4E9F-B60D-FAC708F9A912}">
      <dgm:prSet/>
      <dgm:spPr/>
      <dgm:t>
        <a:bodyPr/>
        <a:lstStyle/>
        <a:p>
          <a:endParaRPr lang="en-US"/>
        </a:p>
      </dgm:t>
    </dgm:pt>
    <dgm:pt modelId="{EA222D8E-D3F5-42DB-875A-209B8FF6BA89}">
      <dgm:prSet/>
      <dgm:spPr/>
      <dgm:t>
        <a:bodyPr/>
        <a:lstStyle/>
        <a:p>
          <a:r>
            <a:rPr lang="en-US"/>
            <a:t>Unpredictable traffic or testing environments</a:t>
          </a:r>
        </a:p>
      </dgm:t>
    </dgm:pt>
    <dgm:pt modelId="{E44B74E8-FECF-436E-B16A-1C3D9D28C391}" type="parTrans" cxnId="{BFBEABFC-0400-4019-9CCA-202C1DDB3AFE}">
      <dgm:prSet/>
      <dgm:spPr/>
      <dgm:t>
        <a:bodyPr/>
        <a:lstStyle/>
        <a:p>
          <a:endParaRPr lang="en-US"/>
        </a:p>
      </dgm:t>
    </dgm:pt>
    <dgm:pt modelId="{B3F926C6-5A32-43FC-907D-4FCEBCDF82E0}" type="sibTrans" cxnId="{BFBEABFC-0400-4019-9CCA-202C1DDB3AFE}">
      <dgm:prSet/>
      <dgm:spPr/>
      <dgm:t>
        <a:bodyPr/>
        <a:lstStyle/>
        <a:p>
          <a:endParaRPr lang="en-US"/>
        </a:p>
      </dgm:t>
    </dgm:pt>
    <dgm:pt modelId="{8FFC4F02-D36C-403C-8DA7-6C547E3DED83}">
      <dgm:prSet/>
      <dgm:spPr/>
      <dgm:t>
        <a:bodyPr/>
        <a:lstStyle/>
        <a:p>
          <a:r>
            <a:rPr lang="en-US"/>
            <a:t>Cost: Highest per-hour rate, but maximum flexibility</a:t>
          </a:r>
        </a:p>
      </dgm:t>
    </dgm:pt>
    <dgm:pt modelId="{351C9388-92B8-401C-B55A-0832E29B1800}" type="parTrans" cxnId="{A9296863-3993-46C9-B8AF-DB45949B94CD}">
      <dgm:prSet/>
      <dgm:spPr/>
      <dgm:t>
        <a:bodyPr/>
        <a:lstStyle/>
        <a:p>
          <a:endParaRPr lang="en-US"/>
        </a:p>
      </dgm:t>
    </dgm:pt>
    <dgm:pt modelId="{E907C171-CCC8-478D-80DC-87C1910A5052}" type="sibTrans" cxnId="{A9296863-3993-46C9-B8AF-DB45949B94CD}">
      <dgm:prSet/>
      <dgm:spPr/>
      <dgm:t>
        <a:bodyPr/>
        <a:lstStyle/>
        <a:p>
          <a:endParaRPr lang="en-US"/>
        </a:p>
      </dgm:t>
    </dgm:pt>
    <dgm:pt modelId="{0487C362-CDEB-404F-9AEF-3F2A82439773}">
      <dgm:prSet/>
      <dgm:spPr/>
      <dgm:t>
        <a:bodyPr/>
        <a:lstStyle/>
        <a:p>
          <a:r>
            <a:rPr lang="en-US" i="1"/>
            <a:t>Example: Development or test environments</a:t>
          </a:r>
          <a:endParaRPr lang="en-US"/>
        </a:p>
      </dgm:t>
    </dgm:pt>
    <dgm:pt modelId="{3CA37D78-9AA8-4431-A9C6-092B78FCA660}" type="parTrans" cxnId="{E0DD560C-5AB2-43E7-9FA2-D1B00A2FBC64}">
      <dgm:prSet/>
      <dgm:spPr/>
      <dgm:t>
        <a:bodyPr/>
        <a:lstStyle/>
        <a:p>
          <a:endParaRPr lang="en-US"/>
        </a:p>
      </dgm:t>
    </dgm:pt>
    <dgm:pt modelId="{9BAEA96A-EE36-4BA5-A034-E1D098D24240}" type="sibTrans" cxnId="{E0DD560C-5AB2-43E7-9FA2-D1B00A2FBC64}">
      <dgm:prSet/>
      <dgm:spPr/>
      <dgm:t>
        <a:bodyPr/>
        <a:lstStyle/>
        <a:p>
          <a:endParaRPr lang="en-US"/>
        </a:p>
      </dgm:t>
    </dgm:pt>
    <dgm:pt modelId="{D0EEC4C8-AFBD-469D-8111-EF656DE357CA}" type="pres">
      <dgm:prSet presAssocID="{AAE1D6B9-0121-4F1F-9D46-2C5B5BF130A1}" presName="root" presStyleCnt="0">
        <dgm:presLayoutVars>
          <dgm:dir/>
          <dgm:resizeHandles val="exact"/>
        </dgm:presLayoutVars>
      </dgm:prSet>
      <dgm:spPr/>
    </dgm:pt>
    <dgm:pt modelId="{EC4A4ABC-6995-4A2F-B8E1-FD7B35FEE5FA}" type="pres">
      <dgm:prSet presAssocID="{E64B93B0-AFDC-4B29-B188-9DDC4AC4F254}" presName="compNode" presStyleCnt="0"/>
      <dgm:spPr/>
    </dgm:pt>
    <dgm:pt modelId="{76A3BC24-8B0F-4DD9-A1A0-83A79BBD9E00}" type="pres">
      <dgm:prSet presAssocID="{E64B93B0-AFDC-4B29-B188-9DDC4AC4F254}" presName="bgRect" presStyleLbl="bgShp" presStyleIdx="0" presStyleCnt="5"/>
      <dgm:spPr/>
    </dgm:pt>
    <dgm:pt modelId="{8A6BBFFB-68BE-412D-BFE1-330DC1CE94E3}" type="pres">
      <dgm:prSet presAssocID="{E64B93B0-AFDC-4B29-B188-9DDC4AC4F25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75B431F-C6C1-474A-8694-D1D586AFD6F6}" type="pres">
      <dgm:prSet presAssocID="{E64B93B0-AFDC-4B29-B188-9DDC4AC4F254}" presName="spaceRect" presStyleCnt="0"/>
      <dgm:spPr/>
    </dgm:pt>
    <dgm:pt modelId="{8FF703CC-489F-4806-858A-D89D29A2A64E}" type="pres">
      <dgm:prSet presAssocID="{E64B93B0-AFDC-4B29-B188-9DDC4AC4F254}" presName="parTx" presStyleLbl="revTx" presStyleIdx="0" presStyleCnt="6">
        <dgm:presLayoutVars>
          <dgm:chMax val="0"/>
          <dgm:chPref val="0"/>
        </dgm:presLayoutVars>
      </dgm:prSet>
      <dgm:spPr/>
    </dgm:pt>
    <dgm:pt modelId="{7CA8F7FB-C7F1-43A5-9317-F9A8EC2C7C8E}" type="pres">
      <dgm:prSet presAssocID="{B3A2D319-8348-4511-A56C-64610EB5BF3A}" presName="sibTrans" presStyleCnt="0"/>
      <dgm:spPr/>
    </dgm:pt>
    <dgm:pt modelId="{8B3CFAFC-7A6F-4152-8E79-8EB1A1A03416}" type="pres">
      <dgm:prSet presAssocID="{28218793-4038-4AFD-BCED-B7DD288F4F23}" presName="compNode" presStyleCnt="0"/>
      <dgm:spPr/>
    </dgm:pt>
    <dgm:pt modelId="{116E5659-72E5-44E4-AD8C-93CA1DF118A2}" type="pres">
      <dgm:prSet presAssocID="{28218793-4038-4AFD-BCED-B7DD288F4F23}" presName="bgRect" presStyleLbl="bgShp" presStyleIdx="1" presStyleCnt="5"/>
      <dgm:spPr/>
    </dgm:pt>
    <dgm:pt modelId="{84E04922-9EC2-4234-AAAD-FA033765593A}" type="pres">
      <dgm:prSet presAssocID="{28218793-4038-4AFD-BCED-B7DD288F4F2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19543A1-E1A8-48DE-89AE-AEB642AFC49B}" type="pres">
      <dgm:prSet presAssocID="{28218793-4038-4AFD-BCED-B7DD288F4F23}" presName="spaceRect" presStyleCnt="0"/>
      <dgm:spPr/>
    </dgm:pt>
    <dgm:pt modelId="{36BFA9E9-74BF-419F-B48B-61D2E2F418E0}" type="pres">
      <dgm:prSet presAssocID="{28218793-4038-4AFD-BCED-B7DD288F4F23}" presName="parTx" presStyleLbl="revTx" presStyleIdx="1" presStyleCnt="6">
        <dgm:presLayoutVars>
          <dgm:chMax val="0"/>
          <dgm:chPref val="0"/>
        </dgm:presLayoutVars>
      </dgm:prSet>
      <dgm:spPr/>
    </dgm:pt>
    <dgm:pt modelId="{C6954EA3-700C-4EC6-BC0B-8EF2BF4EAD68}" type="pres">
      <dgm:prSet presAssocID="{612DC3E6-CA46-4790-9C0E-2AD0757D32A5}" presName="sibTrans" presStyleCnt="0"/>
      <dgm:spPr/>
    </dgm:pt>
    <dgm:pt modelId="{37F328EB-907F-42F1-8FEB-A629C724FC07}" type="pres">
      <dgm:prSet presAssocID="{C4F078CD-2083-47E0-AE48-8B52FE4932EC}" presName="compNode" presStyleCnt="0"/>
      <dgm:spPr/>
    </dgm:pt>
    <dgm:pt modelId="{C605ED93-53FA-4295-95FB-07DE2F81D611}" type="pres">
      <dgm:prSet presAssocID="{C4F078CD-2083-47E0-AE48-8B52FE4932EC}" presName="bgRect" presStyleLbl="bgShp" presStyleIdx="2" presStyleCnt="5"/>
      <dgm:spPr/>
    </dgm:pt>
    <dgm:pt modelId="{9875815B-EBE6-44C1-B69B-039CF14560AE}" type="pres">
      <dgm:prSet presAssocID="{C4F078CD-2083-47E0-AE48-8B52FE4932E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B3A17E96-962C-4254-A6ED-EED6C19BC2EB}" type="pres">
      <dgm:prSet presAssocID="{C4F078CD-2083-47E0-AE48-8B52FE4932EC}" presName="spaceRect" presStyleCnt="0"/>
      <dgm:spPr/>
    </dgm:pt>
    <dgm:pt modelId="{64B232BC-FC2A-4B52-8A66-4C832616DC35}" type="pres">
      <dgm:prSet presAssocID="{C4F078CD-2083-47E0-AE48-8B52FE4932EC}" presName="parTx" presStyleLbl="revTx" presStyleIdx="2" presStyleCnt="6">
        <dgm:presLayoutVars>
          <dgm:chMax val="0"/>
          <dgm:chPref val="0"/>
        </dgm:presLayoutVars>
      </dgm:prSet>
      <dgm:spPr/>
    </dgm:pt>
    <dgm:pt modelId="{CF7438C4-073A-43B3-8CF7-6F80A554AA08}" type="pres">
      <dgm:prSet presAssocID="{C4F078CD-2083-47E0-AE48-8B52FE4932EC}" presName="desTx" presStyleLbl="revTx" presStyleIdx="3" presStyleCnt="6" custLinFactNeighborX="-64285" custLinFactNeighborY="0">
        <dgm:presLayoutVars/>
      </dgm:prSet>
      <dgm:spPr/>
    </dgm:pt>
    <dgm:pt modelId="{CAE45788-2B98-4F15-B296-1D6A879E8A58}" type="pres">
      <dgm:prSet presAssocID="{74FCC548-E2CA-4410-83C4-E4B1756686B7}" presName="sibTrans" presStyleCnt="0"/>
      <dgm:spPr/>
    </dgm:pt>
    <dgm:pt modelId="{B8730F87-130A-41E4-AC62-AB8AF8F0EB43}" type="pres">
      <dgm:prSet presAssocID="{8FFC4F02-D36C-403C-8DA7-6C547E3DED83}" presName="compNode" presStyleCnt="0"/>
      <dgm:spPr/>
    </dgm:pt>
    <dgm:pt modelId="{57A66EC3-707E-432B-9D01-C63EEE62134F}" type="pres">
      <dgm:prSet presAssocID="{8FFC4F02-D36C-403C-8DA7-6C547E3DED83}" presName="bgRect" presStyleLbl="bgShp" presStyleIdx="3" presStyleCnt="5"/>
      <dgm:spPr/>
    </dgm:pt>
    <dgm:pt modelId="{C8916124-48DA-4065-890F-EC7912053A67}" type="pres">
      <dgm:prSet presAssocID="{8FFC4F02-D36C-403C-8DA7-6C547E3DED8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87D6ACA-2C5E-4AEE-9C5E-6A3B2DCECEF5}" type="pres">
      <dgm:prSet presAssocID="{8FFC4F02-D36C-403C-8DA7-6C547E3DED83}" presName="spaceRect" presStyleCnt="0"/>
      <dgm:spPr/>
    </dgm:pt>
    <dgm:pt modelId="{B1B399CD-C7F3-435C-B4B7-BD654746CC49}" type="pres">
      <dgm:prSet presAssocID="{8FFC4F02-D36C-403C-8DA7-6C547E3DED83}" presName="parTx" presStyleLbl="revTx" presStyleIdx="4" presStyleCnt="6">
        <dgm:presLayoutVars>
          <dgm:chMax val="0"/>
          <dgm:chPref val="0"/>
        </dgm:presLayoutVars>
      </dgm:prSet>
      <dgm:spPr/>
    </dgm:pt>
    <dgm:pt modelId="{3489B188-CE6E-4A4F-B125-D3A9F7C82B9E}" type="pres">
      <dgm:prSet presAssocID="{E907C171-CCC8-478D-80DC-87C1910A5052}" presName="sibTrans" presStyleCnt="0"/>
      <dgm:spPr/>
    </dgm:pt>
    <dgm:pt modelId="{227CEDA0-B042-4C6A-8D04-E2A19CDB0237}" type="pres">
      <dgm:prSet presAssocID="{0487C362-CDEB-404F-9AEF-3F2A82439773}" presName="compNode" presStyleCnt="0"/>
      <dgm:spPr/>
    </dgm:pt>
    <dgm:pt modelId="{1CFA8045-B4AC-4A93-BF0C-6482CACE976B}" type="pres">
      <dgm:prSet presAssocID="{0487C362-CDEB-404F-9AEF-3F2A82439773}" presName="bgRect" presStyleLbl="bgShp" presStyleIdx="4" presStyleCnt="5"/>
      <dgm:spPr/>
    </dgm:pt>
    <dgm:pt modelId="{9D3378DA-A117-4F1C-9153-5FDB41D6793C}" type="pres">
      <dgm:prSet presAssocID="{0487C362-CDEB-404F-9AEF-3F2A8243977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CC8F819-CB18-4B70-A1A1-0DD7AD91C458}" type="pres">
      <dgm:prSet presAssocID="{0487C362-CDEB-404F-9AEF-3F2A82439773}" presName="spaceRect" presStyleCnt="0"/>
      <dgm:spPr/>
    </dgm:pt>
    <dgm:pt modelId="{A2FADBDD-8F2C-406E-A28A-983D659D5BA7}" type="pres">
      <dgm:prSet presAssocID="{0487C362-CDEB-404F-9AEF-3F2A8243977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0DD560C-5AB2-43E7-9FA2-D1B00A2FBC64}" srcId="{AAE1D6B9-0121-4F1F-9D46-2C5B5BF130A1}" destId="{0487C362-CDEB-404F-9AEF-3F2A82439773}" srcOrd="4" destOrd="0" parTransId="{3CA37D78-9AA8-4431-A9C6-092B78FCA660}" sibTransId="{9BAEA96A-EE36-4BA5-A034-E1D098D24240}"/>
    <dgm:cxn modelId="{9B554611-B0A5-4ABB-BFBE-1C679E61BADA}" srcId="{AAE1D6B9-0121-4F1F-9D46-2C5B5BF130A1}" destId="{E64B93B0-AFDC-4B29-B188-9DDC4AC4F254}" srcOrd="0" destOrd="0" parTransId="{7C9EC68F-B6AA-4ABF-8448-BAA5691D785B}" sibTransId="{B3A2D319-8348-4511-A56C-64610EB5BF3A}"/>
    <dgm:cxn modelId="{881F7215-48AB-411F-879D-E8CE1DCD24B7}" type="presOf" srcId="{E64B93B0-AFDC-4B29-B188-9DDC4AC4F254}" destId="{8FF703CC-489F-4806-858A-D89D29A2A64E}" srcOrd="0" destOrd="0" presId="urn:microsoft.com/office/officeart/2018/2/layout/IconVerticalSolidList"/>
    <dgm:cxn modelId="{6581F239-EA2D-48EE-876D-D0241A5661D1}" type="presOf" srcId="{C4F078CD-2083-47E0-AE48-8B52FE4932EC}" destId="{64B232BC-FC2A-4B52-8A66-4C832616DC35}" srcOrd="0" destOrd="0" presId="urn:microsoft.com/office/officeart/2018/2/layout/IconVerticalSolidList"/>
    <dgm:cxn modelId="{A9296863-3993-46C9-B8AF-DB45949B94CD}" srcId="{AAE1D6B9-0121-4F1F-9D46-2C5B5BF130A1}" destId="{8FFC4F02-D36C-403C-8DA7-6C547E3DED83}" srcOrd="3" destOrd="0" parTransId="{351C9388-92B8-401C-B55A-0832E29B1800}" sibTransId="{E907C171-CCC8-478D-80DC-87C1910A5052}"/>
    <dgm:cxn modelId="{45C3B057-8463-4526-A1BE-FC4868949D91}" type="presOf" srcId="{0487C362-CDEB-404F-9AEF-3F2A82439773}" destId="{A2FADBDD-8F2C-406E-A28A-983D659D5BA7}" srcOrd="0" destOrd="0" presId="urn:microsoft.com/office/officeart/2018/2/layout/IconVerticalSolidList"/>
    <dgm:cxn modelId="{06AC8493-20DC-4B3B-A3FA-111A783BCE50}" type="presOf" srcId="{6880DB1B-F126-4874-9026-3F1FB68ED1B4}" destId="{CF7438C4-073A-43B3-8CF7-6F80A554AA08}" srcOrd="0" destOrd="0" presId="urn:microsoft.com/office/officeart/2018/2/layout/IconVerticalSolidList"/>
    <dgm:cxn modelId="{2B947AB2-89A5-4A70-82FB-15DB5F69771D}" type="presOf" srcId="{EA222D8E-D3F5-42DB-875A-209B8FF6BA89}" destId="{CF7438C4-073A-43B3-8CF7-6F80A554AA08}" srcOrd="0" destOrd="1" presId="urn:microsoft.com/office/officeart/2018/2/layout/IconVerticalSolidList"/>
    <dgm:cxn modelId="{80F513BD-8FCC-45A8-9FC1-4FC982BB2A6A}" type="presOf" srcId="{28218793-4038-4AFD-BCED-B7DD288F4F23}" destId="{36BFA9E9-74BF-419F-B48B-61D2E2F418E0}" srcOrd="0" destOrd="0" presId="urn:microsoft.com/office/officeart/2018/2/layout/IconVerticalSolidList"/>
    <dgm:cxn modelId="{5BEF95BF-DEB5-4310-91E8-D1129F314333}" srcId="{AAE1D6B9-0121-4F1F-9D46-2C5B5BF130A1}" destId="{28218793-4038-4AFD-BCED-B7DD288F4F23}" srcOrd="1" destOrd="0" parTransId="{958E4D15-F276-4756-9002-591E176FDCBF}" sibTransId="{612DC3E6-CA46-4790-9C0E-2AD0757D32A5}"/>
    <dgm:cxn modelId="{5592D7C0-107B-4E9F-B60D-FAC708F9A912}" srcId="{C4F078CD-2083-47E0-AE48-8B52FE4932EC}" destId="{6880DB1B-F126-4874-9026-3F1FB68ED1B4}" srcOrd="0" destOrd="0" parTransId="{B76A4B0A-22F9-4910-A798-0CE396E1CEF0}" sibTransId="{CDEB2B81-662E-4E82-9E98-DE02AB071832}"/>
    <dgm:cxn modelId="{C0FAE7C0-9ED9-4818-AF1F-CFDD618A2803}" type="presOf" srcId="{8FFC4F02-D36C-403C-8DA7-6C547E3DED83}" destId="{B1B399CD-C7F3-435C-B4B7-BD654746CC49}" srcOrd="0" destOrd="0" presId="urn:microsoft.com/office/officeart/2018/2/layout/IconVerticalSolidList"/>
    <dgm:cxn modelId="{BF6EE6E0-1FF6-471A-AD81-E41F6091E8DD}" srcId="{AAE1D6B9-0121-4F1F-9D46-2C5B5BF130A1}" destId="{C4F078CD-2083-47E0-AE48-8B52FE4932EC}" srcOrd="2" destOrd="0" parTransId="{09CDAA0D-D945-4737-AD81-96242BF80D3C}" sibTransId="{74FCC548-E2CA-4410-83C4-E4B1756686B7}"/>
    <dgm:cxn modelId="{BFBEABFC-0400-4019-9CCA-202C1DDB3AFE}" srcId="{C4F078CD-2083-47E0-AE48-8B52FE4932EC}" destId="{EA222D8E-D3F5-42DB-875A-209B8FF6BA89}" srcOrd="1" destOrd="0" parTransId="{E44B74E8-FECF-436E-B16A-1C3D9D28C391}" sibTransId="{B3F926C6-5A32-43FC-907D-4FCEBCDF82E0}"/>
    <dgm:cxn modelId="{7B9599FD-3316-47C6-A9EB-8CE9FFD0EF79}" type="presOf" srcId="{AAE1D6B9-0121-4F1F-9D46-2C5B5BF130A1}" destId="{D0EEC4C8-AFBD-469D-8111-EF656DE357CA}" srcOrd="0" destOrd="0" presId="urn:microsoft.com/office/officeart/2018/2/layout/IconVerticalSolidList"/>
    <dgm:cxn modelId="{A476C65D-897D-4BF2-8DB2-D8798C74D31F}" type="presParOf" srcId="{D0EEC4C8-AFBD-469D-8111-EF656DE357CA}" destId="{EC4A4ABC-6995-4A2F-B8E1-FD7B35FEE5FA}" srcOrd="0" destOrd="0" presId="urn:microsoft.com/office/officeart/2018/2/layout/IconVerticalSolidList"/>
    <dgm:cxn modelId="{BF64BC84-0DBB-43ED-B3C7-609A98A2B1EF}" type="presParOf" srcId="{EC4A4ABC-6995-4A2F-B8E1-FD7B35FEE5FA}" destId="{76A3BC24-8B0F-4DD9-A1A0-83A79BBD9E00}" srcOrd="0" destOrd="0" presId="urn:microsoft.com/office/officeart/2018/2/layout/IconVerticalSolidList"/>
    <dgm:cxn modelId="{A0A71F93-8EBE-4A71-8A9B-158CD9AC038E}" type="presParOf" srcId="{EC4A4ABC-6995-4A2F-B8E1-FD7B35FEE5FA}" destId="{8A6BBFFB-68BE-412D-BFE1-330DC1CE94E3}" srcOrd="1" destOrd="0" presId="urn:microsoft.com/office/officeart/2018/2/layout/IconVerticalSolidList"/>
    <dgm:cxn modelId="{D9401CA4-0EDA-4797-BAC4-B5E08ECF36F3}" type="presParOf" srcId="{EC4A4ABC-6995-4A2F-B8E1-FD7B35FEE5FA}" destId="{B75B431F-C6C1-474A-8694-D1D586AFD6F6}" srcOrd="2" destOrd="0" presId="urn:microsoft.com/office/officeart/2018/2/layout/IconVerticalSolidList"/>
    <dgm:cxn modelId="{21DF6B3B-47F1-4DBE-B49B-B5F58CB15AE6}" type="presParOf" srcId="{EC4A4ABC-6995-4A2F-B8E1-FD7B35FEE5FA}" destId="{8FF703CC-489F-4806-858A-D89D29A2A64E}" srcOrd="3" destOrd="0" presId="urn:microsoft.com/office/officeart/2018/2/layout/IconVerticalSolidList"/>
    <dgm:cxn modelId="{BCD08EEC-19BE-441A-B43B-D1A519DEB0C8}" type="presParOf" srcId="{D0EEC4C8-AFBD-469D-8111-EF656DE357CA}" destId="{7CA8F7FB-C7F1-43A5-9317-F9A8EC2C7C8E}" srcOrd="1" destOrd="0" presId="urn:microsoft.com/office/officeart/2018/2/layout/IconVerticalSolidList"/>
    <dgm:cxn modelId="{09FFF767-BCB9-4CC3-9A1F-ACDBFB65FCA0}" type="presParOf" srcId="{D0EEC4C8-AFBD-469D-8111-EF656DE357CA}" destId="{8B3CFAFC-7A6F-4152-8E79-8EB1A1A03416}" srcOrd="2" destOrd="0" presId="urn:microsoft.com/office/officeart/2018/2/layout/IconVerticalSolidList"/>
    <dgm:cxn modelId="{D5156EEE-7E8E-436B-8FCC-05831E23C4BE}" type="presParOf" srcId="{8B3CFAFC-7A6F-4152-8E79-8EB1A1A03416}" destId="{116E5659-72E5-44E4-AD8C-93CA1DF118A2}" srcOrd="0" destOrd="0" presId="urn:microsoft.com/office/officeart/2018/2/layout/IconVerticalSolidList"/>
    <dgm:cxn modelId="{116BCFFB-8736-4C3D-91A5-6D2C9BE8E096}" type="presParOf" srcId="{8B3CFAFC-7A6F-4152-8E79-8EB1A1A03416}" destId="{84E04922-9EC2-4234-AAAD-FA033765593A}" srcOrd="1" destOrd="0" presId="urn:microsoft.com/office/officeart/2018/2/layout/IconVerticalSolidList"/>
    <dgm:cxn modelId="{0E0DAE22-1414-4E92-9C6E-0593CA18751D}" type="presParOf" srcId="{8B3CFAFC-7A6F-4152-8E79-8EB1A1A03416}" destId="{A19543A1-E1A8-48DE-89AE-AEB642AFC49B}" srcOrd="2" destOrd="0" presId="urn:microsoft.com/office/officeart/2018/2/layout/IconVerticalSolidList"/>
    <dgm:cxn modelId="{2E300061-AE34-4FA0-A3BB-9708BD73B65F}" type="presParOf" srcId="{8B3CFAFC-7A6F-4152-8E79-8EB1A1A03416}" destId="{36BFA9E9-74BF-419F-B48B-61D2E2F418E0}" srcOrd="3" destOrd="0" presId="urn:microsoft.com/office/officeart/2018/2/layout/IconVerticalSolidList"/>
    <dgm:cxn modelId="{29521187-4E58-47AC-9C7F-0DA545BBBE45}" type="presParOf" srcId="{D0EEC4C8-AFBD-469D-8111-EF656DE357CA}" destId="{C6954EA3-700C-4EC6-BC0B-8EF2BF4EAD68}" srcOrd="3" destOrd="0" presId="urn:microsoft.com/office/officeart/2018/2/layout/IconVerticalSolidList"/>
    <dgm:cxn modelId="{194D13AD-6DD3-4A06-A00E-47AE3F8F32EB}" type="presParOf" srcId="{D0EEC4C8-AFBD-469D-8111-EF656DE357CA}" destId="{37F328EB-907F-42F1-8FEB-A629C724FC07}" srcOrd="4" destOrd="0" presId="urn:microsoft.com/office/officeart/2018/2/layout/IconVerticalSolidList"/>
    <dgm:cxn modelId="{C8082975-EBD6-4EAA-BA7E-22B4641D4C72}" type="presParOf" srcId="{37F328EB-907F-42F1-8FEB-A629C724FC07}" destId="{C605ED93-53FA-4295-95FB-07DE2F81D611}" srcOrd="0" destOrd="0" presId="urn:microsoft.com/office/officeart/2018/2/layout/IconVerticalSolidList"/>
    <dgm:cxn modelId="{7B949E53-3428-4AFC-880C-9BE78C4E8792}" type="presParOf" srcId="{37F328EB-907F-42F1-8FEB-A629C724FC07}" destId="{9875815B-EBE6-44C1-B69B-039CF14560AE}" srcOrd="1" destOrd="0" presId="urn:microsoft.com/office/officeart/2018/2/layout/IconVerticalSolidList"/>
    <dgm:cxn modelId="{AE281707-8DB1-43B3-9530-992D76FB2E75}" type="presParOf" srcId="{37F328EB-907F-42F1-8FEB-A629C724FC07}" destId="{B3A17E96-962C-4254-A6ED-EED6C19BC2EB}" srcOrd="2" destOrd="0" presId="urn:microsoft.com/office/officeart/2018/2/layout/IconVerticalSolidList"/>
    <dgm:cxn modelId="{CEFF5425-AEEB-4AAA-A719-407C205F6382}" type="presParOf" srcId="{37F328EB-907F-42F1-8FEB-A629C724FC07}" destId="{64B232BC-FC2A-4B52-8A66-4C832616DC35}" srcOrd="3" destOrd="0" presId="urn:microsoft.com/office/officeart/2018/2/layout/IconVerticalSolidList"/>
    <dgm:cxn modelId="{31203F0D-1FDB-490E-836D-35CAD6359268}" type="presParOf" srcId="{37F328EB-907F-42F1-8FEB-A629C724FC07}" destId="{CF7438C4-073A-43B3-8CF7-6F80A554AA08}" srcOrd="4" destOrd="0" presId="urn:microsoft.com/office/officeart/2018/2/layout/IconVerticalSolidList"/>
    <dgm:cxn modelId="{EEE8B48C-382F-46AA-B2ED-ED8B827F64EF}" type="presParOf" srcId="{D0EEC4C8-AFBD-469D-8111-EF656DE357CA}" destId="{CAE45788-2B98-4F15-B296-1D6A879E8A58}" srcOrd="5" destOrd="0" presId="urn:microsoft.com/office/officeart/2018/2/layout/IconVerticalSolidList"/>
    <dgm:cxn modelId="{4864892A-CE15-45AE-B581-786FB034F216}" type="presParOf" srcId="{D0EEC4C8-AFBD-469D-8111-EF656DE357CA}" destId="{B8730F87-130A-41E4-AC62-AB8AF8F0EB43}" srcOrd="6" destOrd="0" presId="urn:microsoft.com/office/officeart/2018/2/layout/IconVerticalSolidList"/>
    <dgm:cxn modelId="{34EB9323-718F-42DB-A515-46C6634DC72F}" type="presParOf" srcId="{B8730F87-130A-41E4-AC62-AB8AF8F0EB43}" destId="{57A66EC3-707E-432B-9D01-C63EEE62134F}" srcOrd="0" destOrd="0" presId="urn:microsoft.com/office/officeart/2018/2/layout/IconVerticalSolidList"/>
    <dgm:cxn modelId="{5D896DC2-4EB6-4B13-BB19-4666092E5805}" type="presParOf" srcId="{B8730F87-130A-41E4-AC62-AB8AF8F0EB43}" destId="{C8916124-48DA-4065-890F-EC7912053A67}" srcOrd="1" destOrd="0" presId="urn:microsoft.com/office/officeart/2018/2/layout/IconVerticalSolidList"/>
    <dgm:cxn modelId="{FADF9BD3-A914-4002-B722-DB1565216564}" type="presParOf" srcId="{B8730F87-130A-41E4-AC62-AB8AF8F0EB43}" destId="{587D6ACA-2C5E-4AEE-9C5E-6A3B2DCECEF5}" srcOrd="2" destOrd="0" presId="urn:microsoft.com/office/officeart/2018/2/layout/IconVerticalSolidList"/>
    <dgm:cxn modelId="{ADFCF901-9090-4F51-8272-3B39D14B6A9E}" type="presParOf" srcId="{B8730F87-130A-41E4-AC62-AB8AF8F0EB43}" destId="{B1B399CD-C7F3-435C-B4B7-BD654746CC49}" srcOrd="3" destOrd="0" presId="urn:microsoft.com/office/officeart/2018/2/layout/IconVerticalSolidList"/>
    <dgm:cxn modelId="{37C2CF77-6918-45C0-9E11-46C97067A64E}" type="presParOf" srcId="{D0EEC4C8-AFBD-469D-8111-EF656DE357CA}" destId="{3489B188-CE6E-4A4F-B125-D3A9F7C82B9E}" srcOrd="7" destOrd="0" presId="urn:microsoft.com/office/officeart/2018/2/layout/IconVerticalSolidList"/>
    <dgm:cxn modelId="{94355434-DFFD-41E6-A23F-0C828DDCA392}" type="presParOf" srcId="{D0EEC4C8-AFBD-469D-8111-EF656DE357CA}" destId="{227CEDA0-B042-4C6A-8D04-E2A19CDB0237}" srcOrd="8" destOrd="0" presId="urn:microsoft.com/office/officeart/2018/2/layout/IconVerticalSolidList"/>
    <dgm:cxn modelId="{26E2026A-DD07-4DB0-8CEB-0F98D5924204}" type="presParOf" srcId="{227CEDA0-B042-4C6A-8D04-E2A19CDB0237}" destId="{1CFA8045-B4AC-4A93-BF0C-6482CACE976B}" srcOrd="0" destOrd="0" presId="urn:microsoft.com/office/officeart/2018/2/layout/IconVerticalSolidList"/>
    <dgm:cxn modelId="{84537338-1F0F-47B4-A5A7-2472253EA2B5}" type="presParOf" srcId="{227CEDA0-B042-4C6A-8D04-E2A19CDB0237}" destId="{9D3378DA-A117-4F1C-9153-5FDB41D6793C}" srcOrd="1" destOrd="0" presId="urn:microsoft.com/office/officeart/2018/2/layout/IconVerticalSolidList"/>
    <dgm:cxn modelId="{84F56457-2A6B-49B4-BB96-0FC290F13143}" type="presParOf" srcId="{227CEDA0-B042-4C6A-8D04-E2A19CDB0237}" destId="{DCC8F819-CB18-4B70-A1A1-0DD7AD91C458}" srcOrd="2" destOrd="0" presId="urn:microsoft.com/office/officeart/2018/2/layout/IconVerticalSolidList"/>
    <dgm:cxn modelId="{B9F09BBC-4875-4A4F-BFF2-1B79BF64832D}" type="presParOf" srcId="{227CEDA0-B042-4C6A-8D04-E2A19CDB0237}" destId="{A2FADBDD-8F2C-406E-A28A-983D659D5B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41E404-FD89-494B-A7FC-B801520B02F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70F33D-610F-4C8C-84AC-D95AA60CE7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unused AWS capacity at up to 90% discount</a:t>
          </a:r>
        </a:p>
      </dgm:t>
    </dgm:pt>
    <dgm:pt modelId="{0D49BE4C-5E05-47D4-9056-0D01EA3FB106}" type="parTrans" cxnId="{2D3AFBC8-F79D-424E-9CE0-C7189F70BA85}">
      <dgm:prSet/>
      <dgm:spPr/>
      <dgm:t>
        <a:bodyPr/>
        <a:lstStyle/>
        <a:p>
          <a:endParaRPr lang="en-US"/>
        </a:p>
      </dgm:t>
    </dgm:pt>
    <dgm:pt modelId="{93F04414-A3D2-478B-A6DE-A5062CCAE0D0}" type="sibTrans" cxnId="{2D3AFBC8-F79D-424E-9CE0-C7189F70BA85}">
      <dgm:prSet/>
      <dgm:spPr/>
      <dgm:t>
        <a:bodyPr/>
        <a:lstStyle/>
        <a:p>
          <a:endParaRPr lang="en-US"/>
        </a:p>
      </dgm:t>
    </dgm:pt>
    <dgm:pt modelId="{4E7B7367-379B-42ED-94F8-AE178CCAE0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interrupted anytime if AWS needs capacity back</a:t>
          </a:r>
        </a:p>
      </dgm:t>
    </dgm:pt>
    <dgm:pt modelId="{8DAEACA1-4EEF-4E6D-A2E2-88C228A9B20D}" type="parTrans" cxnId="{F92BA05B-0B99-45F4-8C3E-F17DE9CC79A0}">
      <dgm:prSet/>
      <dgm:spPr/>
      <dgm:t>
        <a:bodyPr/>
        <a:lstStyle/>
        <a:p>
          <a:endParaRPr lang="en-US"/>
        </a:p>
      </dgm:t>
    </dgm:pt>
    <dgm:pt modelId="{9DE4F7DF-827F-43B3-AC84-C2C5406F4182}" type="sibTrans" cxnId="{F92BA05B-0B99-45F4-8C3E-F17DE9CC79A0}">
      <dgm:prSet/>
      <dgm:spPr/>
      <dgm:t>
        <a:bodyPr/>
        <a:lstStyle/>
        <a:p>
          <a:endParaRPr lang="en-US"/>
        </a:p>
      </dgm:t>
    </dgm:pt>
    <dgm:pt modelId="{5DF880C3-FC33-4306-88B8-8EC49F9062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Ideal for:</a:t>
          </a:r>
        </a:p>
      </dgm:t>
    </dgm:pt>
    <dgm:pt modelId="{E8AD3CD9-2A1F-4C40-BDBA-16D3290BD2C7}" type="parTrans" cxnId="{741C4621-E9A1-4746-B0B0-0AC7A08E332B}">
      <dgm:prSet/>
      <dgm:spPr/>
      <dgm:t>
        <a:bodyPr/>
        <a:lstStyle/>
        <a:p>
          <a:endParaRPr lang="en-US"/>
        </a:p>
      </dgm:t>
    </dgm:pt>
    <dgm:pt modelId="{C1F75A10-0028-4C35-918B-4E70BEE5BBAC}" type="sibTrans" cxnId="{741C4621-E9A1-4746-B0B0-0AC7A08E332B}">
      <dgm:prSet/>
      <dgm:spPr/>
      <dgm:t>
        <a:bodyPr/>
        <a:lstStyle/>
        <a:p>
          <a:endParaRPr lang="en-US"/>
        </a:p>
      </dgm:t>
    </dgm:pt>
    <dgm:pt modelId="{9838BA61-93E3-484C-A973-EFD41FFC06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Fault-tolerant, stateless, batch, or big data workloads</a:t>
          </a:r>
        </a:p>
      </dgm:t>
    </dgm:pt>
    <dgm:pt modelId="{29BC1789-C7FF-462C-B95E-B8207053FC6E}" type="parTrans" cxnId="{7F0D24F8-68B9-4504-B342-A1CB9B5EA458}">
      <dgm:prSet/>
      <dgm:spPr/>
      <dgm:t>
        <a:bodyPr/>
        <a:lstStyle/>
        <a:p>
          <a:endParaRPr lang="en-US"/>
        </a:p>
      </dgm:t>
    </dgm:pt>
    <dgm:pt modelId="{F4494865-D53B-4103-9FC7-25C1B9169656}" type="sibTrans" cxnId="{7F0D24F8-68B9-4504-B342-A1CB9B5EA458}">
      <dgm:prSet/>
      <dgm:spPr/>
      <dgm:t>
        <a:bodyPr/>
        <a:lstStyle/>
        <a:p>
          <a:endParaRPr lang="en-US"/>
        </a:p>
      </dgm:t>
    </dgm:pt>
    <dgm:pt modelId="{C5B77C30-6F99-4083-84EC-29CCF81951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Combine with On-Demand or Reserved for hybrid cost optimization</a:t>
          </a:r>
        </a:p>
      </dgm:t>
    </dgm:pt>
    <dgm:pt modelId="{D3C24274-DD9B-47BD-908F-B8A204C7EB15}" type="parTrans" cxnId="{9CEBFE0A-229B-4A0B-BE87-F9E6FF05DC30}">
      <dgm:prSet/>
      <dgm:spPr/>
      <dgm:t>
        <a:bodyPr/>
        <a:lstStyle/>
        <a:p>
          <a:endParaRPr lang="en-US"/>
        </a:p>
      </dgm:t>
    </dgm:pt>
    <dgm:pt modelId="{CCF4F7E8-F17B-4FA9-9D40-365D47D8B8E2}" type="sibTrans" cxnId="{9CEBFE0A-229B-4A0B-BE87-F9E6FF05DC30}">
      <dgm:prSet/>
      <dgm:spPr/>
      <dgm:t>
        <a:bodyPr/>
        <a:lstStyle/>
        <a:p>
          <a:endParaRPr lang="en-US"/>
        </a:p>
      </dgm:t>
    </dgm:pt>
    <dgm:pt modelId="{08CBCD2F-C6B7-46A2-B0AD-F0664ECA1C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Example: Data analysis, CI/CD pipelines, rendering jobs</a:t>
          </a:r>
          <a:endParaRPr lang="en-US"/>
        </a:p>
      </dgm:t>
    </dgm:pt>
    <dgm:pt modelId="{2820C648-F7C0-44A2-976C-DEAAC85189BA}" type="parTrans" cxnId="{F847D0D1-F806-4647-9308-7209622E284E}">
      <dgm:prSet/>
      <dgm:spPr/>
      <dgm:t>
        <a:bodyPr/>
        <a:lstStyle/>
        <a:p>
          <a:endParaRPr lang="en-US"/>
        </a:p>
      </dgm:t>
    </dgm:pt>
    <dgm:pt modelId="{C8E4B0D0-C3B8-4495-988D-0F2F30347B20}" type="sibTrans" cxnId="{F847D0D1-F806-4647-9308-7209622E284E}">
      <dgm:prSet/>
      <dgm:spPr/>
      <dgm:t>
        <a:bodyPr/>
        <a:lstStyle/>
        <a:p>
          <a:endParaRPr lang="en-US"/>
        </a:p>
      </dgm:t>
    </dgm:pt>
    <dgm:pt modelId="{7C19F562-F45B-42E7-913B-6C6B091AA3D2}" type="pres">
      <dgm:prSet presAssocID="{2741E404-FD89-494B-A7FC-B801520B02F9}" presName="root" presStyleCnt="0">
        <dgm:presLayoutVars>
          <dgm:dir/>
          <dgm:resizeHandles val="exact"/>
        </dgm:presLayoutVars>
      </dgm:prSet>
      <dgm:spPr/>
    </dgm:pt>
    <dgm:pt modelId="{DD2F479F-2C26-4AF6-B3DC-7FC0C3CA62D0}" type="pres">
      <dgm:prSet presAssocID="{6570F33D-610F-4C8C-84AC-D95AA60CE7B0}" presName="compNode" presStyleCnt="0"/>
      <dgm:spPr/>
    </dgm:pt>
    <dgm:pt modelId="{AB3F2491-3AD3-4924-9368-26E8E33A5025}" type="pres">
      <dgm:prSet presAssocID="{6570F33D-610F-4C8C-84AC-D95AA60CE7B0}" presName="bgRect" presStyleLbl="bgShp" presStyleIdx="0" presStyleCnt="5"/>
      <dgm:spPr/>
    </dgm:pt>
    <dgm:pt modelId="{52957182-2E36-4578-BC2B-E7EC2CEE43A0}" type="pres">
      <dgm:prSet presAssocID="{6570F33D-610F-4C8C-84AC-D95AA60CE7B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DA6EE92B-AF7C-4C0B-8AD1-E3102A94A273}" type="pres">
      <dgm:prSet presAssocID="{6570F33D-610F-4C8C-84AC-D95AA60CE7B0}" presName="spaceRect" presStyleCnt="0"/>
      <dgm:spPr/>
    </dgm:pt>
    <dgm:pt modelId="{13DC1CA0-91C4-4420-8DB2-95FB4F6CE76F}" type="pres">
      <dgm:prSet presAssocID="{6570F33D-610F-4C8C-84AC-D95AA60CE7B0}" presName="parTx" presStyleLbl="revTx" presStyleIdx="0" presStyleCnt="6">
        <dgm:presLayoutVars>
          <dgm:chMax val="0"/>
          <dgm:chPref val="0"/>
        </dgm:presLayoutVars>
      </dgm:prSet>
      <dgm:spPr/>
    </dgm:pt>
    <dgm:pt modelId="{46846B24-D0AC-4D77-B4B1-FB3A22635889}" type="pres">
      <dgm:prSet presAssocID="{93F04414-A3D2-478B-A6DE-A5062CCAE0D0}" presName="sibTrans" presStyleCnt="0"/>
      <dgm:spPr/>
    </dgm:pt>
    <dgm:pt modelId="{5F6BCEF8-F46A-4598-9B6C-8B5F7DA9C67A}" type="pres">
      <dgm:prSet presAssocID="{4E7B7367-379B-42ED-94F8-AE178CCAE022}" presName="compNode" presStyleCnt="0"/>
      <dgm:spPr/>
    </dgm:pt>
    <dgm:pt modelId="{F815D928-DB5E-4262-99CA-BD4CEEF59B75}" type="pres">
      <dgm:prSet presAssocID="{4E7B7367-379B-42ED-94F8-AE178CCAE022}" presName="bgRect" presStyleLbl="bgShp" presStyleIdx="1" presStyleCnt="5"/>
      <dgm:spPr/>
    </dgm:pt>
    <dgm:pt modelId="{44D75E0E-431F-4098-8C94-4FCB76322211}" type="pres">
      <dgm:prSet presAssocID="{4E7B7367-379B-42ED-94F8-AE178CCAE0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058B85B-28FB-426E-A87B-2EFBCFCF55A4}" type="pres">
      <dgm:prSet presAssocID="{4E7B7367-379B-42ED-94F8-AE178CCAE022}" presName="spaceRect" presStyleCnt="0"/>
      <dgm:spPr/>
    </dgm:pt>
    <dgm:pt modelId="{FF847304-52D7-4F46-99D1-4B91B297D1BC}" type="pres">
      <dgm:prSet presAssocID="{4E7B7367-379B-42ED-94F8-AE178CCAE022}" presName="parTx" presStyleLbl="revTx" presStyleIdx="1" presStyleCnt="6">
        <dgm:presLayoutVars>
          <dgm:chMax val="0"/>
          <dgm:chPref val="0"/>
        </dgm:presLayoutVars>
      </dgm:prSet>
      <dgm:spPr/>
    </dgm:pt>
    <dgm:pt modelId="{9DBDB8B5-01BA-41A7-8678-580A971C338B}" type="pres">
      <dgm:prSet presAssocID="{9DE4F7DF-827F-43B3-AC84-C2C5406F4182}" presName="sibTrans" presStyleCnt="0"/>
      <dgm:spPr/>
    </dgm:pt>
    <dgm:pt modelId="{DC750D95-BCCE-41AF-AC13-15DC44A1E7DB}" type="pres">
      <dgm:prSet presAssocID="{5DF880C3-FC33-4306-88B8-8EC49F9062A1}" presName="compNode" presStyleCnt="0"/>
      <dgm:spPr/>
    </dgm:pt>
    <dgm:pt modelId="{452F57A2-69E1-4198-B634-1E5B60D77499}" type="pres">
      <dgm:prSet presAssocID="{5DF880C3-FC33-4306-88B8-8EC49F9062A1}" presName="bgRect" presStyleLbl="bgShp" presStyleIdx="2" presStyleCnt="5"/>
      <dgm:spPr/>
    </dgm:pt>
    <dgm:pt modelId="{58DDE026-310C-48DD-9082-65B660BE4AB4}" type="pres">
      <dgm:prSet presAssocID="{5DF880C3-FC33-4306-88B8-8EC49F9062A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880AF81-846E-4E64-9055-4E1AC514FBAE}" type="pres">
      <dgm:prSet presAssocID="{5DF880C3-FC33-4306-88B8-8EC49F9062A1}" presName="spaceRect" presStyleCnt="0"/>
      <dgm:spPr/>
    </dgm:pt>
    <dgm:pt modelId="{8BA1C6AA-CA9D-461E-B316-B9D20C6E83C6}" type="pres">
      <dgm:prSet presAssocID="{5DF880C3-FC33-4306-88B8-8EC49F9062A1}" presName="parTx" presStyleLbl="revTx" presStyleIdx="2" presStyleCnt="6">
        <dgm:presLayoutVars>
          <dgm:chMax val="0"/>
          <dgm:chPref val="0"/>
        </dgm:presLayoutVars>
      </dgm:prSet>
      <dgm:spPr/>
    </dgm:pt>
    <dgm:pt modelId="{FA236161-1E5B-434E-9D68-F822D2889B09}" type="pres">
      <dgm:prSet presAssocID="{5DF880C3-FC33-4306-88B8-8EC49F9062A1}" presName="desTx" presStyleLbl="revTx" presStyleIdx="3" presStyleCnt="6" custLinFactNeighborX="-71743" custLinFactNeighborY="863">
        <dgm:presLayoutVars/>
      </dgm:prSet>
      <dgm:spPr/>
    </dgm:pt>
    <dgm:pt modelId="{3E60C1DA-ECC6-45E3-8F9A-67C82D5AC02F}" type="pres">
      <dgm:prSet presAssocID="{C1F75A10-0028-4C35-918B-4E70BEE5BBAC}" presName="sibTrans" presStyleCnt="0"/>
      <dgm:spPr/>
    </dgm:pt>
    <dgm:pt modelId="{590CBB15-A219-414E-88CF-BFA411BD4228}" type="pres">
      <dgm:prSet presAssocID="{C5B77C30-6F99-4083-84EC-29CCF81951A5}" presName="compNode" presStyleCnt="0"/>
      <dgm:spPr/>
    </dgm:pt>
    <dgm:pt modelId="{FD3DB673-EBF6-4A2E-992A-AE2AD2C33B91}" type="pres">
      <dgm:prSet presAssocID="{C5B77C30-6F99-4083-84EC-29CCF81951A5}" presName="bgRect" presStyleLbl="bgShp" presStyleIdx="3" presStyleCnt="5"/>
      <dgm:spPr/>
    </dgm:pt>
    <dgm:pt modelId="{70DA6021-DF82-467D-B697-C3751E84EB33}" type="pres">
      <dgm:prSet presAssocID="{C5B77C30-6F99-4083-84EC-29CCF81951A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262E614F-E3B4-4BD5-8B39-57E588AC786C}" type="pres">
      <dgm:prSet presAssocID="{C5B77C30-6F99-4083-84EC-29CCF81951A5}" presName="spaceRect" presStyleCnt="0"/>
      <dgm:spPr/>
    </dgm:pt>
    <dgm:pt modelId="{DD1BDEB8-C4E5-4655-BAF0-E76279B593EB}" type="pres">
      <dgm:prSet presAssocID="{C5B77C30-6F99-4083-84EC-29CCF81951A5}" presName="parTx" presStyleLbl="revTx" presStyleIdx="4" presStyleCnt="6">
        <dgm:presLayoutVars>
          <dgm:chMax val="0"/>
          <dgm:chPref val="0"/>
        </dgm:presLayoutVars>
      </dgm:prSet>
      <dgm:spPr/>
    </dgm:pt>
    <dgm:pt modelId="{F84F3535-821C-4FDE-A0A8-B2E41EB28861}" type="pres">
      <dgm:prSet presAssocID="{CCF4F7E8-F17B-4FA9-9D40-365D47D8B8E2}" presName="sibTrans" presStyleCnt="0"/>
      <dgm:spPr/>
    </dgm:pt>
    <dgm:pt modelId="{47210730-2E78-47D9-8C74-4EA11E725A28}" type="pres">
      <dgm:prSet presAssocID="{08CBCD2F-C6B7-46A2-B0AD-F0664ECA1C40}" presName="compNode" presStyleCnt="0"/>
      <dgm:spPr/>
    </dgm:pt>
    <dgm:pt modelId="{F8841F88-BF78-4C53-A733-64172327DEB5}" type="pres">
      <dgm:prSet presAssocID="{08CBCD2F-C6B7-46A2-B0AD-F0664ECA1C40}" presName="bgRect" presStyleLbl="bgShp" presStyleIdx="4" presStyleCnt="5"/>
      <dgm:spPr/>
    </dgm:pt>
    <dgm:pt modelId="{AA1CE6BC-7C20-4129-8FB8-1BCAD7E64E75}" type="pres">
      <dgm:prSet presAssocID="{08CBCD2F-C6B7-46A2-B0AD-F0664ECA1C4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F634FF0-AEFC-4426-B363-8F883B990FA8}" type="pres">
      <dgm:prSet presAssocID="{08CBCD2F-C6B7-46A2-B0AD-F0664ECA1C40}" presName="spaceRect" presStyleCnt="0"/>
      <dgm:spPr/>
    </dgm:pt>
    <dgm:pt modelId="{238F584F-71AC-4F99-A104-24244BD61F97}" type="pres">
      <dgm:prSet presAssocID="{08CBCD2F-C6B7-46A2-B0AD-F0664ECA1C4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CEBFE0A-229B-4A0B-BE87-F9E6FF05DC30}" srcId="{2741E404-FD89-494B-A7FC-B801520B02F9}" destId="{C5B77C30-6F99-4083-84EC-29CCF81951A5}" srcOrd="3" destOrd="0" parTransId="{D3C24274-DD9B-47BD-908F-B8A204C7EB15}" sibTransId="{CCF4F7E8-F17B-4FA9-9D40-365D47D8B8E2}"/>
    <dgm:cxn modelId="{741C4621-E9A1-4746-B0B0-0AC7A08E332B}" srcId="{2741E404-FD89-494B-A7FC-B801520B02F9}" destId="{5DF880C3-FC33-4306-88B8-8EC49F9062A1}" srcOrd="2" destOrd="0" parTransId="{E8AD3CD9-2A1F-4C40-BDBA-16D3290BD2C7}" sibTransId="{C1F75A10-0028-4C35-918B-4E70BEE5BBAC}"/>
    <dgm:cxn modelId="{5E3A7F30-C0FB-4377-B378-B14AADB785F1}" type="presOf" srcId="{C5B77C30-6F99-4083-84EC-29CCF81951A5}" destId="{DD1BDEB8-C4E5-4655-BAF0-E76279B593EB}" srcOrd="0" destOrd="0" presId="urn:microsoft.com/office/officeart/2018/2/layout/IconVerticalSolidList"/>
    <dgm:cxn modelId="{F92BA05B-0B99-45F4-8C3E-F17DE9CC79A0}" srcId="{2741E404-FD89-494B-A7FC-B801520B02F9}" destId="{4E7B7367-379B-42ED-94F8-AE178CCAE022}" srcOrd="1" destOrd="0" parTransId="{8DAEACA1-4EEF-4E6D-A2E2-88C228A9B20D}" sibTransId="{9DE4F7DF-827F-43B3-AC84-C2C5406F4182}"/>
    <dgm:cxn modelId="{27CA495F-7B7A-4E66-B040-E63225888367}" type="presOf" srcId="{4E7B7367-379B-42ED-94F8-AE178CCAE022}" destId="{FF847304-52D7-4F46-99D1-4B91B297D1BC}" srcOrd="0" destOrd="0" presId="urn:microsoft.com/office/officeart/2018/2/layout/IconVerticalSolidList"/>
    <dgm:cxn modelId="{8096F247-D5A7-4F64-9D5D-183E50708B46}" type="presOf" srcId="{9838BA61-93E3-484C-A973-EFD41FFC06BE}" destId="{FA236161-1E5B-434E-9D68-F822D2889B09}" srcOrd="0" destOrd="0" presId="urn:microsoft.com/office/officeart/2018/2/layout/IconVerticalSolidList"/>
    <dgm:cxn modelId="{6F6DE777-F29F-4312-BC53-4512D352C027}" type="presOf" srcId="{2741E404-FD89-494B-A7FC-B801520B02F9}" destId="{7C19F562-F45B-42E7-913B-6C6B091AA3D2}" srcOrd="0" destOrd="0" presId="urn:microsoft.com/office/officeart/2018/2/layout/IconVerticalSolidList"/>
    <dgm:cxn modelId="{052A32AF-45D8-4D1F-99F0-B8F69C50A17B}" type="presOf" srcId="{6570F33D-610F-4C8C-84AC-D95AA60CE7B0}" destId="{13DC1CA0-91C4-4420-8DB2-95FB4F6CE76F}" srcOrd="0" destOrd="0" presId="urn:microsoft.com/office/officeart/2018/2/layout/IconVerticalSolidList"/>
    <dgm:cxn modelId="{2D3AFBC8-F79D-424E-9CE0-C7189F70BA85}" srcId="{2741E404-FD89-494B-A7FC-B801520B02F9}" destId="{6570F33D-610F-4C8C-84AC-D95AA60CE7B0}" srcOrd="0" destOrd="0" parTransId="{0D49BE4C-5E05-47D4-9056-0D01EA3FB106}" sibTransId="{93F04414-A3D2-478B-A6DE-A5062CCAE0D0}"/>
    <dgm:cxn modelId="{CDC3A9D0-11FE-4696-8E71-E24F859210EC}" type="presOf" srcId="{08CBCD2F-C6B7-46A2-B0AD-F0664ECA1C40}" destId="{238F584F-71AC-4F99-A104-24244BD61F97}" srcOrd="0" destOrd="0" presId="urn:microsoft.com/office/officeart/2018/2/layout/IconVerticalSolidList"/>
    <dgm:cxn modelId="{F847D0D1-F806-4647-9308-7209622E284E}" srcId="{2741E404-FD89-494B-A7FC-B801520B02F9}" destId="{08CBCD2F-C6B7-46A2-B0AD-F0664ECA1C40}" srcOrd="4" destOrd="0" parTransId="{2820C648-F7C0-44A2-976C-DEAAC85189BA}" sibTransId="{C8E4B0D0-C3B8-4495-988D-0F2F30347B20}"/>
    <dgm:cxn modelId="{AE4D63F0-1ECC-4E5C-BC63-8C67FB50E30A}" type="presOf" srcId="{5DF880C3-FC33-4306-88B8-8EC49F9062A1}" destId="{8BA1C6AA-CA9D-461E-B316-B9D20C6E83C6}" srcOrd="0" destOrd="0" presId="urn:microsoft.com/office/officeart/2018/2/layout/IconVerticalSolidList"/>
    <dgm:cxn modelId="{7F0D24F8-68B9-4504-B342-A1CB9B5EA458}" srcId="{5DF880C3-FC33-4306-88B8-8EC49F9062A1}" destId="{9838BA61-93E3-484C-A973-EFD41FFC06BE}" srcOrd="0" destOrd="0" parTransId="{29BC1789-C7FF-462C-B95E-B8207053FC6E}" sibTransId="{F4494865-D53B-4103-9FC7-25C1B9169656}"/>
    <dgm:cxn modelId="{B133D8F3-E05A-4067-BF6B-1878F5BD91CA}" type="presParOf" srcId="{7C19F562-F45B-42E7-913B-6C6B091AA3D2}" destId="{DD2F479F-2C26-4AF6-B3DC-7FC0C3CA62D0}" srcOrd="0" destOrd="0" presId="urn:microsoft.com/office/officeart/2018/2/layout/IconVerticalSolidList"/>
    <dgm:cxn modelId="{83834D82-436C-4A70-81A9-7C73855352B0}" type="presParOf" srcId="{DD2F479F-2C26-4AF6-B3DC-7FC0C3CA62D0}" destId="{AB3F2491-3AD3-4924-9368-26E8E33A5025}" srcOrd="0" destOrd="0" presId="urn:microsoft.com/office/officeart/2018/2/layout/IconVerticalSolidList"/>
    <dgm:cxn modelId="{4ABC0ACF-E918-4260-B175-DCA1AA271C51}" type="presParOf" srcId="{DD2F479F-2C26-4AF6-B3DC-7FC0C3CA62D0}" destId="{52957182-2E36-4578-BC2B-E7EC2CEE43A0}" srcOrd="1" destOrd="0" presId="urn:microsoft.com/office/officeart/2018/2/layout/IconVerticalSolidList"/>
    <dgm:cxn modelId="{5A9BA632-0ED7-4E46-8203-CA53CB69E13F}" type="presParOf" srcId="{DD2F479F-2C26-4AF6-B3DC-7FC0C3CA62D0}" destId="{DA6EE92B-AF7C-4C0B-8AD1-E3102A94A273}" srcOrd="2" destOrd="0" presId="urn:microsoft.com/office/officeart/2018/2/layout/IconVerticalSolidList"/>
    <dgm:cxn modelId="{C76D0E64-3A13-4AB0-BD59-50A11C078526}" type="presParOf" srcId="{DD2F479F-2C26-4AF6-B3DC-7FC0C3CA62D0}" destId="{13DC1CA0-91C4-4420-8DB2-95FB4F6CE76F}" srcOrd="3" destOrd="0" presId="urn:microsoft.com/office/officeart/2018/2/layout/IconVerticalSolidList"/>
    <dgm:cxn modelId="{F78853F7-CD3C-4C42-BD69-E31106A5BA1F}" type="presParOf" srcId="{7C19F562-F45B-42E7-913B-6C6B091AA3D2}" destId="{46846B24-D0AC-4D77-B4B1-FB3A22635889}" srcOrd="1" destOrd="0" presId="urn:microsoft.com/office/officeart/2018/2/layout/IconVerticalSolidList"/>
    <dgm:cxn modelId="{E4C5C549-1399-47F6-855F-81887A8AA845}" type="presParOf" srcId="{7C19F562-F45B-42E7-913B-6C6B091AA3D2}" destId="{5F6BCEF8-F46A-4598-9B6C-8B5F7DA9C67A}" srcOrd="2" destOrd="0" presId="urn:microsoft.com/office/officeart/2018/2/layout/IconVerticalSolidList"/>
    <dgm:cxn modelId="{CA5B086D-076F-407C-B5A7-000BBF51DAA7}" type="presParOf" srcId="{5F6BCEF8-F46A-4598-9B6C-8B5F7DA9C67A}" destId="{F815D928-DB5E-4262-99CA-BD4CEEF59B75}" srcOrd="0" destOrd="0" presId="urn:microsoft.com/office/officeart/2018/2/layout/IconVerticalSolidList"/>
    <dgm:cxn modelId="{8448B86F-751D-46C3-BDCC-9D2F7287AAC1}" type="presParOf" srcId="{5F6BCEF8-F46A-4598-9B6C-8B5F7DA9C67A}" destId="{44D75E0E-431F-4098-8C94-4FCB76322211}" srcOrd="1" destOrd="0" presId="urn:microsoft.com/office/officeart/2018/2/layout/IconVerticalSolidList"/>
    <dgm:cxn modelId="{0863307E-DFA8-4A2D-B0B6-1AA4F99ED587}" type="presParOf" srcId="{5F6BCEF8-F46A-4598-9B6C-8B5F7DA9C67A}" destId="{1058B85B-28FB-426E-A87B-2EFBCFCF55A4}" srcOrd="2" destOrd="0" presId="urn:microsoft.com/office/officeart/2018/2/layout/IconVerticalSolidList"/>
    <dgm:cxn modelId="{AD8D82AF-3F82-4BE5-8B88-2A01F886A8EB}" type="presParOf" srcId="{5F6BCEF8-F46A-4598-9B6C-8B5F7DA9C67A}" destId="{FF847304-52D7-4F46-99D1-4B91B297D1BC}" srcOrd="3" destOrd="0" presId="urn:microsoft.com/office/officeart/2018/2/layout/IconVerticalSolidList"/>
    <dgm:cxn modelId="{20C9F920-D9C0-4613-A543-1F1E54B07977}" type="presParOf" srcId="{7C19F562-F45B-42E7-913B-6C6B091AA3D2}" destId="{9DBDB8B5-01BA-41A7-8678-580A971C338B}" srcOrd="3" destOrd="0" presId="urn:microsoft.com/office/officeart/2018/2/layout/IconVerticalSolidList"/>
    <dgm:cxn modelId="{E1207419-0A98-4BAD-81C5-4CFD3F84F579}" type="presParOf" srcId="{7C19F562-F45B-42E7-913B-6C6B091AA3D2}" destId="{DC750D95-BCCE-41AF-AC13-15DC44A1E7DB}" srcOrd="4" destOrd="0" presId="urn:microsoft.com/office/officeart/2018/2/layout/IconVerticalSolidList"/>
    <dgm:cxn modelId="{2B43BBA1-0C09-4BA7-95D5-7DF5AFC0EAFD}" type="presParOf" srcId="{DC750D95-BCCE-41AF-AC13-15DC44A1E7DB}" destId="{452F57A2-69E1-4198-B634-1E5B60D77499}" srcOrd="0" destOrd="0" presId="urn:microsoft.com/office/officeart/2018/2/layout/IconVerticalSolidList"/>
    <dgm:cxn modelId="{16AF7337-9A00-4BF5-BFB1-5B333FA865E6}" type="presParOf" srcId="{DC750D95-BCCE-41AF-AC13-15DC44A1E7DB}" destId="{58DDE026-310C-48DD-9082-65B660BE4AB4}" srcOrd="1" destOrd="0" presId="urn:microsoft.com/office/officeart/2018/2/layout/IconVerticalSolidList"/>
    <dgm:cxn modelId="{7A07803F-BCCA-4E77-9DB8-471FA42C1212}" type="presParOf" srcId="{DC750D95-BCCE-41AF-AC13-15DC44A1E7DB}" destId="{2880AF81-846E-4E64-9055-4E1AC514FBAE}" srcOrd="2" destOrd="0" presId="urn:microsoft.com/office/officeart/2018/2/layout/IconVerticalSolidList"/>
    <dgm:cxn modelId="{67FEEE0D-8324-486C-9B83-E29ED8F208A0}" type="presParOf" srcId="{DC750D95-BCCE-41AF-AC13-15DC44A1E7DB}" destId="{8BA1C6AA-CA9D-461E-B316-B9D20C6E83C6}" srcOrd="3" destOrd="0" presId="urn:microsoft.com/office/officeart/2018/2/layout/IconVerticalSolidList"/>
    <dgm:cxn modelId="{EBF20CAB-65DE-4DF3-AE2A-A3622C7126B4}" type="presParOf" srcId="{DC750D95-BCCE-41AF-AC13-15DC44A1E7DB}" destId="{FA236161-1E5B-434E-9D68-F822D2889B09}" srcOrd="4" destOrd="0" presId="urn:microsoft.com/office/officeart/2018/2/layout/IconVerticalSolidList"/>
    <dgm:cxn modelId="{7251FB37-6EAF-482E-ABFE-537DDEDFB316}" type="presParOf" srcId="{7C19F562-F45B-42E7-913B-6C6B091AA3D2}" destId="{3E60C1DA-ECC6-45E3-8F9A-67C82D5AC02F}" srcOrd="5" destOrd="0" presId="urn:microsoft.com/office/officeart/2018/2/layout/IconVerticalSolidList"/>
    <dgm:cxn modelId="{FE58353B-D15E-4810-B5CF-6FE233FD5F00}" type="presParOf" srcId="{7C19F562-F45B-42E7-913B-6C6B091AA3D2}" destId="{590CBB15-A219-414E-88CF-BFA411BD4228}" srcOrd="6" destOrd="0" presId="urn:microsoft.com/office/officeart/2018/2/layout/IconVerticalSolidList"/>
    <dgm:cxn modelId="{4D8FD7E4-8E17-44DB-BC39-8DDD145B5BB8}" type="presParOf" srcId="{590CBB15-A219-414E-88CF-BFA411BD4228}" destId="{FD3DB673-EBF6-4A2E-992A-AE2AD2C33B91}" srcOrd="0" destOrd="0" presId="urn:microsoft.com/office/officeart/2018/2/layout/IconVerticalSolidList"/>
    <dgm:cxn modelId="{8F7FEABC-F244-4884-9559-FF71EE711252}" type="presParOf" srcId="{590CBB15-A219-414E-88CF-BFA411BD4228}" destId="{70DA6021-DF82-467D-B697-C3751E84EB33}" srcOrd="1" destOrd="0" presId="urn:microsoft.com/office/officeart/2018/2/layout/IconVerticalSolidList"/>
    <dgm:cxn modelId="{82435BB4-64CE-4AD7-A984-B9C9A6948F57}" type="presParOf" srcId="{590CBB15-A219-414E-88CF-BFA411BD4228}" destId="{262E614F-E3B4-4BD5-8B39-57E588AC786C}" srcOrd="2" destOrd="0" presId="urn:microsoft.com/office/officeart/2018/2/layout/IconVerticalSolidList"/>
    <dgm:cxn modelId="{FB97DC35-0E89-48C9-84F2-F43DDC7F8CE4}" type="presParOf" srcId="{590CBB15-A219-414E-88CF-BFA411BD4228}" destId="{DD1BDEB8-C4E5-4655-BAF0-E76279B593EB}" srcOrd="3" destOrd="0" presId="urn:microsoft.com/office/officeart/2018/2/layout/IconVerticalSolidList"/>
    <dgm:cxn modelId="{11D31E99-784D-4E32-A6B4-26DA53CAACF8}" type="presParOf" srcId="{7C19F562-F45B-42E7-913B-6C6B091AA3D2}" destId="{F84F3535-821C-4FDE-A0A8-B2E41EB28861}" srcOrd="7" destOrd="0" presId="urn:microsoft.com/office/officeart/2018/2/layout/IconVerticalSolidList"/>
    <dgm:cxn modelId="{4815A8D8-D928-4163-A76C-E217E360430E}" type="presParOf" srcId="{7C19F562-F45B-42E7-913B-6C6B091AA3D2}" destId="{47210730-2E78-47D9-8C74-4EA11E725A28}" srcOrd="8" destOrd="0" presId="urn:microsoft.com/office/officeart/2018/2/layout/IconVerticalSolidList"/>
    <dgm:cxn modelId="{5A48E7FF-0725-4FC3-8566-C7B9CD887E2A}" type="presParOf" srcId="{47210730-2E78-47D9-8C74-4EA11E725A28}" destId="{F8841F88-BF78-4C53-A733-64172327DEB5}" srcOrd="0" destOrd="0" presId="urn:microsoft.com/office/officeart/2018/2/layout/IconVerticalSolidList"/>
    <dgm:cxn modelId="{78628A5E-85FE-4E71-8842-95918C436396}" type="presParOf" srcId="{47210730-2E78-47D9-8C74-4EA11E725A28}" destId="{AA1CE6BC-7C20-4129-8FB8-1BCAD7E64E75}" srcOrd="1" destOrd="0" presId="urn:microsoft.com/office/officeart/2018/2/layout/IconVerticalSolidList"/>
    <dgm:cxn modelId="{1EAF5E66-4CB2-4598-A81A-07FE24FF663D}" type="presParOf" srcId="{47210730-2E78-47D9-8C74-4EA11E725A28}" destId="{6F634FF0-AEFC-4426-B363-8F883B990FA8}" srcOrd="2" destOrd="0" presId="urn:microsoft.com/office/officeart/2018/2/layout/IconVerticalSolidList"/>
    <dgm:cxn modelId="{7FA037B5-29C2-4242-951D-009FD746B0C1}" type="presParOf" srcId="{47210730-2E78-47D9-8C74-4EA11E725A28}" destId="{238F584F-71AC-4F99-A104-24244BD61F9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DFE55-9AAD-4FC7-86CF-E96E86702396}">
      <dsp:nvSpPr>
        <dsp:cNvPr id="0" name=""/>
        <dsp:cNvSpPr/>
      </dsp:nvSpPr>
      <dsp:spPr>
        <a:xfrm>
          <a:off x="0" y="555646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AWS offers flexible pricing to match workload needs and budget</a:t>
          </a:r>
        </a:p>
      </dsp:txBody>
      <dsp:txXfrm>
        <a:off x="33583" y="589229"/>
        <a:ext cx="10448434" cy="620794"/>
      </dsp:txXfrm>
    </dsp:sp>
    <dsp:sp modelId="{898F6347-9EDC-48C6-AD39-5FC22CCB762C}">
      <dsp:nvSpPr>
        <dsp:cNvPr id="0" name=""/>
        <dsp:cNvSpPr/>
      </dsp:nvSpPr>
      <dsp:spPr>
        <a:xfrm>
          <a:off x="0" y="1324246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Helps optimize cost, performance, and commitment levels</a:t>
          </a:r>
        </a:p>
      </dsp:txBody>
      <dsp:txXfrm>
        <a:off x="33583" y="1357829"/>
        <a:ext cx="10448434" cy="620794"/>
      </dsp:txXfrm>
    </dsp:sp>
    <dsp:sp modelId="{9F6E5B8A-9857-48A0-9123-CB70EAFD090A}">
      <dsp:nvSpPr>
        <dsp:cNvPr id="0" name=""/>
        <dsp:cNvSpPr/>
      </dsp:nvSpPr>
      <dsp:spPr>
        <a:xfrm>
          <a:off x="0" y="2092846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Choose the right model based on usage pattern and predictability</a:t>
          </a:r>
        </a:p>
      </dsp:txBody>
      <dsp:txXfrm>
        <a:off x="33583" y="2126429"/>
        <a:ext cx="10448434" cy="620794"/>
      </dsp:txXfrm>
    </dsp:sp>
    <dsp:sp modelId="{AEF4A167-3BED-4F8C-9B07-0E236B457410}">
      <dsp:nvSpPr>
        <dsp:cNvPr id="0" name=""/>
        <dsp:cNvSpPr/>
      </dsp:nvSpPr>
      <dsp:spPr>
        <a:xfrm>
          <a:off x="0" y="2861446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Key goal → Pay less for steady or flexible workloads</a:t>
          </a:r>
        </a:p>
      </dsp:txBody>
      <dsp:txXfrm>
        <a:off x="33583" y="2895029"/>
        <a:ext cx="10448434" cy="6207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185B1B-D68A-4D2A-8579-A331DB2B4023}">
      <dsp:nvSpPr>
        <dsp:cNvPr id="0" name=""/>
        <dsp:cNvSpPr/>
      </dsp:nvSpPr>
      <dsp:spPr>
        <a:xfrm>
          <a:off x="3080" y="1424994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Pay-as-you-go</a:t>
          </a:r>
          <a:endParaRPr lang="en-US" sz="3300" kern="1200"/>
        </a:p>
      </dsp:txBody>
      <dsp:txXfrm>
        <a:off x="753754" y="1424994"/>
        <a:ext cx="2252022" cy="1501348"/>
      </dsp:txXfrm>
    </dsp:sp>
    <dsp:sp modelId="{831E31E8-EBD6-4F6C-A1BC-FDE2755D8776}">
      <dsp:nvSpPr>
        <dsp:cNvPr id="0" name=""/>
        <dsp:cNvSpPr/>
      </dsp:nvSpPr>
      <dsp:spPr>
        <a:xfrm>
          <a:off x="3381114" y="1424994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Save when you commit</a:t>
          </a:r>
          <a:endParaRPr lang="en-US" sz="3300" kern="1200"/>
        </a:p>
      </dsp:txBody>
      <dsp:txXfrm>
        <a:off x="4131788" y="1424994"/>
        <a:ext cx="2252022" cy="1501348"/>
      </dsp:txXfrm>
    </dsp:sp>
    <dsp:sp modelId="{BD417DAF-C6D8-4A91-A3E2-D1AF20BD9F51}">
      <dsp:nvSpPr>
        <dsp:cNvPr id="0" name=""/>
        <dsp:cNvSpPr/>
      </dsp:nvSpPr>
      <dsp:spPr>
        <a:xfrm>
          <a:off x="6759148" y="1424994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Pay less by using more</a:t>
          </a:r>
        </a:p>
      </dsp:txBody>
      <dsp:txXfrm>
        <a:off x="7509822" y="1424994"/>
        <a:ext cx="2252022" cy="15013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CDB6D-32AC-4D30-A7A4-2BEEC7229244}">
      <dsp:nvSpPr>
        <dsp:cNvPr id="0" name=""/>
        <dsp:cNvSpPr/>
      </dsp:nvSpPr>
      <dsp:spPr>
        <a:xfrm>
          <a:off x="0" y="192823"/>
          <a:ext cx="5581003" cy="5581003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24483-DD56-4D83-993A-CBB6912A1A3D}">
      <dsp:nvSpPr>
        <dsp:cNvPr id="0" name=""/>
        <dsp:cNvSpPr/>
      </dsp:nvSpPr>
      <dsp:spPr>
        <a:xfrm>
          <a:off x="530195" y="723019"/>
          <a:ext cx="2176591" cy="217659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On-Demand Instances</a:t>
          </a:r>
          <a:r>
            <a:rPr lang="en-US" sz="2100" b="0" i="0" kern="1200" baseline="0" dirty="0"/>
            <a:t> - Pay as you go</a:t>
          </a:r>
          <a:endParaRPr lang="en-US" sz="2100" kern="1200" dirty="0"/>
        </a:p>
      </dsp:txBody>
      <dsp:txXfrm>
        <a:off x="636447" y="829271"/>
        <a:ext cx="1964087" cy="1964087"/>
      </dsp:txXfrm>
    </dsp:sp>
    <dsp:sp modelId="{1DDD24B3-976E-4530-BBE5-AD763079DC7B}">
      <dsp:nvSpPr>
        <dsp:cNvPr id="0" name=""/>
        <dsp:cNvSpPr/>
      </dsp:nvSpPr>
      <dsp:spPr>
        <a:xfrm>
          <a:off x="2874216" y="723019"/>
          <a:ext cx="2176591" cy="2176591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Reserved Instances (RI)</a:t>
          </a:r>
          <a:r>
            <a:rPr lang="en-US" sz="2100" b="0" i="0" kern="1200" baseline="0" dirty="0"/>
            <a:t> -  Commit to 1 or 3 years for lower cost</a:t>
          </a:r>
          <a:endParaRPr lang="en-US" sz="2100" kern="1200" dirty="0"/>
        </a:p>
      </dsp:txBody>
      <dsp:txXfrm>
        <a:off x="2980468" y="829271"/>
        <a:ext cx="1964087" cy="1964087"/>
      </dsp:txXfrm>
    </dsp:sp>
    <dsp:sp modelId="{7585F650-36ED-4023-B06F-F5937B148428}">
      <dsp:nvSpPr>
        <dsp:cNvPr id="0" name=""/>
        <dsp:cNvSpPr/>
      </dsp:nvSpPr>
      <dsp:spPr>
        <a:xfrm>
          <a:off x="530195" y="3067040"/>
          <a:ext cx="2176591" cy="2176591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Spot Instances</a:t>
          </a:r>
          <a:r>
            <a:rPr lang="en-US" sz="2100" b="0" i="0" kern="1200" baseline="0" dirty="0"/>
            <a:t> - Bid on unused EC2 capacity at deep discounts</a:t>
          </a:r>
          <a:endParaRPr lang="en-US" sz="2100" kern="1200" dirty="0"/>
        </a:p>
      </dsp:txBody>
      <dsp:txXfrm>
        <a:off x="636447" y="3173292"/>
        <a:ext cx="1964087" cy="1964087"/>
      </dsp:txXfrm>
    </dsp:sp>
    <dsp:sp modelId="{0BEB6803-864E-4BE7-BDC0-C3FAE2FEEF8D}">
      <dsp:nvSpPr>
        <dsp:cNvPr id="0" name=""/>
        <dsp:cNvSpPr/>
      </dsp:nvSpPr>
      <dsp:spPr>
        <a:xfrm>
          <a:off x="2874216" y="3067040"/>
          <a:ext cx="2176591" cy="2176591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Savings Plans</a:t>
          </a:r>
          <a:r>
            <a:rPr lang="en-US" sz="2100" b="0" i="0" kern="1200" baseline="0" dirty="0"/>
            <a:t> - Flexible pricing model for compute usage commitment</a:t>
          </a:r>
          <a:endParaRPr lang="en-US" sz="2100" kern="1200" dirty="0"/>
        </a:p>
      </dsp:txBody>
      <dsp:txXfrm>
        <a:off x="2980468" y="3173292"/>
        <a:ext cx="1964087" cy="19640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A3BC24-8B0F-4DD9-A1A0-83A79BBD9E00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6BBFFB-68BE-412D-BFE1-330DC1CE94E3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703CC-489F-4806-858A-D89D29A2A64E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Pay for compute capacity by the hour or second (depending on instance)</a:t>
          </a:r>
        </a:p>
      </dsp:txBody>
      <dsp:txXfrm>
        <a:off x="1059754" y="4307"/>
        <a:ext cx="5304469" cy="917536"/>
      </dsp:txXfrm>
    </dsp:sp>
    <dsp:sp modelId="{116E5659-72E5-44E4-AD8C-93CA1DF118A2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E04922-9EC2-4234-AAAD-FA033765593A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FA9E9-74BF-419F-B48B-61D2E2F418E0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long-term commitment or upfront payment</a:t>
          </a:r>
        </a:p>
      </dsp:txBody>
      <dsp:txXfrm>
        <a:off x="1059754" y="1151227"/>
        <a:ext cx="5304469" cy="917536"/>
      </dsp:txXfrm>
    </dsp:sp>
    <dsp:sp modelId="{C605ED93-53FA-4295-95FB-07DE2F81D611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5815B-EBE6-44C1-B69B-039CF14560AE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232BC-FC2A-4B52-8A66-4C832616DC35}">
      <dsp:nvSpPr>
        <dsp:cNvPr id="0" name=""/>
        <dsp:cNvSpPr/>
      </dsp:nvSpPr>
      <dsp:spPr>
        <a:xfrm>
          <a:off x="1059754" y="2298147"/>
          <a:ext cx="2863900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Ideal for:</a:t>
          </a:r>
        </a:p>
      </dsp:txBody>
      <dsp:txXfrm>
        <a:off x="1059754" y="2298147"/>
        <a:ext cx="2863900" cy="917536"/>
      </dsp:txXfrm>
    </dsp:sp>
    <dsp:sp modelId="{CF7438C4-073A-43B3-8CF7-6F80A554AA08}">
      <dsp:nvSpPr>
        <dsp:cNvPr id="0" name=""/>
        <dsp:cNvSpPr/>
      </dsp:nvSpPr>
      <dsp:spPr>
        <a:xfrm>
          <a:off x="2354735" y="2298147"/>
          <a:ext cx="2440568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New applications or short-term workloads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Unpredictable traffic or testing environments</a:t>
          </a:r>
        </a:p>
      </dsp:txBody>
      <dsp:txXfrm>
        <a:off x="2354735" y="2298147"/>
        <a:ext cx="2440568" cy="917536"/>
      </dsp:txXfrm>
    </dsp:sp>
    <dsp:sp modelId="{57A66EC3-707E-432B-9D01-C63EEE62134F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916124-48DA-4065-890F-EC7912053A67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399CD-C7F3-435C-B4B7-BD654746CC49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Cost: Highest per-hour rate, but maximum flexibility</a:t>
          </a:r>
        </a:p>
      </dsp:txBody>
      <dsp:txXfrm>
        <a:off x="1059754" y="3445068"/>
        <a:ext cx="5304469" cy="917536"/>
      </dsp:txXfrm>
    </dsp:sp>
    <dsp:sp modelId="{1CFA8045-B4AC-4A93-BF0C-6482CACE976B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3378DA-A117-4F1C-9153-5FDB41D6793C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ADBDD-8F2C-406E-A28A-983D659D5BA7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/>
            <a:t>Example: Development or test environments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F2491-3AD3-4924-9368-26E8E33A5025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57182-2E36-4578-BC2B-E7EC2CEE43A0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C1CA0-91C4-4420-8DB2-95FB4F6CE76F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unused AWS capacity at up to 90% discount</a:t>
          </a:r>
        </a:p>
      </dsp:txBody>
      <dsp:txXfrm>
        <a:off x="836323" y="3399"/>
        <a:ext cx="9679276" cy="724089"/>
      </dsp:txXfrm>
    </dsp:sp>
    <dsp:sp modelId="{F815D928-DB5E-4262-99CA-BD4CEEF59B75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75E0E-431F-4098-8C94-4FCB76322211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847304-52D7-4F46-99D1-4B91B297D1BC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 be interrupted anytime if AWS needs capacity back</a:t>
          </a:r>
        </a:p>
      </dsp:txBody>
      <dsp:txXfrm>
        <a:off x="836323" y="908511"/>
        <a:ext cx="9679276" cy="724089"/>
      </dsp:txXfrm>
    </dsp:sp>
    <dsp:sp modelId="{452F57A2-69E1-4198-B634-1E5B60D77499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DE026-310C-48DD-9082-65B660BE4AB4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1C6AA-CA9D-461E-B316-B9D20C6E83C6}">
      <dsp:nvSpPr>
        <dsp:cNvPr id="0" name=""/>
        <dsp:cNvSpPr/>
      </dsp:nvSpPr>
      <dsp:spPr>
        <a:xfrm>
          <a:off x="836323" y="1813624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Ideal for:</a:t>
          </a:r>
        </a:p>
      </dsp:txBody>
      <dsp:txXfrm>
        <a:off x="836323" y="1813624"/>
        <a:ext cx="4732020" cy="724089"/>
      </dsp:txXfrm>
    </dsp:sp>
    <dsp:sp modelId="{FA236161-1E5B-434E-9D68-F822D2889B09}">
      <dsp:nvSpPr>
        <dsp:cNvPr id="0" name=""/>
        <dsp:cNvSpPr/>
      </dsp:nvSpPr>
      <dsp:spPr>
        <a:xfrm>
          <a:off x="2019033" y="1819872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Fault-tolerant, stateless, batch, or big data workloads</a:t>
          </a:r>
        </a:p>
      </dsp:txBody>
      <dsp:txXfrm>
        <a:off x="2019033" y="1819872"/>
        <a:ext cx="4947256" cy="724089"/>
      </dsp:txXfrm>
    </dsp:sp>
    <dsp:sp modelId="{FD3DB673-EBF6-4A2E-992A-AE2AD2C33B91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DA6021-DF82-467D-B697-C3751E84EB33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BDEB8-C4E5-4655-BAF0-E76279B593EB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Combine with On-Demand or Reserved for hybrid cost optimization</a:t>
          </a:r>
        </a:p>
      </dsp:txBody>
      <dsp:txXfrm>
        <a:off x="836323" y="2718736"/>
        <a:ext cx="9679276" cy="724089"/>
      </dsp:txXfrm>
    </dsp:sp>
    <dsp:sp modelId="{F8841F88-BF78-4C53-A733-64172327DEB5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1CE6BC-7C20-4129-8FB8-1BCAD7E64E75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F584F-71AC-4F99-A104-24244BD61F97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/>
            <a:t>Example: Data analysis, CI/CD pipelines, rendering jobs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9BA5-CAF2-E0FF-0DA9-C86922CE7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3AFD0-E96D-2DEA-6F66-C4395E1E8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8311A-DD4F-2395-F760-A74324A58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8801D-BC22-0F5B-F4C7-1867211A2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DE5A0-FCA5-5971-0F19-B4EE1099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937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8AD4-1542-DA8E-CD37-8BA8A07E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6DE3A-32E7-EC34-AF1B-B7629FA15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9F698-2DEA-8F99-1C22-0D8E1F07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50D51-41AD-828D-413A-4FA03480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52D43-C055-6F56-CB04-12FA75E4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889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DEDA-59CE-883F-E113-783C60D2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2DA95-5402-9F7F-B99E-71555E8CD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54838-F2BB-7DF1-5884-F5C8090E0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AB590-6B01-0685-547B-51006FF9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D42D8-64E1-7DDF-B2A6-5B54F7CDF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63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B19A-0347-5F39-272A-33ABB254D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82F54-6C97-B29D-B774-709C2A4A2D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E5DAA-8599-4A62-BF30-B4EF80FFA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7E112-2B3E-B3EE-7A02-7DD0FFE9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4A882-F0C3-CAB2-F85E-AACFDD79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CB4BB-6512-F732-3E4A-95AAA578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46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0C97-AA8A-7D46-83BE-6A9AB6F0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AE3B8-9CFE-E971-1EAB-E97B38173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12B61-F6A4-0514-8698-D43BB8477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C7FBD-B7A3-2284-942F-765938AF4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7A2614-1945-B16F-FDFA-C00E1634A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833A3-8B11-8270-CCAE-66F14A93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2B32B-B901-96EF-D19A-3B766E9F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8C83C-263C-1C1E-2C01-29761C34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4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4D4D-48F3-A278-7820-AE067EBD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87D54-EBE3-2DEF-9547-F07715BC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29876-7EAF-9BAD-D9FD-C47F3E5A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51B02-6695-B463-042A-ECBD9D79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284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C3044-6A55-724E-FBB0-6BA380FF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DE187-15E4-63A7-96AC-2AEA8B78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74483-78BC-5A21-8370-D2203CEC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277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0FC8-BA53-1742-F701-C8EFE1621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BFD7-22F9-EE8D-78D4-2D43FD842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83C8C-7072-4F08-B45D-DA90211E5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D7A37-BA38-C2F3-E1E9-54FABDFE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8D5CD-EAF4-B822-5194-3A13833F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EE6AD-3A04-5ABE-07FB-9FED2123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31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C4C9-6BE4-BDAD-DC26-86E2FE03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673C95-4EEC-B0E6-A634-9A436314D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F59C8-EA8F-E796-5022-6387A0E70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2753D-8177-CC7E-0DAA-B4E15593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2774-78B4-2E61-A5EB-17C57CBD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16F53-06B3-DAD1-F17D-6A09F619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10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AB6A-E8D3-3421-6D25-FD560EED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6117F-B7EA-317C-5E6B-28843FFD5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E6EA9-5610-5A54-40AE-1446EF57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2778D-2B65-DF86-23C9-0B7AE1B6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8C5F6-3483-801C-585E-0152BFA2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903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3F20A-9F24-124C-324B-F149147B5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8BD83-5472-A555-0398-4476F2816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A2123-C2EE-6CA9-1FE7-9D1FE04B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042BD-ECFA-6F01-EAA9-448FC42B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4C67C-A2E7-1444-31E0-4CA04E2B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517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DB9ADD-6D77-C0F6-F138-25C1B523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3A92E-44E1-D8A5-D91E-0C59FDA37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E1961-BAA1-75AF-CA39-D4631F84E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767B2-A749-46A6-AEEE-F69AB88531E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15692-72F1-0800-16D0-5D53EB4F9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70730-D32E-7916-ACFB-FBDCADD43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63E47-4355-40E0-B5E4-1DDA8B0BD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37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8D6811-4990-B6FA-06EF-F39708CE1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1384" y="679730"/>
            <a:ext cx="4171994" cy="3932729"/>
          </a:xfrm>
        </p:spPr>
        <p:txBody>
          <a:bodyPr>
            <a:normAutofit/>
          </a:bodyPr>
          <a:lstStyle/>
          <a:p>
            <a:r>
              <a:rPr lang="en-IN" sz="5100" dirty="0"/>
              <a:t>Understanding AWS Pricing Models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price tag with a dollar sign&#10;&#10;AI-generated content may be incorrect.">
            <a:extLst>
              <a:ext uri="{FF2B5EF4-FFF2-40B4-BE49-F238E27FC236}">
                <a16:creationId xmlns:a16="http://schemas.microsoft.com/office/drawing/2014/main" id="{3883DFD2-D96F-6078-AE79-B3E13D9D8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97" y="624585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5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9F3C0-EBA9-3012-BC36-9591DEF6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Pricing Models Matter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160217-4AE1-3A56-1AB9-DE6C76E0C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467602"/>
              </p:ext>
            </p:extLst>
          </p:nvPr>
        </p:nvGraphicFramePr>
        <p:xfrm>
          <a:off x="838200" y="1253331"/>
          <a:ext cx="10515600" cy="4105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291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F583-06DE-293B-5572-2DC389BF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do you pay for AWS?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AB6DAF-68E4-1E02-D4C8-79AE6EF783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9499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32CA6A-2533-4944-9534-9A87A2EA6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F5577-CBC4-3578-D4AE-A98C6EF8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1170431"/>
            <a:ext cx="4875904" cy="5138923"/>
          </a:xfrm>
        </p:spPr>
        <p:txBody>
          <a:bodyPr anchor="ctr">
            <a:normAutofit/>
          </a:bodyPr>
          <a:lstStyle/>
          <a:p>
            <a:pPr algn="ctr"/>
            <a:r>
              <a:rPr lang="en-IN" sz="5400" dirty="0">
                <a:solidFill>
                  <a:schemeClr val="tx2"/>
                </a:solidFill>
              </a:rPr>
              <a:t>AWS Pricing Models Overview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E44FE1-0DFB-4432-B6F1-7BB65304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7C4AD9-61C7-4AB6-AAD1-C303A8BE3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8685BF2-60B4-41A0-9B16-61CD8CC78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4B9126E-B366-45E7-A556-442F4D162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B6BA6E-8873-4A6F-9AB0-395D23D7D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0C4ABF4-D5A5-AA4C-CE57-EDB68FF5C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277312"/>
              </p:ext>
            </p:extLst>
          </p:nvPr>
        </p:nvGraphicFramePr>
        <p:xfrm>
          <a:off x="6361049" y="210312"/>
          <a:ext cx="5581003" cy="5966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1972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9C23B-468A-410C-7E7B-085AC59A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On-Demand Instances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7B2DAA5-2003-4801-EC48-B9995E0F89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48057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4379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0D01200-0224-43C5-AB38-FB4D16B7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D256B0-F570-1196-79E3-F94DB5D6F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335024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IN" sz="5200"/>
              <a:t>Reserved Instances (RI)</a:t>
            </a:r>
            <a:endParaRPr lang="en-IN" sz="52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8A44A4-A002-4A88-9FC9-1D0566C9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7D5C7B-DD16-401B-85CE-4AAA2A4F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61A6D-14A3-1ADB-EF4D-03BB99F3B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55749"/>
            <a:ext cx="6268770" cy="2825496"/>
          </a:xfrm>
        </p:spPr>
        <p:txBody>
          <a:bodyPr>
            <a:noAutofit/>
          </a:bodyPr>
          <a:lstStyle/>
          <a:p>
            <a:r>
              <a:rPr lang="en-US" sz="1800" dirty="0"/>
              <a:t>Commit to a specific instance type &amp; region for 1 or 3 years</a:t>
            </a:r>
          </a:p>
          <a:p>
            <a:r>
              <a:rPr lang="en-US" sz="1800" dirty="0"/>
              <a:t>Savings up to 75% compared to On-Demand</a:t>
            </a:r>
          </a:p>
          <a:p>
            <a:r>
              <a:rPr lang="en-US" sz="1800" dirty="0"/>
              <a:t>Purchase options:</a:t>
            </a:r>
          </a:p>
          <a:p>
            <a:pPr lvl="1"/>
            <a:r>
              <a:rPr lang="en-US" sz="1800" dirty="0"/>
              <a:t>All Upfront</a:t>
            </a:r>
          </a:p>
          <a:p>
            <a:pPr lvl="1"/>
            <a:r>
              <a:rPr lang="en-US" sz="1800" dirty="0"/>
              <a:t>Partial Upfront</a:t>
            </a:r>
          </a:p>
          <a:p>
            <a:pPr lvl="1"/>
            <a:r>
              <a:rPr lang="en-US" sz="1800" dirty="0"/>
              <a:t>No Upfront</a:t>
            </a:r>
          </a:p>
          <a:p>
            <a:r>
              <a:rPr lang="en-US" sz="1800" dirty="0"/>
              <a:t>Types:</a:t>
            </a:r>
          </a:p>
          <a:p>
            <a:pPr lvl="1"/>
            <a:r>
              <a:rPr lang="en-US" sz="1800" dirty="0"/>
              <a:t>Standard RI (highest discount, less flexibility)</a:t>
            </a:r>
          </a:p>
          <a:p>
            <a:pPr lvl="1"/>
            <a:r>
              <a:rPr lang="en-US" sz="1800" dirty="0"/>
              <a:t>Convertible RI (change instance family/OS, lower discount)</a:t>
            </a:r>
          </a:p>
          <a:p>
            <a:r>
              <a:rPr lang="en-US" sz="1800" i="1" dirty="0"/>
              <a:t>Example: Predictable workloads like databases or web servers</a:t>
            </a:r>
            <a:endParaRPr lang="en-US" sz="1800" dirty="0"/>
          </a:p>
          <a:p>
            <a:endParaRPr lang="en-IN" sz="1800" dirty="0"/>
          </a:p>
        </p:txBody>
      </p:sp>
      <p:pic>
        <p:nvPicPr>
          <p:cNvPr id="7" name="Graphic 6" descr="Register">
            <a:extLst>
              <a:ext uri="{FF2B5EF4-FFF2-40B4-BE49-F238E27FC236}">
                <a16:creationId xmlns:a16="http://schemas.microsoft.com/office/drawing/2014/main" id="{06D793A2-F548-7B06-C33D-49F404767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4066" y="1272395"/>
            <a:ext cx="4237686" cy="423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6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4454-E660-5AB5-525A-6C8D9A5B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Spot Instances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1175BF-64E3-38DF-FA18-28BD183A57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9921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8815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A6200-A474-9285-A5D6-63B7C4AF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rgbClr val="FFFFFF"/>
                </a:solidFill>
              </a:rPr>
              <a:t>Savings Plans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84C88-A95A-088E-9BCF-75433D8CC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Introduced as a more flexible alternative to RIs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Commit to a consistent $/hour spend for 1 or 3 years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Automatically applies to EC2,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Fargate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Lambda, SageMaker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Types: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Compute Savings Plan: Flexible across instance family, region, OS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EC2 Instance Savings Plan: Specific instance family within region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Savings up to 66%</a:t>
            </a:r>
          </a:p>
          <a:p>
            <a:r>
              <a:rPr lang="en-US" sz="2000" i="1" dirty="0">
                <a:solidFill>
                  <a:schemeClr val="tx1">
                    <a:alpha val="80000"/>
                  </a:schemeClr>
                </a:solidFill>
              </a:rPr>
              <a:t>Example: Workloads shifting between instance types or services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IN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92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5F341-ECE9-E70A-E3DC-A6C98BC4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</a:rPr>
              <a:t>Comparison 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CD21EF-CF2C-0469-04C2-D7BFCC37EA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21569"/>
              </p:ext>
            </p:extLst>
          </p:nvPr>
        </p:nvGraphicFramePr>
        <p:xfrm>
          <a:off x="644056" y="2485155"/>
          <a:ext cx="10927831" cy="3447657"/>
        </p:xfrm>
        <a:graphic>
          <a:graphicData uri="http://schemas.openxmlformats.org/drawingml/2006/table">
            <a:tbl>
              <a:tblPr/>
              <a:tblGrid>
                <a:gridCol w="2305276">
                  <a:extLst>
                    <a:ext uri="{9D8B030D-6E8A-4147-A177-3AD203B41FA5}">
                      <a16:colId xmlns:a16="http://schemas.microsoft.com/office/drawing/2014/main" val="1694538575"/>
                    </a:ext>
                  </a:extLst>
                </a:gridCol>
                <a:gridCol w="2100059">
                  <a:extLst>
                    <a:ext uri="{9D8B030D-6E8A-4147-A177-3AD203B41FA5}">
                      <a16:colId xmlns:a16="http://schemas.microsoft.com/office/drawing/2014/main" val="2847992310"/>
                    </a:ext>
                  </a:extLst>
                </a:gridCol>
                <a:gridCol w="2151363">
                  <a:extLst>
                    <a:ext uri="{9D8B030D-6E8A-4147-A177-3AD203B41FA5}">
                      <a16:colId xmlns:a16="http://schemas.microsoft.com/office/drawing/2014/main" val="4176840714"/>
                    </a:ext>
                  </a:extLst>
                </a:gridCol>
                <a:gridCol w="2322378">
                  <a:extLst>
                    <a:ext uri="{9D8B030D-6E8A-4147-A177-3AD203B41FA5}">
                      <a16:colId xmlns:a16="http://schemas.microsoft.com/office/drawing/2014/main" val="931148276"/>
                    </a:ext>
                  </a:extLst>
                </a:gridCol>
                <a:gridCol w="2048755">
                  <a:extLst>
                    <a:ext uri="{9D8B030D-6E8A-4147-A177-3AD203B41FA5}">
                      <a16:colId xmlns:a16="http://schemas.microsoft.com/office/drawing/2014/main" val="2978334860"/>
                    </a:ext>
                  </a:extLst>
                </a:gridCol>
              </a:tblGrid>
              <a:tr h="541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Feature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On-Demand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Reserved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Spot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Savings Plan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895441"/>
                  </a:ext>
                </a:extLst>
              </a:tr>
              <a:tr h="541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Commitment</a:t>
                      </a:r>
                      <a:endParaRPr lang="en-IN" sz="2400"/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None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 or 3 years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None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 or 3 years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02031"/>
                  </a:ext>
                </a:extLst>
              </a:tr>
              <a:tr h="911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Flexibility</a:t>
                      </a:r>
                      <a:endParaRPr lang="en-IN" sz="2400"/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High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Medium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Low (interruptions)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High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710861"/>
                  </a:ext>
                </a:extLst>
              </a:tr>
              <a:tr h="541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Discount</a:t>
                      </a:r>
                      <a:endParaRPr lang="en-IN" sz="2400"/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</a:t>
                      </a:r>
                      <a:r>
                        <a:rPr lang="en-IN" sz="2400" dirty="0"/>
                        <a:t>o discount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 to 75%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 to 90%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 to 66%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052617"/>
                  </a:ext>
                </a:extLst>
              </a:tr>
              <a:tr h="911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Use Case</a:t>
                      </a:r>
                      <a:endParaRPr lang="en-IN" sz="2400"/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Short-term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Steady-state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Fault-tolerant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Mixed workloads</a:t>
                      </a:r>
                    </a:p>
                  </a:txBody>
                  <a:tcPr marL="123130" marR="123130" marT="61565" marB="615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021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05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406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Understanding AWS Pricing Models</vt:lpstr>
      <vt:lpstr>Why Pricing Models Matter </vt:lpstr>
      <vt:lpstr>How do you pay for AWS? </vt:lpstr>
      <vt:lpstr>AWS Pricing Models Overview</vt:lpstr>
      <vt:lpstr>On-Demand Instances</vt:lpstr>
      <vt:lpstr>Reserved Instances (RI)</vt:lpstr>
      <vt:lpstr>Spot Instances</vt:lpstr>
      <vt:lpstr>Savings Plans</vt:lpstr>
      <vt:lpstr>Comparison Summary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31</cp:revision>
  <dcterms:created xsi:type="dcterms:W3CDTF">2025-10-18T04:49:23Z</dcterms:created>
  <dcterms:modified xsi:type="dcterms:W3CDTF">2025-10-18T05:02:06Z</dcterms:modified>
</cp:coreProperties>
</file>