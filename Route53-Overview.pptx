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47C39-0399-442B-AED7-A35530505F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73064B-D48F-4CAC-A436-98A375AF6905}">
      <dgm:prSet custT="1"/>
      <dgm:spPr/>
      <dgm:t>
        <a:bodyPr/>
        <a:lstStyle/>
        <a:p>
          <a:r>
            <a:rPr lang="en-US" sz="1800" b="1" i="0" baseline="0"/>
            <a:t>EC2 / ELB</a:t>
          </a:r>
          <a:r>
            <a:rPr lang="en-US" sz="1800" b="0" i="0" baseline="0"/>
            <a:t> – Point domains to instances or load balancers.</a:t>
          </a:r>
          <a:endParaRPr lang="en-US" sz="1800"/>
        </a:p>
      </dgm:t>
    </dgm:pt>
    <dgm:pt modelId="{7BC1515D-3C59-47DC-BECA-288B42F3FC06}" type="parTrans" cxnId="{5FA80B42-C849-4F48-935C-282C556B4A9D}">
      <dgm:prSet/>
      <dgm:spPr/>
      <dgm:t>
        <a:bodyPr/>
        <a:lstStyle/>
        <a:p>
          <a:endParaRPr lang="en-US"/>
        </a:p>
      </dgm:t>
    </dgm:pt>
    <dgm:pt modelId="{4C3601F3-6DF9-4279-AECC-AA10A6CBC1CB}" type="sibTrans" cxnId="{5FA80B42-C849-4F48-935C-282C556B4A9D}">
      <dgm:prSet/>
      <dgm:spPr/>
      <dgm:t>
        <a:bodyPr/>
        <a:lstStyle/>
        <a:p>
          <a:endParaRPr lang="en-US"/>
        </a:p>
      </dgm:t>
    </dgm:pt>
    <dgm:pt modelId="{532BA65D-5FE2-4D6B-BD55-C82C8368D56E}">
      <dgm:prSet custT="1"/>
      <dgm:spPr/>
      <dgm:t>
        <a:bodyPr/>
        <a:lstStyle/>
        <a:p>
          <a:r>
            <a:rPr lang="en-US" sz="1800" b="1" i="0" baseline="0"/>
            <a:t>S3</a:t>
          </a:r>
          <a:r>
            <a:rPr lang="en-US" sz="1800" b="0" i="0" baseline="0"/>
            <a:t> – Host static websites using bucket names.</a:t>
          </a:r>
          <a:endParaRPr lang="en-US" sz="1800"/>
        </a:p>
      </dgm:t>
    </dgm:pt>
    <dgm:pt modelId="{B62C562D-FD99-4D45-A76B-71967B9E38A8}" type="parTrans" cxnId="{91989BD5-5D58-44F0-92D2-49FD5E2CE302}">
      <dgm:prSet/>
      <dgm:spPr/>
      <dgm:t>
        <a:bodyPr/>
        <a:lstStyle/>
        <a:p>
          <a:endParaRPr lang="en-US"/>
        </a:p>
      </dgm:t>
    </dgm:pt>
    <dgm:pt modelId="{A9CB151A-0164-43F4-8842-B3A7F2505F1D}" type="sibTrans" cxnId="{91989BD5-5D58-44F0-92D2-49FD5E2CE302}">
      <dgm:prSet/>
      <dgm:spPr/>
      <dgm:t>
        <a:bodyPr/>
        <a:lstStyle/>
        <a:p>
          <a:endParaRPr lang="en-US"/>
        </a:p>
      </dgm:t>
    </dgm:pt>
    <dgm:pt modelId="{42BDA668-72C5-44A6-B961-1435ED5433C0}">
      <dgm:prSet custT="1"/>
      <dgm:spPr/>
      <dgm:t>
        <a:bodyPr/>
        <a:lstStyle/>
        <a:p>
          <a:r>
            <a:rPr lang="en-US" sz="1800" b="1" i="0" baseline="0"/>
            <a:t>CloudFront</a:t>
          </a:r>
          <a:r>
            <a:rPr lang="en-US" sz="1800" b="0" i="0" baseline="0"/>
            <a:t> – Use with CDN for performance.</a:t>
          </a:r>
          <a:endParaRPr lang="en-US" sz="1800"/>
        </a:p>
      </dgm:t>
    </dgm:pt>
    <dgm:pt modelId="{B664C906-3B33-4B0F-B285-0D1F57C792B7}" type="parTrans" cxnId="{ACDCF6BE-EE2E-4F73-8490-D23BDC615E81}">
      <dgm:prSet/>
      <dgm:spPr/>
      <dgm:t>
        <a:bodyPr/>
        <a:lstStyle/>
        <a:p>
          <a:endParaRPr lang="en-US"/>
        </a:p>
      </dgm:t>
    </dgm:pt>
    <dgm:pt modelId="{9930F6C2-B3F5-4B2A-A84D-CB74EAEB944B}" type="sibTrans" cxnId="{ACDCF6BE-EE2E-4F73-8490-D23BDC615E81}">
      <dgm:prSet/>
      <dgm:spPr/>
      <dgm:t>
        <a:bodyPr/>
        <a:lstStyle/>
        <a:p>
          <a:endParaRPr lang="en-US"/>
        </a:p>
      </dgm:t>
    </dgm:pt>
    <dgm:pt modelId="{42A6BE73-EFDB-40AC-A8F2-DFFAFFA329B1}">
      <dgm:prSet custT="1"/>
      <dgm:spPr/>
      <dgm:t>
        <a:bodyPr/>
        <a:lstStyle/>
        <a:p>
          <a:r>
            <a:rPr lang="en-US" sz="1800" b="1" i="0" baseline="0"/>
            <a:t>Health Checks</a:t>
          </a:r>
          <a:r>
            <a:rPr lang="en-US" sz="1800" b="0" i="0" baseline="0"/>
            <a:t> – Automated failover between regions.</a:t>
          </a:r>
          <a:endParaRPr lang="en-US" sz="1800"/>
        </a:p>
      </dgm:t>
    </dgm:pt>
    <dgm:pt modelId="{9669D3F7-E17A-43C5-BB88-EDF666AFCB0F}" type="parTrans" cxnId="{F8DACB42-1340-45D6-A1CD-4498F68AB366}">
      <dgm:prSet/>
      <dgm:spPr/>
      <dgm:t>
        <a:bodyPr/>
        <a:lstStyle/>
        <a:p>
          <a:endParaRPr lang="en-US"/>
        </a:p>
      </dgm:t>
    </dgm:pt>
    <dgm:pt modelId="{30AEDD18-3973-47B6-8815-14EFA8AA596A}" type="sibTrans" cxnId="{F8DACB42-1340-45D6-A1CD-4498F68AB366}">
      <dgm:prSet/>
      <dgm:spPr/>
      <dgm:t>
        <a:bodyPr/>
        <a:lstStyle/>
        <a:p>
          <a:endParaRPr lang="en-US"/>
        </a:p>
      </dgm:t>
    </dgm:pt>
    <dgm:pt modelId="{3741EC5D-78B5-4BE0-9376-5BA1999F88D8}" type="pres">
      <dgm:prSet presAssocID="{BFC47C39-0399-442B-AED7-A35530505F1E}" presName="root" presStyleCnt="0">
        <dgm:presLayoutVars>
          <dgm:dir/>
          <dgm:resizeHandles val="exact"/>
        </dgm:presLayoutVars>
      </dgm:prSet>
      <dgm:spPr/>
    </dgm:pt>
    <dgm:pt modelId="{5E462D82-2341-4BAF-92E2-3EC334EE5F3C}" type="pres">
      <dgm:prSet presAssocID="{1273064B-D48F-4CAC-A436-98A375AF6905}" presName="compNode" presStyleCnt="0"/>
      <dgm:spPr/>
    </dgm:pt>
    <dgm:pt modelId="{2F6B32EE-0D95-494D-80A4-0512665BC99A}" type="pres">
      <dgm:prSet presAssocID="{1273064B-D48F-4CAC-A436-98A375AF6905}" presName="bgRect" presStyleLbl="bgShp" presStyleIdx="0" presStyleCnt="4"/>
      <dgm:spPr/>
    </dgm:pt>
    <dgm:pt modelId="{01F3522D-6CF7-4E9F-B445-E039EB736C98}" type="pres">
      <dgm:prSet presAssocID="{1273064B-D48F-4CAC-A436-98A375AF69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8720E67-2088-4287-A467-81853E789999}" type="pres">
      <dgm:prSet presAssocID="{1273064B-D48F-4CAC-A436-98A375AF6905}" presName="spaceRect" presStyleCnt="0"/>
      <dgm:spPr/>
    </dgm:pt>
    <dgm:pt modelId="{6B991BD4-6815-4713-BFA3-10AA31F9565F}" type="pres">
      <dgm:prSet presAssocID="{1273064B-D48F-4CAC-A436-98A375AF6905}" presName="parTx" presStyleLbl="revTx" presStyleIdx="0" presStyleCnt="4">
        <dgm:presLayoutVars>
          <dgm:chMax val="0"/>
          <dgm:chPref val="0"/>
        </dgm:presLayoutVars>
      </dgm:prSet>
      <dgm:spPr/>
    </dgm:pt>
    <dgm:pt modelId="{1AB153DA-0E5A-43A5-9EEF-D55F3C934EEE}" type="pres">
      <dgm:prSet presAssocID="{4C3601F3-6DF9-4279-AECC-AA10A6CBC1CB}" presName="sibTrans" presStyleCnt="0"/>
      <dgm:spPr/>
    </dgm:pt>
    <dgm:pt modelId="{CAED3E73-C2B2-4C76-B3F9-0051F7FC10D3}" type="pres">
      <dgm:prSet presAssocID="{532BA65D-5FE2-4D6B-BD55-C82C8368D56E}" presName="compNode" presStyleCnt="0"/>
      <dgm:spPr/>
    </dgm:pt>
    <dgm:pt modelId="{43CC8089-934F-4AD5-A433-C16EE2664A81}" type="pres">
      <dgm:prSet presAssocID="{532BA65D-5FE2-4D6B-BD55-C82C8368D56E}" presName="bgRect" presStyleLbl="bgShp" presStyleIdx="1" presStyleCnt="4"/>
      <dgm:spPr/>
    </dgm:pt>
    <dgm:pt modelId="{173FB185-C01D-4D9C-B717-79BFBB4534A4}" type="pres">
      <dgm:prSet presAssocID="{532BA65D-5FE2-4D6B-BD55-C82C8368D56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F9E3A40C-DBF7-45CD-89C9-AB1DC2EA0A6A}" type="pres">
      <dgm:prSet presAssocID="{532BA65D-5FE2-4D6B-BD55-C82C8368D56E}" presName="spaceRect" presStyleCnt="0"/>
      <dgm:spPr/>
    </dgm:pt>
    <dgm:pt modelId="{CF431B8B-F4F7-4C04-A362-4C4890F99642}" type="pres">
      <dgm:prSet presAssocID="{532BA65D-5FE2-4D6B-BD55-C82C8368D56E}" presName="parTx" presStyleLbl="revTx" presStyleIdx="1" presStyleCnt="4">
        <dgm:presLayoutVars>
          <dgm:chMax val="0"/>
          <dgm:chPref val="0"/>
        </dgm:presLayoutVars>
      </dgm:prSet>
      <dgm:spPr/>
    </dgm:pt>
    <dgm:pt modelId="{B18EC7BB-601D-41EF-AC7E-E2064D610FE8}" type="pres">
      <dgm:prSet presAssocID="{A9CB151A-0164-43F4-8842-B3A7F2505F1D}" presName="sibTrans" presStyleCnt="0"/>
      <dgm:spPr/>
    </dgm:pt>
    <dgm:pt modelId="{623D7ADF-4689-429A-A5FE-86A1C18E7CFB}" type="pres">
      <dgm:prSet presAssocID="{42BDA668-72C5-44A6-B961-1435ED5433C0}" presName="compNode" presStyleCnt="0"/>
      <dgm:spPr/>
    </dgm:pt>
    <dgm:pt modelId="{2DA42258-64FF-4C3A-9212-3E451B786789}" type="pres">
      <dgm:prSet presAssocID="{42BDA668-72C5-44A6-B961-1435ED5433C0}" presName="bgRect" presStyleLbl="bgShp" presStyleIdx="2" presStyleCnt="4"/>
      <dgm:spPr/>
    </dgm:pt>
    <dgm:pt modelId="{768A28E0-BA86-4B53-ADB0-42E5CE23E16E}" type="pres">
      <dgm:prSet presAssocID="{42BDA668-72C5-44A6-B961-1435ED5433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D02BAEB-89FD-4985-860B-EE4C0F271914}" type="pres">
      <dgm:prSet presAssocID="{42BDA668-72C5-44A6-B961-1435ED5433C0}" presName="spaceRect" presStyleCnt="0"/>
      <dgm:spPr/>
    </dgm:pt>
    <dgm:pt modelId="{5B0AB59C-E063-4C71-A28D-6DBC3C8CA3B3}" type="pres">
      <dgm:prSet presAssocID="{42BDA668-72C5-44A6-B961-1435ED5433C0}" presName="parTx" presStyleLbl="revTx" presStyleIdx="2" presStyleCnt="4">
        <dgm:presLayoutVars>
          <dgm:chMax val="0"/>
          <dgm:chPref val="0"/>
        </dgm:presLayoutVars>
      </dgm:prSet>
      <dgm:spPr/>
    </dgm:pt>
    <dgm:pt modelId="{B72D532F-B45F-442C-B9B0-2432AEE5F7AF}" type="pres">
      <dgm:prSet presAssocID="{9930F6C2-B3F5-4B2A-A84D-CB74EAEB944B}" presName="sibTrans" presStyleCnt="0"/>
      <dgm:spPr/>
    </dgm:pt>
    <dgm:pt modelId="{67B93D2F-52CC-4E87-85E4-C854C2455BB5}" type="pres">
      <dgm:prSet presAssocID="{42A6BE73-EFDB-40AC-A8F2-DFFAFFA329B1}" presName="compNode" presStyleCnt="0"/>
      <dgm:spPr/>
    </dgm:pt>
    <dgm:pt modelId="{3FECB875-BF7A-4B8F-BFC5-73F32BF9B50B}" type="pres">
      <dgm:prSet presAssocID="{42A6BE73-EFDB-40AC-A8F2-DFFAFFA329B1}" presName="bgRect" presStyleLbl="bgShp" presStyleIdx="3" presStyleCnt="4"/>
      <dgm:spPr/>
    </dgm:pt>
    <dgm:pt modelId="{31481AB4-2FE5-4C3F-9328-3CE0EC92E790}" type="pres">
      <dgm:prSet presAssocID="{42A6BE73-EFDB-40AC-A8F2-DFFAFFA329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F9F0239-FFD9-40C0-BF2E-CB3AEFB356B4}" type="pres">
      <dgm:prSet presAssocID="{42A6BE73-EFDB-40AC-A8F2-DFFAFFA329B1}" presName="spaceRect" presStyleCnt="0"/>
      <dgm:spPr/>
    </dgm:pt>
    <dgm:pt modelId="{32AAB0DE-B310-4DB5-ACC3-7A9C7BA1F571}" type="pres">
      <dgm:prSet presAssocID="{42A6BE73-EFDB-40AC-A8F2-DFFAFFA329B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6C710B-A2D4-496D-9816-1457C4D30D46}" type="presOf" srcId="{BFC47C39-0399-442B-AED7-A35530505F1E}" destId="{3741EC5D-78B5-4BE0-9376-5BA1999F88D8}" srcOrd="0" destOrd="0" presId="urn:microsoft.com/office/officeart/2018/2/layout/IconVerticalSolidList"/>
    <dgm:cxn modelId="{307C5239-CD1F-4809-96DC-65DD10C96C2B}" type="presOf" srcId="{42A6BE73-EFDB-40AC-A8F2-DFFAFFA329B1}" destId="{32AAB0DE-B310-4DB5-ACC3-7A9C7BA1F571}" srcOrd="0" destOrd="0" presId="urn:microsoft.com/office/officeart/2018/2/layout/IconVerticalSolidList"/>
    <dgm:cxn modelId="{5FA80B42-C849-4F48-935C-282C556B4A9D}" srcId="{BFC47C39-0399-442B-AED7-A35530505F1E}" destId="{1273064B-D48F-4CAC-A436-98A375AF6905}" srcOrd="0" destOrd="0" parTransId="{7BC1515D-3C59-47DC-BECA-288B42F3FC06}" sibTransId="{4C3601F3-6DF9-4279-AECC-AA10A6CBC1CB}"/>
    <dgm:cxn modelId="{F8DACB42-1340-45D6-A1CD-4498F68AB366}" srcId="{BFC47C39-0399-442B-AED7-A35530505F1E}" destId="{42A6BE73-EFDB-40AC-A8F2-DFFAFFA329B1}" srcOrd="3" destOrd="0" parTransId="{9669D3F7-E17A-43C5-BB88-EDF666AFCB0F}" sibTransId="{30AEDD18-3973-47B6-8815-14EFA8AA596A}"/>
    <dgm:cxn modelId="{0DFEF56C-26A3-4DE0-BA93-1A93FB9C125D}" type="presOf" srcId="{1273064B-D48F-4CAC-A436-98A375AF6905}" destId="{6B991BD4-6815-4713-BFA3-10AA31F9565F}" srcOrd="0" destOrd="0" presId="urn:microsoft.com/office/officeart/2018/2/layout/IconVerticalSolidList"/>
    <dgm:cxn modelId="{96FCFF7D-2EE2-4B03-9DEC-C15F3EE7D246}" type="presOf" srcId="{42BDA668-72C5-44A6-B961-1435ED5433C0}" destId="{5B0AB59C-E063-4C71-A28D-6DBC3C8CA3B3}" srcOrd="0" destOrd="0" presId="urn:microsoft.com/office/officeart/2018/2/layout/IconVerticalSolidList"/>
    <dgm:cxn modelId="{B32BF17E-752E-472A-9184-9CCD35F3A080}" type="presOf" srcId="{532BA65D-5FE2-4D6B-BD55-C82C8368D56E}" destId="{CF431B8B-F4F7-4C04-A362-4C4890F99642}" srcOrd="0" destOrd="0" presId="urn:microsoft.com/office/officeart/2018/2/layout/IconVerticalSolidList"/>
    <dgm:cxn modelId="{ACDCF6BE-EE2E-4F73-8490-D23BDC615E81}" srcId="{BFC47C39-0399-442B-AED7-A35530505F1E}" destId="{42BDA668-72C5-44A6-B961-1435ED5433C0}" srcOrd="2" destOrd="0" parTransId="{B664C906-3B33-4B0F-B285-0D1F57C792B7}" sibTransId="{9930F6C2-B3F5-4B2A-A84D-CB74EAEB944B}"/>
    <dgm:cxn modelId="{91989BD5-5D58-44F0-92D2-49FD5E2CE302}" srcId="{BFC47C39-0399-442B-AED7-A35530505F1E}" destId="{532BA65D-5FE2-4D6B-BD55-C82C8368D56E}" srcOrd="1" destOrd="0" parTransId="{B62C562D-FD99-4D45-A76B-71967B9E38A8}" sibTransId="{A9CB151A-0164-43F4-8842-B3A7F2505F1D}"/>
    <dgm:cxn modelId="{3F12277A-B784-4E29-BA49-8253918D0768}" type="presParOf" srcId="{3741EC5D-78B5-4BE0-9376-5BA1999F88D8}" destId="{5E462D82-2341-4BAF-92E2-3EC334EE5F3C}" srcOrd="0" destOrd="0" presId="urn:microsoft.com/office/officeart/2018/2/layout/IconVerticalSolidList"/>
    <dgm:cxn modelId="{ABA5E51E-E155-45B9-B4B0-F01DEA75E21A}" type="presParOf" srcId="{5E462D82-2341-4BAF-92E2-3EC334EE5F3C}" destId="{2F6B32EE-0D95-494D-80A4-0512665BC99A}" srcOrd="0" destOrd="0" presId="urn:microsoft.com/office/officeart/2018/2/layout/IconVerticalSolidList"/>
    <dgm:cxn modelId="{CAF92F95-2C9C-49F4-A43C-0876A22EAB37}" type="presParOf" srcId="{5E462D82-2341-4BAF-92E2-3EC334EE5F3C}" destId="{01F3522D-6CF7-4E9F-B445-E039EB736C98}" srcOrd="1" destOrd="0" presId="urn:microsoft.com/office/officeart/2018/2/layout/IconVerticalSolidList"/>
    <dgm:cxn modelId="{E0AA53DA-D60E-4C82-B808-601DF43C8237}" type="presParOf" srcId="{5E462D82-2341-4BAF-92E2-3EC334EE5F3C}" destId="{18720E67-2088-4287-A467-81853E789999}" srcOrd="2" destOrd="0" presId="urn:microsoft.com/office/officeart/2018/2/layout/IconVerticalSolidList"/>
    <dgm:cxn modelId="{623CFF30-913C-4E57-AEDE-2362F56B782D}" type="presParOf" srcId="{5E462D82-2341-4BAF-92E2-3EC334EE5F3C}" destId="{6B991BD4-6815-4713-BFA3-10AA31F9565F}" srcOrd="3" destOrd="0" presId="urn:microsoft.com/office/officeart/2018/2/layout/IconVerticalSolidList"/>
    <dgm:cxn modelId="{05DF539D-E68F-4046-B839-FA1E931E4F39}" type="presParOf" srcId="{3741EC5D-78B5-4BE0-9376-5BA1999F88D8}" destId="{1AB153DA-0E5A-43A5-9EEF-D55F3C934EEE}" srcOrd="1" destOrd="0" presId="urn:microsoft.com/office/officeart/2018/2/layout/IconVerticalSolidList"/>
    <dgm:cxn modelId="{2BE5BB75-C389-496E-9364-1E3286D9B3CB}" type="presParOf" srcId="{3741EC5D-78B5-4BE0-9376-5BA1999F88D8}" destId="{CAED3E73-C2B2-4C76-B3F9-0051F7FC10D3}" srcOrd="2" destOrd="0" presId="urn:microsoft.com/office/officeart/2018/2/layout/IconVerticalSolidList"/>
    <dgm:cxn modelId="{CE5DB96B-4192-4761-AE8E-9CD8387EA8C6}" type="presParOf" srcId="{CAED3E73-C2B2-4C76-B3F9-0051F7FC10D3}" destId="{43CC8089-934F-4AD5-A433-C16EE2664A81}" srcOrd="0" destOrd="0" presId="urn:microsoft.com/office/officeart/2018/2/layout/IconVerticalSolidList"/>
    <dgm:cxn modelId="{394520FA-A25B-48A1-B437-DE4C6DC49A76}" type="presParOf" srcId="{CAED3E73-C2B2-4C76-B3F9-0051F7FC10D3}" destId="{173FB185-C01D-4D9C-B717-79BFBB4534A4}" srcOrd="1" destOrd="0" presId="urn:microsoft.com/office/officeart/2018/2/layout/IconVerticalSolidList"/>
    <dgm:cxn modelId="{58DCFD25-8531-4A25-A5DA-D0AE5B69DDAF}" type="presParOf" srcId="{CAED3E73-C2B2-4C76-B3F9-0051F7FC10D3}" destId="{F9E3A40C-DBF7-45CD-89C9-AB1DC2EA0A6A}" srcOrd="2" destOrd="0" presId="urn:microsoft.com/office/officeart/2018/2/layout/IconVerticalSolidList"/>
    <dgm:cxn modelId="{90774C30-D7AB-4D3D-9B7B-C90D7C609979}" type="presParOf" srcId="{CAED3E73-C2B2-4C76-B3F9-0051F7FC10D3}" destId="{CF431B8B-F4F7-4C04-A362-4C4890F99642}" srcOrd="3" destOrd="0" presId="urn:microsoft.com/office/officeart/2018/2/layout/IconVerticalSolidList"/>
    <dgm:cxn modelId="{29A10AA3-8BFC-41B2-80AE-62BA167077C0}" type="presParOf" srcId="{3741EC5D-78B5-4BE0-9376-5BA1999F88D8}" destId="{B18EC7BB-601D-41EF-AC7E-E2064D610FE8}" srcOrd="3" destOrd="0" presId="urn:microsoft.com/office/officeart/2018/2/layout/IconVerticalSolidList"/>
    <dgm:cxn modelId="{E40191F9-9E37-4827-A194-A52A9E70C93E}" type="presParOf" srcId="{3741EC5D-78B5-4BE0-9376-5BA1999F88D8}" destId="{623D7ADF-4689-429A-A5FE-86A1C18E7CFB}" srcOrd="4" destOrd="0" presId="urn:microsoft.com/office/officeart/2018/2/layout/IconVerticalSolidList"/>
    <dgm:cxn modelId="{13745F61-9D0A-4432-8343-E1C36CE45F90}" type="presParOf" srcId="{623D7ADF-4689-429A-A5FE-86A1C18E7CFB}" destId="{2DA42258-64FF-4C3A-9212-3E451B786789}" srcOrd="0" destOrd="0" presId="urn:microsoft.com/office/officeart/2018/2/layout/IconVerticalSolidList"/>
    <dgm:cxn modelId="{4639FB4D-53DE-4B42-8526-575FA3F3C1C7}" type="presParOf" srcId="{623D7ADF-4689-429A-A5FE-86A1C18E7CFB}" destId="{768A28E0-BA86-4B53-ADB0-42E5CE23E16E}" srcOrd="1" destOrd="0" presId="urn:microsoft.com/office/officeart/2018/2/layout/IconVerticalSolidList"/>
    <dgm:cxn modelId="{F8B7438B-24F6-4814-9A56-CCC043B4A2F5}" type="presParOf" srcId="{623D7ADF-4689-429A-A5FE-86A1C18E7CFB}" destId="{5D02BAEB-89FD-4985-860B-EE4C0F271914}" srcOrd="2" destOrd="0" presId="urn:microsoft.com/office/officeart/2018/2/layout/IconVerticalSolidList"/>
    <dgm:cxn modelId="{0C07DC37-41A4-40F9-A8F2-6287C991807D}" type="presParOf" srcId="{623D7ADF-4689-429A-A5FE-86A1C18E7CFB}" destId="{5B0AB59C-E063-4C71-A28D-6DBC3C8CA3B3}" srcOrd="3" destOrd="0" presId="urn:microsoft.com/office/officeart/2018/2/layout/IconVerticalSolidList"/>
    <dgm:cxn modelId="{476359C5-A898-4DFD-86F2-FB84720CCBCA}" type="presParOf" srcId="{3741EC5D-78B5-4BE0-9376-5BA1999F88D8}" destId="{B72D532F-B45F-442C-B9B0-2432AEE5F7AF}" srcOrd="5" destOrd="0" presId="urn:microsoft.com/office/officeart/2018/2/layout/IconVerticalSolidList"/>
    <dgm:cxn modelId="{94B7BC43-EAEA-495E-97A2-8E65C9E7F9D7}" type="presParOf" srcId="{3741EC5D-78B5-4BE0-9376-5BA1999F88D8}" destId="{67B93D2F-52CC-4E87-85E4-C854C2455BB5}" srcOrd="6" destOrd="0" presId="urn:microsoft.com/office/officeart/2018/2/layout/IconVerticalSolidList"/>
    <dgm:cxn modelId="{AA184D87-4221-46ED-A597-C859AF99F86D}" type="presParOf" srcId="{67B93D2F-52CC-4E87-85E4-C854C2455BB5}" destId="{3FECB875-BF7A-4B8F-BFC5-73F32BF9B50B}" srcOrd="0" destOrd="0" presId="urn:microsoft.com/office/officeart/2018/2/layout/IconVerticalSolidList"/>
    <dgm:cxn modelId="{EEEFF5B4-1D94-41DE-8932-4D271711A630}" type="presParOf" srcId="{67B93D2F-52CC-4E87-85E4-C854C2455BB5}" destId="{31481AB4-2FE5-4C3F-9328-3CE0EC92E790}" srcOrd="1" destOrd="0" presId="urn:microsoft.com/office/officeart/2018/2/layout/IconVerticalSolidList"/>
    <dgm:cxn modelId="{90F9CBDA-AB46-4033-862B-003E4B9B4C07}" type="presParOf" srcId="{67B93D2F-52CC-4E87-85E4-C854C2455BB5}" destId="{2F9F0239-FFD9-40C0-BF2E-CB3AEFB356B4}" srcOrd="2" destOrd="0" presId="urn:microsoft.com/office/officeart/2018/2/layout/IconVerticalSolidList"/>
    <dgm:cxn modelId="{A594E8F5-C611-45C7-8B2F-0285477A4227}" type="presParOf" srcId="{67B93D2F-52CC-4E87-85E4-C854C2455BB5}" destId="{32AAB0DE-B310-4DB5-ACC3-7A9C7BA1F5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B32EE-0D95-494D-80A4-0512665BC99A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3522D-6CF7-4E9F-B445-E039EB736C9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91BD4-6815-4713-BFA3-10AA31F9565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EC2 / ELB</a:t>
          </a:r>
          <a:r>
            <a:rPr lang="en-US" sz="1800" b="0" i="0" kern="1200" baseline="0"/>
            <a:t> – Point domains to instances or load balancers.</a:t>
          </a:r>
          <a:endParaRPr lang="en-US" sz="1800" kern="1200"/>
        </a:p>
      </dsp:txBody>
      <dsp:txXfrm>
        <a:off x="1339618" y="2288"/>
        <a:ext cx="5024605" cy="1159843"/>
      </dsp:txXfrm>
    </dsp:sp>
    <dsp:sp modelId="{43CC8089-934F-4AD5-A433-C16EE2664A81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3FB185-C01D-4D9C-B717-79BFBB4534A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31B8B-F4F7-4C04-A362-4C4890F99642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S3</a:t>
          </a:r>
          <a:r>
            <a:rPr lang="en-US" sz="1800" b="0" i="0" kern="1200" baseline="0"/>
            <a:t> – Host static websites using bucket names.</a:t>
          </a:r>
          <a:endParaRPr lang="en-US" sz="1800" kern="1200"/>
        </a:p>
      </dsp:txBody>
      <dsp:txXfrm>
        <a:off x="1339618" y="1452092"/>
        <a:ext cx="5024605" cy="1159843"/>
      </dsp:txXfrm>
    </dsp:sp>
    <dsp:sp modelId="{2DA42258-64FF-4C3A-9212-3E451B786789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A28E0-BA86-4B53-ADB0-42E5CE23E16E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AB59C-E063-4C71-A28D-6DBC3C8CA3B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CloudFront</a:t>
          </a:r>
          <a:r>
            <a:rPr lang="en-US" sz="1800" b="0" i="0" kern="1200" baseline="0"/>
            <a:t> – Use with CDN for performance.</a:t>
          </a:r>
          <a:endParaRPr lang="en-US" sz="1800" kern="1200"/>
        </a:p>
      </dsp:txBody>
      <dsp:txXfrm>
        <a:off x="1339618" y="2901896"/>
        <a:ext cx="5024605" cy="1159843"/>
      </dsp:txXfrm>
    </dsp:sp>
    <dsp:sp modelId="{3FECB875-BF7A-4B8F-BFC5-73F32BF9B50B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81AB4-2FE5-4C3F-9328-3CE0EC92E79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AB0DE-B310-4DB5-ACC3-7A9C7BA1F571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Health Checks</a:t>
          </a:r>
          <a:r>
            <a:rPr lang="en-US" sz="1800" b="0" i="0" kern="1200" baseline="0"/>
            <a:t> – Automated failover between regions.</a:t>
          </a:r>
          <a:endParaRPr lang="en-US" sz="1800" kern="120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67017-CBAD-4D5A-829F-BAB11FE15E9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BDFCE-EFA8-4E5E-9CBE-B281BDE03F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2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457C-0316-03F0-E8D3-05E45328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DD0DE-A359-EF5C-2164-F8D30E547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7B000-0B7F-924D-F9CA-195591F3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F9C1-4A12-60A4-4BAF-06B7CF3CA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0BD36-A594-8800-D42E-5786F4D6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B25C-D0A5-A484-1914-BAA61B8B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E005-1135-5473-0BE3-A56E9493A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47D8-971B-5957-5EFC-4D7E764C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FA633-2F3C-3487-B350-8829E881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57F0-6915-1294-E578-5EC0DCB1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6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DBFB-9ED0-78D2-70D0-095A953D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3777B-2B0B-023A-096F-CFA969744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1D8A6-B85B-8D43-3F29-F69587F5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862E-B2B7-97DC-4E31-4C3EB160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A020-8504-0F3F-34FF-CC8941E1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14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4448-5352-4524-5607-8DB6F2FB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4D96-FADE-C94E-9667-B179BF56A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2D914-9E6C-FD65-5ED2-230661B07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5B55-1968-9F09-028B-C16EB34F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6AEF2-3EFB-4478-21E1-206B0455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973EA-C14F-BFA5-0029-624FF2E7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1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5C30-5C34-A4AB-653B-EBE163CE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1D5DA-38D2-E7F9-83AF-80D4A899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98EEF-E114-E50F-8726-0B3B204FF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B4EF0-9128-B7CE-399C-5AB03747C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CECF3-B3DE-FFEF-DBDF-4D93C8C72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55B3A-4A2A-E73D-A256-F4C99FEB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2710F-8CFD-BE7A-84E7-CCC362F7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C44FE-E093-BEED-AA3E-79C60368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6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D460-1301-0284-DF32-0DB5FE5C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456D48-BA38-10BD-6078-1D84E48C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D66FA-2A73-27FC-5D29-E8EBA6C7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385F1-4891-2906-BF2E-42C8F7B5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0114D-E9A9-66A6-0A59-51749FD9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05FDC-5B15-E53E-78FF-9DA97D05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16715-231C-A884-D18B-2109D2F6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67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B97D-AF6C-29A9-0038-C8CE4A17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1C61-7608-EFEE-2EB6-3B5D27F20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F2DF5-FA2B-E2E7-BE8A-24CCACC05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01A0C-FBE9-C48E-0E32-E259734F5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259E1-5DF0-F9FF-6EE4-E9C8497A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443A3-CA5D-7655-416F-6144CA75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79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A8CB-D18C-D8A9-7D15-5766B20A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A027A-7C9B-A6F6-2298-4D8D434FD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8C9E6-9FD9-9DD8-B3EB-797C7A323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A2A88-B963-CE34-6302-7A0140F4D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41DAB-E993-CDA8-5217-D9A3A07A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003D-4110-1AFF-DF89-9737D8F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13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DF87-EE79-91C2-D23F-74E98A21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CB735-0684-F464-D3B1-CBCC04D33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3DE0-7B68-3634-E7D0-CD57B496F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5DDD-9BDD-DFB2-DBC5-559B24E6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45D96-685E-53A8-7DCB-02D7247C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54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DF8C7-EA6E-F212-B48F-A021A66E0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EFA50-B4CA-9F3A-38DF-B866D2E67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592B-F3BA-F587-4892-1018B460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3D0D-59BD-5E6B-0F7A-C4510621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520DE-F7EA-9EB1-992B-D2E70072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8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0A1C7-004F-96AE-FC55-D48F7437A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5C7E-8CE7-E1F9-4436-AFB0577E8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94594-A012-4E93-5046-3F8990A24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DAC29-ED69-4E25-B09E-E8D29AE7052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BD55-8818-1D6F-525E-3B75E98E4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17B6-9719-3405-9382-2CE6AB7BC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172E6-4571-41BF-8B48-B32BB28E6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80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9C1A0-C1E0-80A1-8493-1C3A7CA8A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r>
              <a:rPr lang="en-US" sz="5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Route 53</a:t>
            </a:r>
            <a:endParaRPr lang="en-IN" sz="5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Marker">
            <a:extLst>
              <a:ext uri="{FF2B5EF4-FFF2-40B4-BE49-F238E27FC236}">
                <a16:creationId xmlns:a16="http://schemas.microsoft.com/office/drawing/2014/main" id="{311CF074-8FAC-78E0-C194-8FE5511FD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Marker">
            <a:extLst>
              <a:ext uri="{FF2B5EF4-FFF2-40B4-BE49-F238E27FC236}">
                <a16:creationId xmlns:a16="http://schemas.microsoft.com/office/drawing/2014/main" id="{AA8A0270-1A22-4298-A213-D1BDFE9B3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38954-8CA7-1382-0294-C2EC37A6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Route 53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622A-2753-1FA7-0BA0-AAEF7580A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Route 53 is a highly available and scalable Domain Name System (DNS) web service by AWS.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connects user requests to applications running on AWS or elsewhere.</a:t>
            </a:r>
          </a:p>
          <a:p>
            <a:endParaRPr lang="en-US" sz="2400" dirty="0"/>
          </a:p>
          <a:p>
            <a:endParaRPr lang="en-IN" sz="24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883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A81F2-F580-B392-CB76-E16E2AFA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functions of Route 53</a:t>
            </a:r>
            <a:endParaRPr lang="en-IN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F0B9E1-4D4A-9A13-7C74-BBB62B70FE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Registration – Register and manage domain names.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DNS Service – Translates domain names into IP addresses.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Checks – Monitors endpoint health and routes traffic accordingly.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Management – Routes users to the best endpoint using routing policies.</a:t>
            </a:r>
          </a:p>
        </p:txBody>
      </p:sp>
    </p:spTree>
    <p:extLst>
      <p:ext uri="{BB962C8B-B14F-4D97-AF65-F5344CB8AC3E}">
        <p14:creationId xmlns:p14="http://schemas.microsoft.com/office/powerpoint/2010/main" val="7701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0C942-94F2-3A2F-5C72-784A5559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53 Architecture Overview</a:t>
            </a:r>
            <a:b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009E50-0A5B-F730-F029-1AE8B30962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enters a domain (e.g., example.com).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goes to Route 53 DNS servers.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53 resolves the name to the IP address of your AWS resource.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is connected to the application (EC2, ELB, S3, etc.)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53 uses a global network of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DNS servers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high availability and low latency.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19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F703C-00C0-2253-9518-30C1D9C2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53 Routing Policies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21B4D3-3D1B-8FB9-9570-E14293ABF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430544"/>
              </p:ext>
            </p:extLst>
          </p:nvPr>
        </p:nvGraphicFramePr>
        <p:xfrm>
          <a:off x="1012718" y="2598710"/>
          <a:ext cx="9664566" cy="3438151"/>
        </p:xfrm>
        <a:graphic>
          <a:graphicData uri="http://schemas.openxmlformats.org/drawingml/2006/table">
            <a:tbl>
              <a:tblPr/>
              <a:tblGrid>
                <a:gridCol w="3198921">
                  <a:extLst>
                    <a:ext uri="{9D8B030D-6E8A-4147-A177-3AD203B41FA5}">
                      <a16:colId xmlns:a16="http://schemas.microsoft.com/office/drawing/2014/main" val="879832166"/>
                    </a:ext>
                  </a:extLst>
                </a:gridCol>
                <a:gridCol w="3266724">
                  <a:extLst>
                    <a:ext uri="{9D8B030D-6E8A-4147-A177-3AD203B41FA5}">
                      <a16:colId xmlns:a16="http://schemas.microsoft.com/office/drawing/2014/main" val="3671523296"/>
                    </a:ext>
                  </a:extLst>
                </a:gridCol>
                <a:gridCol w="3198921">
                  <a:extLst>
                    <a:ext uri="{9D8B030D-6E8A-4147-A177-3AD203B41FA5}">
                      <a16:colId xmlns:a16="http://schemas.microsoft.com/office/drawing/2014/main" val="804817816"/>
                    </a:ext>
                  </a:extLst>
                </a:gridCol>
              </a:tblGrid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Routing Policy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Use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054344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One record for a domain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example.com → EC2 IP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50525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Distribute traffic by weight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70% to app1, 30% to app2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307478"/>
                  </a:ext>
                </a:extLst>
              </a:tr>
              <a:tr h="673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Latency-based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users to the lowest latency region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India users → ap-south-1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43493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Failover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Active-passive setup for DR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Primary &amp; backup website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97628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Geolocation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by user location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Europe → EU servers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91510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Geoproximity</a:t>
                      </a:r>
                      <a:endParaRPr lang="en-IN" sz="1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based on geographic bias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Closer region preference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33359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Multi-Value Answer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Returns multiple healthy IPs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 balancing effect</a:t>
                      </a:r>
                    </a:p>
                  </a:txBody>
                  <a:tcPr marL="83450" marR="83450" marT="41725" marB="41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99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60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6BD49-5989-550E-9455-18157563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IN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53 Record Types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DBCD77-5150-9571-45F6-A43376F74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612990"/>
              </p:ext>
            </p:extLst>
          </p:nvPr>
        </p:nvGraphicFramePr>
        <p:xfrm>
          <a:off x="825264" y="2667217"/>
          <a:ext cx="10039473" cy="3301136"/>
        </p:xfrm>
        <a:graphic>
          <a:graphicData uri="http://schemas.openxmlformats.org/drawingml/2006/table">
            <a:tbl>
              <a:tblPr/>
              <a:tblGrid>
                <a:gridCol w="3470411">
                  <a:extLst>
                    <a:ext uri="{9D8B030D-6E8A-4147-A177-3AD203B41FA5}">
                      <a16:colId xmlns:a16="http://schemas.microsoft.com/office/drawing/2014/main" val="258060556"/>
                    </a:ext>
                  </a:extLst>
                </a:gridCol>
                <a:gridCol w="6569062">
                  <a:extLst>
                    <a:ext uri="{9D8B030D-6E8A-4147-A177-3AD203B41FA5}">
                      <a16:colId xmlns:a16="http://schemas.microsoft.com/office/drawing/2014/main" val="1496497909"/>
                    </a:ext>
                  </a:extLst>
                </a:gridCol>
              </a:tblGrid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Record Type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626522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Record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Maps domain to IPv4 address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415261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AAAA Record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Maps domain to IPv6 address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212445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CNAME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Alias of another domain name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248799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MX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Mail exchange servers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722901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TXT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Store text data (SPF, verification)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671172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NS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Nameserver for the hosted zone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427934"/>
                  </a:ext>
                </a:extLst>
              </a:tr>
              <a:tr h="412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Alias Record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AWS-specific record for services like ELB, S3, CloudFront</a:t>
                      </a:r>
                    </a:p>
                  </a:txBody>
                  <a:tcPr marL="87178" marR="87178" marT="43589" marB="435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975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16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AFB0B-CAD9-77D6-B96E-A2A1B057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Other AWS Services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B573E9E-DB6C-BA74-2E27-50DF687A5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73856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661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354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Introduction to Amazon Route 53</vt:lpstr>
      <vt:lpstr>Amazon Route 53 </vt:lpstr>
      <vt:lpstr>Core functions of Route 53</vt:lpstr>
      <vt:lpstr>Route 53 Architecture Overview </vt:lpstr>
      <vt:lpstr>Route 53 Routing Policies</vt:lpstr>
      <vt:lpstr>Route 53 Record Types</vt:lpstr>
      <vt:lpstr>Integration with Other AWS Services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22</cp:revision>
  <dcterms:created xsi:type="dcterms:W3CDTF">2025-10-19T16:27:12Z</dcterms:created>
  <dcterms:modified xsi:type="dcterms:W3CDTF">2025-10-19T16:33:47Z</dcterms:modified>
</cp:coreProperties>
</file>