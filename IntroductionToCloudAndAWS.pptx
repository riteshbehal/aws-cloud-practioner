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
  </p:notesMasterIdLst>
  <p:sldIdLst>
    <p:sldId id="256" r:id="rId3"/>
    <p:sldId id="257" r:id="rId4"/>
    <p:sldId id="266" r:id="rId5"/>
    <p:sldId id="269" r:id="rId6"/>
    <p:sldId id="258" r:id="rId7"/>
    <p:sldId id="271"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56" autoAdjust="0"/>
  </p:normalViewPr>
  <p:slideViewPr>
    <p:cSldViewPr snapToGrid="0">
      <p:cViewPr varScale="1">
        <p:scale>
          <a:sx n="90" d="100"/>
          <a:sy n="90" d="100"/>
        </p:scale>
        <p:origin x="462"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A33216-6B64-4188-B971-B3D7B98F800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EF50EE3-FBEC-46C6-AF49-F4D2FA8BF0CD}">
      <dgm:prSet custT="1"/>
      <dgm:spPr/>
      <dgm:t>
        <a:bodyPr/>
        <a:lstStyle/>
        <a:p>
          <a:r>
            <a:rPr lang="en-US" sz="3600" dirty="0"/>
            <a:t>What is Cloud Computing?</a:t>
          </a:r>
        </a:p>
      </dgm:t>
    </dgm:pt>
    <dgm:pt modelId="{A076715A-A188-4E08-AEAB-C11069D7FBB3}" type="parTrans" cxnId="{3616C0AE-7DA3-4E32-AF2D-CA86E1F9D5E8}">
      <dgm:prSet/>
      <dgm:spPr/>
      <dgm:t>
        <a:bodyPr/>
        <a:lstStyle/>
        <a:p>
          <a:endParaRPr lang="en-US"/>
        </a:p>
      </dgm:t>
    </dgm:pt>
    <dgm:pt modelId="{0CDB2B41-A18C-4066-94BD-84EBEEFA508F}" type="sibTrans" cxnId="{3616C0AE-7DA3-4E32-AF2D-CA86E1F9D5E8}">
      <dgm:prSet/>
      <dgm:spPr/>
      <dgm:t>
        <a:bodyPr/>
        <a:lstStyle/>
        <a:p>
          <a:endParaRPr lang="en-US"/>
        </a:p>
      </dgm:t>
    </dgm:pt>
    <dgm:pt modelId="{B8C83577-655E-4BFD-8636-22F27D527108}">
      <dgm:prSet custT="1"/>
      <dgm:spPr/>
      <dgm:t>
        <a:bodyPr/>
        <a:lstStyle/>
        <a:p>
          <a:r>
            <a:rPr lang="en-US" sz="3600" dirty="0"/>
            <a:t>Benefits of Cloud Computing </a:t>
          </a:r>
        </a:p>
      </dgm:t>
    </dgm:pt>
    <dgm:pt modelId="{13703151-7418-45CB-9A29-96DFEBF331D3}" type="parTrans" cxnId="{E34CAC00-EBDF-4ACB-9BBE-0676D76CECC6}">
      <dgm:prSet/>
      <dgm:spPr/>
      <dgm:t>
        <a:bodyPr/>
        <a:lstStyle/>
        <a:p>
          <a:endParaRPr lang="en-US"/>
        </a:p>
      </dgm:t>
    </dgm:pt>
    <dgm:pt modelId="{9E232B24-DDE7-486B-A461-0BEB36750BF3}" type="sibTrans" cxnId="{E34CAC00-EBDF-4ACB-9BBE-0676D76CECC6}">
      <dgm:prSet/>
      <dgm:spPr/>
      <dgm:t>
        <a:bodyPr/>
        <a:lstStyle/>
        <a:p>
          <a:endParaRPr lang="en-US"/>
        </a:p>
      </dgm:t>
    </dgm:pt>
    <dgm:pt modelId="{489EEB00-6A04-4E7E-BD28-4C98F4CF9251}" type="pres">
      <dgm:prSet presAssocID="{59A33216-6B64-4188-B971-B3D7B98F8003}" presName="linear" presStyleCnt="0">
        <dgm:presLayoutVars>
          <dgm:animLvl val="lvl"/>
          <dgm:resizeHandles val="exact"/>
        </dgm:presLayoutVars>
      </dgm:prSet>
      <dgm:spPr/>
    </dgm:pt>
    <dgm:pt modelId="{EA9FA982-F735-4FD1-82DC-4F8891EAF968}" type="pres">
      <dgm:prSet presAssocID="{BEF50EE3-FBEC-46C6-AF49-F4D2FA8BF0CD}" presName="parentText" presStyleLbl="node1" presStyleIdx="0" presStyleCnt="2">
        <dgm:presLayoutVars>
          <dgm:chMax val="0"/>
          <dgm:bulletEnabled val="1"/>
        </dgm:presLayoutVars>
      </dgm:prSet>
      <dgm:spPr/>
    </dgm:pt>
    <dgm:pt modelId="{69116718-29DB-488C-A2D6-6989A4AF87BA}" type="pres">
      <dgm:prSet presAssocID="{0CDB2B41-A18C-4066-94BD-84EBEEFA508F}" presName="spacer" presStyleCnt="0"/>
      <dgm:spPr/>
    </dgm:pt>
    <dgm:pt modelId="{ECD17E0A-540A-45F6-9CE2-A102A46D7594}" type="pres">
      <dgm:prSet presAssocID="{B8C83577-655E-4BFD-8636-22F27D527108}" presName="parentText" presStyleLbl="node1" presStyleIdx="1" presStyleCnt="2">
        <dgm:presLayoutVars>
          <dgm:chMax val="0"/>
          <dgm:bulletEnabled val="1"/>
        </dgm:presLayoutVars>
      </dgm:prSet>
      <dgm:spPr/>
    </dgm:pt>
  </dgm:ptLst>
  <dgm:cxnLst>
    <dgm:cxn modelId="{E34CAC00-EBDF-4ACB-9BBE-0676D76CECC6}" srcId="{59A33216-6B64-4188-B971-B3D7B98F8003}" destId="{B8C83577-655E-4BFD-8636-22F27D527108}" srcOrd="1" destOrd="0" parTransId="{13703151-7418-45CB-9A29-96DFEBF331D3}" sibTransId="{9E232B24-DDE7-486B-A461-0BEB36750BF3}"/>
    <dgm:cxn modelId="{9552DD1F-D4FF-4A87-B5F1-0E8FCB34FB4C}" type="presOf" srcId="{B8C83577-655E-4BFD-8636-22F27D527108}" destId="{ECD17E0A-540A-45F6-9CE2-A102A46D7594}" srcOrd="0" destOrd="0" presId="urn:microsoft.com/office/officeart/2005/8/layout/vList2"/>
    <dgm:cxn modelId="{8FCCA927-3F6F-4C2B-A18A-062A9A34B5DE}" type="presOf" srcId="{59A33216-6B64-4188-B971-B3D7B98F8003}" destId="{489EEB00-6A04-4E7E-BD28-4C98F4CF9251}" srcOrd="0" destOrd="0" presId="urn:microsoft.com/office/officeart/2005/8/layout/vList2"/>
    <dgm:cxn modelId="{4260BEA3-3412-4D57-B7A7-A4973DA71FC9}" type="presOf" srcId="{BEF50EE3-FBEC-46C6-AF49-F4D2FA8BF0CD}" destId="{EA9FA982-F735-4FD1-82DC-4F8891EAF968}" srcOrd="0" destOrd="0" presId="urn:microsoft.com/office/officeart/2005/8/layout/vList2"/>
    <dgm:cxn modelId="{3616C0AE-7DA3-4E32-AF2D-CA86E1F9D5E8}" srcId="{59A33216-6B64-4188-B971-B3D7B98F8003}" destId="{BEF50EE3-FBEC-46C6-AF49-F4D2FA8BF0CD}" srcOrd="0" destOrd="0" parTransId="{A076715A-A188-4E08-AEAB-C11069D7FBB3}" sibTransId="{0CDB2B41-A18C-4066-94BD-84EBEEFA508F}"/>
    <dgm:cxn modelId="{24B3E074-F1FB-4AB2-BB5F-0B56B9F4BA58}" type="presParOf" srcId="{489EEB00-6A04-4E7E-BD28-4C98F4CF9251}" destId="{EA9FA982-F735-4FD1-82DC-4F8891EAF968}" srcOrd="0" destOrd="0" presId="urn:microsoft.com/office/officeart/2005/8/layout/vList2"/>
    <dgm:cxn modelId="{B8837ACA-79E5-4608-85B9-945B55729592}" type="presParOf" srcId="{489EEB00-6A04-4E7E-BD28-4C98F4CF9251}" destId="{69116718-29DB-488C-A2D6-6989A4AF87BA}" srcOrd="1" destOrd="0" presId="urn:microsoft.com/office/officeart/2005/8/layout/vList2"/>
    <dgm:cxn modelId="{3FC6AFCB-369F-41C1-A915-70A63123B62F}" type="presParOf" srcId="{489EEB00-6A04-4E7E-BD28-4C98F4CF9251}" destId="{ECD17E0A-540A-45F6-9CE2-A102A46D759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4E8C67-AEE7-4DCE-BC28-9EB30EC367D4}"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9EF3B25E-55FB-475A-A3A2-F2685D7F4C2D}">
      <dgm:prSet custT="1"/>
      <dgm:spPr/>
      <dgm:t>
        <a:bodyPr/>
        <a:lstStyle/>
        <a:p>
          <a:pPr>
            <a:lnSpc>
              <a:spcPct val="100000"/>
            </a:lnSpc>
          </a:pPr>
          <a:r>
            <a:rPr lang="en-US" sz="1800" i="0" baseline="0" dirty="0"/>
            <a:t>On-demand delivery of IT resources.</a:t>
          </a:r>
          <a:endParaRPr lang="en-US" sz="1800" dirty="0"/>
        </a:p>
      </dgm:t>
    </dgm:pt>
    <dgm:pt modelId="{F68D1CC9-90DC-4AE9-98EF-663F3DCEECF4}" type="parTrans" cxnId="{BA7ACA96-FDC2-4626-AAE3-F59CDA6D45E5}">
      <dgm:prSet/>
      <dgm:spPr/>
      <dgm:t>
        <a:bodyPr/>
        <a:lstStyle/>
        <a:p>
          <a:endParaRPr lang="en-US"/>
        </a:p>
      </dgm:t>
    </dgm:pt>
    <dgm:pt modelId="{D26E40BA-C063-439F-A224-EED65B2DE073}" type="sibTrans" cxnId="{BA7ACA96-FDC2-4626-AAE3-F59CDA6D45E5}">
      <dgm:prSet/>
      <dgm:spPr/>
      <dgm:t>
        <a:bodyPr/>
        <a:lstStyle/>
        <a:p>
          <a:endParaRPr lang="en-US"/>
        </a:p>
      </dgm:t>
    </dgm:pt>
    <dgm:pt modelId="{479F8A15-40C1-4E5B-B9F1-E7E483ACA6D1}">
      <dgm:prSet custT="1"/>
      <dgm:spPr/>
      <dgm:t>
        <a:bodyPr/>
        <a:lstStyle/>
        <a:p>
          <a:pPr>
            <a:lnSpc>
              <a:spcPct val="100000"/>
            </a:lnSpc>
          </a:pPr>
          <a:r>
            <a:rPr lang="en-US" sz="1800" i="0" baseline="0" dirty="0"/>
            <a:t>Pay-as-you-go</a:t>
          </a:r>
          <a:endParaRPr lang="en-US" sz="1800" dirty="0"/>
        </a:p>
      </dgm:t>
    </dgm:pt>
    <dgm:pt modelId="{96BFB6B6-9D30-49B7-B5EC-0170ECE48DF4}" type="parTrans" cxnId="{FB118241-9FEE-4151-9672-B9E4A318134F}">
      <dgm:prSet/>
      <dgm:spPr/>
      <dgm:t>
        <a:bodyPr/>
        <a:lstStyle/>
        <a:p>
          <a:endParaRPr lang="en-US"/>
        </a:p>
      </dgm:t>
    </dgm:pt>
    <dgm:pt modelId="{9D4B034C-A5A2-4D73-9998-288B809445A5}" type="sibTrans" cxnId="{FB118241-9FEE-4151-9672-B9E4A318134F}">
      <dgm:prSet/>
      <dgm:spPr/>
      <dgm:t>
        <a:bodyPr/>
        <a:lstStyle/>
        <a:p>
          <a:endParaRPr lang="en-US"/>
        </a:p>
      </dgm:t>
    </dgm:pt>
    <dgm:pt modelId="{BAFD2D6F-E12F-45A1-B6E2-F1BE8D272CC7}">
      <dgm:prSet custT="1"/>
      <dgm:spPr/>
      <dgm:t>
        <a:bodyPr/>
        <a:lstStyle/>
        <a:p>
          <a:pPr>
            <a:lnSpc>
              <a:spcPct val="100000"/>
            </a:lnSpc>
          </a:pPr>
          <a:r>
            <a:rPr lang="en-US" sz="1800" i="0" baseline="0" dirty="0"/>
            <a:t>Provides scalability</a:t>
          </a:r>
          <a:endParaRPr lang="en-US" sz="1800" dirty="0"/>
        </a:p>
      </dgm:t>
    </dgm:pt>
    <dgm:pt modelId="{0C12CA44-964F-42F2-928E-74EEC1C0884C}" type="parTrans" cxnId="{125F2022-0F36-4C25-8ABA-32EC378B7597}">
      <dgm:prSet/>
      <dgm:spPr/>
      <dgm:t>
        <a:bodyPr/>
        <a:lstStyle/>
        <a:p>
          <a:endParaRPr lang="en-US"/>
        </a:p>
      </dgm:t>
    </dgm:pt>
    <dgm:pt modelId="{A040681A-62F9-4608-AE5A-28CF3C18A8DD}" type="sibTrans" cxnId="{125F2022-0F36-4C25-8ABA-32EC378B7597}">
      <dgm:prSet/>
      <dgm:spPr/>
      <dgm:t>
        <a:bodyPr/>
        <a:lstStyle/>
        <a:p>
          <a:endParaRPr lang="en-US"/>
        </a:p>
      </dgm:t>
    </dgm:pt>
    <dgm:pt modelId="{9C715444-5956-47AE-AA55-7B7CFB44FBF6}">
      <dgm:prSet custT="1"/>
      <dgm:spPr/>
      <dgm:t>
        <a:bodyPr/>
        <a:lstStyle/>
        <a:p>
          <a:pPr>
            <a:lnSpc>
              <a:spcPct val="100000"/>
            </a:lnSpc>
          </a:pPr>
          <a:r>
            <a:rPr lang="en-US" sz="1800" i="0" baseline="0" dirty="0"/>
            <a:t>Offers global access</a:t>
          </a:r>
          <a:endParaRPr lang="en-US" sz="1800" dirty="0"/>
        </a:p>
      </dgm:t>
    </dgm:pt>
    <dgm:pt modelId="{B436E65D-B81B-4831-8B03-9ED7A751DA70}" type="parTrans" cxnId="{6AE30448-69A8-4073-94E0-07E83FDEE37F}">
      <dgm:prSet/>
      <dgm:spPr/>
      <dgm:t>
        <a:bodyPr/>
        <a:lstStyle/>
        <a:p>
          <a:endParaRPr lang="en-US"/>
        </a:p>
      </dgm:t>
    </dgm:pt>
    <dgm:pt modelId="{1B741C86-2791-4ABA-85EF-681BFB3488A5}" type="sibTrans" cxnId="{6AE30448-69A8-4073-94E0-07E83FDEE37F}">
      <dgm:prSet/>
      <dgm:spPr/>
      <dgm:t>
        <a:bodyPr/>
        <a:lstStyle/>
        <a:p>
          <a:endParaRPr lang="en-US"/>
        </a:p>
      </dgm:t>
    </dgm:pt>
    <dgm:pt modelId="{6AC87ABC-851E-4D5D-BDC8-CF2B9999E35D}">
      <dgm:prSet custT="1"/>
      <dgm:spPr/>
      <dgm:t>
        <a:bodyPr/>
        <a:lstStyle/>
        <a:p>
          <a:pPr>
            <a:lnSpc>
              <a:spcPct val="100000"/>
            </a:lnSpc>
          </a:pPr>
          <a:r>
            <a:rPr lang="en-US" sz="1800" i="0" baseline="0" dirty="0"/>
            <a:t>No upfront hardware cost</a:t>
          </a:r>
          <a:endParaRPr lang="en-US" sz="1800" dirty="0"/>
        </a:p>
      </dgm:t>
    </dgm:pt>
    <dgm:pt modelId="{98EF45DB-DD67-498F-A88C-B232EEB9EAFF}" type="parTrans" cxnId="{5C566872-AAD6-45F1-B96A-EE5437E025D9}">
      <dgm:prSet/>
      <dgm:spPr/>
      <dgm:t>
        <a:bodyPr/>
        <a:lstStyle/>
        <a:p>
          <a:endParaRPr lang="en-US"/>
        </a:p>
      </dgm:t>
    </dgm:pt>
    <dgm:pt modelId="{E7137A48-1230-4203-A731-D978E58430A2}" type="sibTrans" cxnId="{5C566872-AAD6-45F1-B96A-EE5437E025D9}">
      <dgm:prSet/>
      <dgm:spPr/>
      <dgm:t>
        <a:bodyPr/>
        <a:lstStyle/>
        <a:p>
          <a:endParaRPr lang="en-US"/>
        </a:p>
      </dgm:t>
    </dgm:pt>
    <dgm:pt modelId="{EFC73749-EAFA-4CA3-B907-5DE0BD64B0FD}">
      <dgm:prSet custT="1"/>
      <dgm:spPr/>
      <dgm:t>
        <a:bodyPr/>
        <a:lstStyle/>
        <a:p>
          <a:pPr>
            <a:lnSpc>
              <a:spcPct val="100000"/>
            </a:lnSpc>
          </a:pPr>
          <a:r>
            <a:rPr lang="en-US" sz="1800" i="0" baseline="0" dirty="0"/>
            <a:t>Ensures high availability &amp; disaster recovery options.</a:t>
          </a:r>
          <a:endParaRPr lang="en-US" sz="1800" dirty="0"/>
        </a:p>
      </dgm:t>
    </dgm:pt>
    <dgm:pt modelId="{7B266984-0F9A-4166-BB72-F13A3DDD4B48}" type="parTrans" cxnId="{89234E72-3B4D-4BA3-9F7C-CFED1B3C3DAA}">
      <dgm:prSet/>
      <dgm:spPr/>
      <dgm:t>
        <a:bodyPr/>
        <a:lstStyle/>
        <a:p>
          <a:endParaRPr lang="en-US"/>
        </a:p>
      </dgm:t>
    </dgm:pt>
    <dgm:pt modelId="{B86C954D-70EC-4173-98C0-F10ADB28C306}" type="sibTrans" cxnId="{89234E72-3B4D-4BA3-9F7C-CFED1B3C3DAA}">
      <dgm:prSet/>
      <dgm:spPr/>
      <dgm:t>
        <a:bodyPr/>
        <a:lstStyle/>
        <a:p>
          <a:endParaRPr lang="en-US"/>
        </a:p>
      </dgm:t>
    </dgm:pt>
    <dgm:pt modelId="{820E64F1-F539-4CE1-8CDF-90F768773E70}" type="pres">
      <dgm:prSet presAssocID="{C94E8C67-AEE7-4DCE-BC28-9EB30EC367D4}" presName="root" presStyleCnt="0">
        <dgm:presLayoutVars>
          <dgm:dir/>
          <dgm:resizeHandles val="exact"/>
        </dgm:presLayoutVars>
      </dgm:prSet>
      <dgm:spPr/>
    </dgm:pt>
    <dgm:pt modelId="{EDA85D36-9360-45AC-ABBE-907462D47516}" type="pres">
      <dgm:prSet presAssocID="{9EF3B25E-55FB-475A-A3A2-F2685D7F4C2D}" presName="compNode" presStyleCnt="0"/>
      <dgm:spPr/>
    </dgm:pt>
    <dgm:pt modelId="{45213DC3-0A84-4448-9B58-87D95E5D4918}" type="pres">
      <dgm:prSet presAssocID="{9EF3B25E-55FB-475A-A3A2-F2685D7F4C2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iosk"/>
        </a:ext>
      </dgm:extLst>
    </dgm:pt>
    <dgm:pt modelId="{C5421F18-D237-4947-B87F-74A0E8AAAC58}" type="pres">
      <dgm:prSet presAssocID="{9EF3B25E-55FB-475A-A3A2-F2685D7F4C2D}" presName="spaceRect" presStyleCnt="0"/>
      <dgm:spPr/>
    </dgm:pt>
    <dgm:pt modelId="{609F3829-E41D-4159-B2C7-816230CEF6C5}" type="pres">
      <dgm:prSet presAssocID="{9EF3B25E-55FB-475A-A3A2-F2685D7F4C2D}" presName="textRect" presStyleLbl="revTx" presStyleIdx="0" presStyleCnt="6">
        <dgm:presLayoutVars>
          <dgm:chMax val="1"/>
          <dgm:chPref val="1"/>
        </dgm:presLayoutVars>
      </dgm:prSet>
      <dgm:spPr/>
    </dgm:pt>
    <dgm:pt modelId="{333B53B8-570C-4E2B-A811-A2EB50542679}" type="pres">
      <dgm:prSet presAssocID="{D26E40BA-C063-439F-A224-EED65B2DE073}" presName="sibTrans" presStyleCnt="0"/>
      <dgm:spPr/>
    </dgm:pt>
    <dgm:pt modelId="{882F8D39-421A-4174-A679-4A5451667F4F}" type="pres">
      <dgm:prSet presAssocID="{479F8A15-40C1-4E5B-B9F1-E7E483ACA6D1}" presName="compNode" presStyleCnt="0"/>
      <dgm:spPr/>
    </dgm:pt>
    <dgm:pt modelId="{FA0B7327-4E6C-426D-864B-70C80F20EC5A}" type="pres">
      <dgm:prSet presAssocID="{479F8A15-40C1-4E5B-B9F1-E7E483ACA6D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llar"/>
        </a:ext>
      </dgm:extLst>
    </dgm:pt>
    <dgm:pt modelId="{4C298CED-A4F4-405F-98FA-7DE4C052A7C2}" type="pres">
      <dgm:prSet presAssocID="{479F8A15-40C1-4E5B-B9F1-E7E483ACA6D1}" presName="spaceRect" presStyleCnt="0"/>
      <dgm:spPr/>
    </dgm:pt>
    <dgm:pt modelId="{DC459248-78C4-4288-BACE-E6F544D83B5E}" type="pres">
      <dgm:prSet presAssocID="{479F8A15-40C1-4E5B-B9F1-E7E483ACA6D1}" presName="textRect" presStyleLbl="revTx" presStyleIdx="1" presStyleCnt="6">
        <dgm:presLayoutVars>
          <dgm:chMax val="1"/>
          <dgm:chPref val="1"/>
        </dgm:presLayoutVars>
      </dgm:prSet>
      <dgm:spPr/>
    </dgm:pt>
    <dgm:pt modelId="{396EFF33-3CC9-403C-97F7-9DCBCDDD33D3}" type="pres">
      <dgm:prSet presAssocID="{9D4B034C-A5A2-4D73-9998-288B809445A5}" presName="sibTrans" presStyleCnt="0"/>
      <dgm:spPr/>
    </dgm:pt>
    <dgm:pt modelId="{A5F70B85-06C5-4ABC-B30D-402D387CD9D7}" type="pres">
      <dgm:prSet presAssocID="{BAFD2D6F-E12F-45A1-B6E2-F1BE8D272CC7}" presName="compNode" presStyleCnt="0"/>
      <dgm:spPr/>
    </dgm:pt>
    <dgm:pt modelId="{64E87F9E-9653-48C8-8A46-BAFCA74FBCFE}" type="pres">
      <dgm:prSet presAssocID="{BAFD2D6F-E12F-45A1-B6E2-F1BE8D272CC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inimize"/>
        </a:ext>
      </dgm:extLst>
    </dgm:pt>
    <dgm:pt modelId="{85BB2F2B-46E5-434B-85C6-AE11AB948AFC}" type="pres">
      <dgm:prSet presAssocID="{BAFD2D6F-E12F-45A1-B6E2-F1BE8D272CC7}" presName="spaceRect" presStyleCnt="0"/>
      <dgm:spPr/>
    </dgm:pt>
    <dgm:pt modelId="{27D412EC-B29F-4F97-A689-F369CBF73F29}" type="pres">
      <dgm:prSet presAssocID="{BAFD2D6F-E12F-45A1-B6E2-F1BE8D272CC7}" presName="textRect" presStyleLbl="revTx" presStyleIdx="2" presStyleCnt="6">
        <dgm:presLayoutVars>
          <dgm:chMax val="1"/>
          <dgm:chPref val="1"/>
        </dgm:presLayoutVars>
      </dgm:prSet>
      <dgm:spPr/>
    </dgm:pt>
    <dgm:pt modelId="{5CAD4307-AA38-46A2-B0C4-366C1524EE48}" type="pres">
      <dgm:prSet presAssocID="{A040681A-62F9-4608-AE5A-28CF3C18A8DD}" presName="sibTrans" presStyleCnt="0"/>
      <dgm:spPr/>
    </dgm:pt>
    <dgm:pt modelId="{378188F9-A7AC-429E-9625-F84B920FF612}" type="pres">
      <dgm:prSet presAssocID="{9C715444-5956-47AE-AA55-7B7CFB44FBF6}" presName="compNode" presStyleCnt="0"/>
      <dgm:spPr/>
    </dgm:pt>
    <dgm:pt modelId="{9396D493-89EF-46BC-A35F-11E47128916A}" type="pres">
      <dgm:prSet presAssocID="{9C715444-5956-47AE-AA55-7B7CFB44FBF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ee"/>
        </a:ext>
      </dgm:extLst>
    </dgm:pt>
    <dgm:pt modelId="{D82F4A8B-1A8E-4722-9ED9-CE3095A2F81C}" type="pres">
      <dgm:prSet presAssocID="{9C715444-5956-47AE-AA55-7B7CFB44FBF6}" presName="spaceRect" presStyleCnt="0"/>
      <dgm:spPr/>
    </dgm:pt>
    <dgm:pt modelId="{EF3E1549-A9D4-46AB-AF21-371F60A5BEF0}" type="pres">
      <dgm:prSet presAssocID="{9C715444-5956-47AE-AA55-7B7CFB44FBF6}" presName="textRect" presStyleLbl="revTx" presStyleIdx="3" presStyleCnt="6">
        <dgm:presLayoutVars>
          <dgm:chMax val="1"/>
          <dgm:chPref val="1"/>
        </dgm:presLayoutVars>
      </dgm:prSet>
      <dgm:spPr/>
    </dgm:pt>
    <dgm:pt modelId="{AE718DDF-78DF-49EC-AF39-C73836A11915}" type="pres">
      <dgm:prSet presAssocID="{1B741C86-2791-4ABA-85EF-681BFB3488A5}" presName="sibTrans" presStyleCnt="0"/>
      <dgm:spPr/>
    </dgm:pt>
    <dgm:pt modelId="{67C019AF-9F35-47C7-B6BA-303350E94D88}" type="pres">
      <dgm:prSet presAssocID="{6AC87ABC-851E-4D5D-BDC8-CF2B9999E35D}" presName="compNode" presStyleCnt="0"/>
      <dgm:spPr/>
    </dgm:pt>
    <dgm:pt modelId="{FD55CB02-B89B-49B1-8524-05E675DB0B4F}" type="pres">
      <dgm:prSet presAssocID="{6AC87ABC-851E-4D5D-BDC8-CF2B9999E35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iggy Bank"/>
        </a:ext>
      </dgm:extLst>
    </dgm:pt>
    <dgm:pt modelId="{E7EDB2E9-6B01-4566-9473-41098B9258F0}" type="pres">
      <dgm:prSet presAssocID="{6AC87ABC-851E-4D5D-BDC8-CF2B9999E35D}" presName="spaceRect" presStyleCnt="0"/>
      <dgm:spPr/>
    </dgm:pt>
    <dgm:pt modelId="{DEDDE198-FE77-4F02-A439-AF10973EAD6F}" type="pres">
      <dgm:prSet presAssocID="{6AC87ABC-851E-4D5D-BDC8-CF2B9999E35D}" presName="textRect" presStyleLbl="revTx" presStyleIdx="4" presStyleCnt="6">
        <dgm:presLayoutVars>
          <dgm:chMax val="1"/>
          <dgm:chPref val="1"/>
        </dgm:presLayoutVars>
      </dgm:prSet>
      <dgm:spPr/>
    </dgm:pt>
    <dgm:pt modelId="{897B8C5D-70E3-4D6B-9330-88AD19059189}" type="pres">
      <dgm:prSet presAssocID="{E7137A48-1230-4203-A731-D978E58430A2}" presName="sibTrans" presStyleCnt="0"/>
      <dgm:spPr/>
    </dgm:pt>
    <dgm:pt modelId="{6C994EE9-B2D2-4B83-97A7-B952CD7D20FE}" type="pres">
      <dgm:prSet presAssocID="{EFC73749-EAFA-4CA3-B907-5DE0BD64B0FD}" presName="compNode" presStyleCnt="0"/>
      <dgm:spPr/>
    </dgm:pt>
    <dgm:pt modelId="{9ED1672F-68F2-4564-9084-BC7713E66EA2}" type="pres">
      <dgm:prSet presAssocID="{EFC73749-EAFA-4CA3-B907-5DE0BD64B0F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loud Computing"/>
        </a:ext>
      </dgm:extLst>
    </dgm:pt>
    <dgm:pt modelId="{4AF85224-5F9C-4275-8E3D-ABEF80E56509}" type="pres">
      <dgm:prSet presAssocID="{EFC73749-EAFA-4CA3-B907-5DE0BD64B0FD}" presName="spaceRect" presStyleCnt="0"/>
      <dgm:spPr/>
    </dgm:pt>
    <dgm:pt modelId="{29D3A1E8-B8B0-4B83-99C9-5E2F77584796}" type="pres">
      <dgm:prSet presAssocID="{EFC73749-EAFA-4CA3-B907-5DE0BD64B0FD}" presName="textRect" presStyleLbl="revTx" presStyleIdx="5" presStyleCnt="6">
        <dgm:presLayoutVars>
          <dgm:chMax val="1"/>
          <dgm:chPref val="1"/>
        </dgm:presLayoutVars>
      </dgm:prSet>
      <dgm:spPr/>
    </dgm:pt>
  </dgm:ptLst>
  <dgm:cxnLst>
    <dgm:cxn modelId="{2DCA3D1E-413C-41C5-A87B-3083DDA0670F}" type="presOf" srcId="{9C715444-5956-47AE-AA55-7B7CFB44FBF6}" destId="{EF3E1549-A9D4-46AB-AF21-371F60A5BEF0}" srcOrd="0" destOrd="0" presId="urn:microsoft.com/office/officeart/2018/2/layout/IconLabelList"/>
    <dgm:cxn modelId="{125F2022-0F36-4C25-8ABA-32EC378B7597}" srcId="{C94E8C67-AEE7-4DCE-BC28-9EB30EC367D4}" destId="{BAFD2D6F-E12F-45A1-B6E2-F1BE8D272CC7}" srcOrd="2" destOrd="0" parTransId="{0C12CA44-964F-42F2-928E-74EEC1C0884C}" sibTransId="{A040681A-62F9-4608-AE5A-28CF3C18A8DD}"/>
    <dgm:cxn modelId="{FB118241-9FEE-4151-9672-B9E4A318134F}" srcId="{C94E8C67-AEE7-4DCE-BC28-9EB30EC367D4}" destId="{479F8A15-40C1-4E5B-B9F1-E7E483ACA6D1}" srcOrd="1" destOrd="0" parTransId="{96BFB6B6-9D30-49B7-B5EC-0170ECE48DF4}" sibTransId="{9D4B034C-A5A2-4D73-9998-288B809445A5}"/>
    <dgm:cxn modelId="{18B00667-87C5-413B-AF21-2E9C4A8D4C7E}" type="presOf" srcId="{C94E8C67-AEE7-4DCE-BC28-9EB30EC367D4}" destId="{820E64F1-F539-4CE1-8CDF-90F768773E70}" srcOrd="0" destOrd="0" presId="urn:microsoft.com/office/officeart/2018/2/layout/IconLabelList"/>
    <dgm:cxn modelId="{6AE30448-69A8-4073-94E0-07E83FDEE37F}" srcId="{C94E8C67-AEE7-4DCE-BC28-9EB30EC367D4}" destId="{9C715444-5956-47AE-AA55-7B7CFB44FBF6}" srcOrd="3" destOrd="0" parTransId="{B436E65D-B81B-4831-8B03-9ED7A751DA70}" sibTransId="{1B741C86-2791-4ABA-85EF-681BFB3488A5}"/>
    <dgm:cxn modelId="{E8464650-ECC8-4CD5-8809-A457A5F59816}" type="presOf" srcId="{EFC73749-EAFA-4CA3-B907-5DE0BD64B0FD}" destId="{29D3A1E8-B8B0-4B83-99C9-5E2F77584796}" srcOrd="0" destOrd="0" presId="urn:microsoft.com/office/officeart/2018/2/layout/IconLabelList"/>
    <dgm:cxn modelId="{5C566872-AAD6-45F1-B96A-EE5437E025D9}" srcId="{C94E8C67-AEE7-4DCE-BC28-9EB30EC367D4}" destId="{6AC87ABC-851E-4D5D-BDC8-CF2B9999E35D}" srcOrd="4" destOrd="0" parTransId="{98EF45DB-DD67-498F-A88C-B232EEB9EAFF}" sibTransId="{E7137A48-1230-4203-A731-D978E58430A2}"/>
    <dgm:cxn modelId="{89234E72-3B4D-4BA3-9F7C-CFED1B3C3DAA}" srcId="{C94E8C67-AEE7-4DCE-BC28-9EB30EC367D4}" destId="{EFC73749-EAFA-4CA3-B907-5DE0BD64B0FD}" srcOrd="5" destOrd="0" parTransId="{7B266984-0F9A-4166-BB72-F13A3DDD4B48}" sibTransId="{B86C954D-70EC-4173-98C0-F10ADB28C306}"/>
    <dgm:cxn modelId="{71C04D78-E6B3-428D-8B61-609EB3166F87}" type="presOf" srcId="{9EF3B25E-55FB-475A-A3A2-F2685D7F4C2D}" destId="{609F3829-E41D-4159-B2C7-816230CEF6C5}" srcOrd="0" destOrd="0" presId="urn:microsoft.com/office/officeart/2018/2/layout/IconLabelList"/>
    <dgm:cxn modelId="{FFEE1F59-100D-4488-8C9B-30D900F8CAF2}" type="presOf" srcId="{BAFD2D6F-E12F-45A1-B6E2-F1BE8D272CC7}" destId="{27D412EC-B29F-4F97-A689-F369CBF73F29}" srcOrd="0" destOrd="0" presId="urn:microsoft.com/office/officeart/2018/2/layout/IconLabelList"/>
    <dgm:cxn modelId="{BA7ACA96-FDC2-4626-AAE3-F59CDA6D45E5}" srcId="{C94E8C67-AEE7-4DCE-BC28-9EB30EC367D4}" destId="{9EF3B25E-55FB-475A-A3A2-F2685D7F4C2D}" srcOrd="0" destOrd="0" parTransId="{F68D1CC9-90DC-4AE9-98EF-663F3DCEECF4}" sibTransId="{D26E40BA-C063-439F-A224-EED65B2DE073}"/>
    <dgm:cxn modelId="{09444E97-22F4-43E9-A8C4-2C75C925A2FB}" type="presOf" srcId="{479F8A15-40C1-4E5B-B9F1-E7E483ACA6D1}" destId="{DC459248-78C4-4288-BACE-E6F544D83B5E}" srcOrd="0" destOrd="0" presId="urn:microsoft.com/office/officeart/2018/2/layout/IconLabelList"/>
    <dgm:cxn modelId="{3A41D199-AA76-4995-96E1-1C11269DD1F5}" type="presOf" srcId="{6AC87ABC-851E-4D5D-BDC8-CF2B9999E35D}" destId="{DEDDE198-FE77-4F02-A439-AF10973EAD6F}" srcOrd="0" destOrd="0" presId="urn:microsoft.com/office/officeart/2018/2/layout/IconLabelList"/>
    <dgm:cxn modelId="{0ECE1D8B-E0C6-40C7-9E63-C673A1706B19}" type="presParOf" srcId="{820E64F1-F539-4CE1-8CDF-90F768773E70}" destId="{EDA85D36-9360-45AC-ABBE-907462D47516}" srcOrd="0" destOrd="0" presId="urn:microsoft.com/office/officeart/2018/2/layout/IconLabelList"/>
    <dgm:cxn modelId="{0D1FF478-6440-49F1-8576-A436A35B0520}" type="presParOf" srcId="{EDA85D36-9360-45AC-ABBE-907462D47516}" destId="{45213DC3-0A84-4448-9B58-87D95E5D4918}" srcOrd="0" destOrd="0" presId="urn:microsoft.com/office/officeart/2018/2/layout/IconLabelList"/>
    <dgm:cxn modelId="{286FDFF0-5508-4DFE-A356-688C17B2E16B}" type="presParOf" srcId="{EDA85D36-9360-45AC-ABBE-907462D47516}" destId="{C5421F18-D237-4947-B87F-74A0E8AAAC58}" srcOrd="1" destOrd="0" presId="urn:microsoft.com/office/officeart/2018/2/layout/IconLabelList"/>
    <dgm:cxn modelId="{00E7B9B0-1BE3-4AA0-B583-56260AA6E719}" type="presParOf" srcId="{EDA85D36-9360-45AC-ABBE-907462D47516}" destId="{609F3829-E41D-4159-B2C7-816230CEF6C5}" srcOrd="2" destOrd="0" presId="urn:microsoft.com/office/officeart/2018/2/layout/IconLabelList"/>
    <dgm:cxn modelId="{F76DD366-7367-4E3A-849D-0CF50C1E28F0}" type="presParOf" srcId="{820E64F1-F539-4CE1-8CDF-90F768773E70}" destId="{333B53B8-570C-4E2B-A811-A2EB50542679}" srcOrd="1" destOrd="0" presId="urn:microsoft.com/office/officeart/2018/2/layout/IconLabelList"/>
    <dgm:cxn modelId="{A713BA74-9E4B-46D1-897E-F8A564C2268B}" type="presParOf" srcId="{820E64F1-F539-4CE1-8CDF-90F768773E70}" destId="{882F8D39-421A-4174-A679-4A5451667F4F}" srcOrd="2" destOrd="0" presId="urn:microsoft.com/office/officeart/2018/2/layout/IconLabelList"/>
    <dgm:cxn modelId="{5E6A25DC-DF0C-4D42-8A1A-6A3A2152138C}" type="presParOf" srcId="{882F8D39-421A-4174-A679-4A5451667F4F}" destId="{FA0B7327-4E6C-426D-864B-70C80F20EC5A}" srcOrd="0" destOrd="0" presId="urn:microsoft.com/office/officeart/2018/2/layout/IconLabelList"/>
    <dgm:cxn modelId="{EA669DB3-D17A-4B87-9440-840D0F0AC49C}" type="presParOf" srcId="{882F8D39-421A-4174-A679-4A5451667F4F}" destId="{4C298CED-A4F4-405F-98FA-7DE4C052A7C2}" srcOrd="1" destOrd="0" presId="urn:microsoft.com/office/officeart/2018/2/layout/IconLabelList"/>
    <dgm:cxn modelId="{8C947EAF-792F-43AA-8C78-0B30227E5404}" type="presParOf" srcId="{882F8D39-421A-4174-A679-4A5451667F4F}" destId="{DC459248-78C4-4288-BACE-E6F544D83B5E}" srcOrd="2" destOrd="0" presId="urn:microsoft.com/office/officeart/2018/2/layout/IconLabelList"/>
    <dgm:cxn modelId="{B321EEFC-8F36-4BC1-9138-9E7554A54CFB}" type="presParOf" srcId="{820E64F1-F539-4CE1-8CDF-90F768773E70}" destId="{396EFF33-3CC9-403C-97F7-9DCBCDDD33D3}" srcOrd="3" destOrd="0" presId="urn:microsoft.com/office/officeart/2018/2/layout/IconLabelList"/>
    <dgm:cxn modelId="{AAD51CBD-0F1B-4A6C-9E7F-F17A85976156}" type="presParOf" srcId="{820E64F1-F539-4CE1-8CDF-90F768773E70}" destId="{A5F70B85-06C5-4ABC-B30D-402D387CD9D7}" srcOrd="4" destOrd="0" presId="urn:microsoft.com/office/officeart/2018/2/layout/IconLabelList"/>
    <dgm:cxn modelId="{97DDF599-30A3-404E-A921-02C5FED4A005}" type="presParOf" srcId="{A5F70B85-06C5-4ABC-B30D-402D387CD9D7}" destId="{64E87F9E-9653-48C8-8A46-BAFCA74FBCFE}" srcOrd="0" destOrd="0" presId="urn:microsoft.com/office/officeart/2018/2/layout/IconLabelList"/>
    <dgm:cxn modelId="{13C15EE0-3115-47D7-BCD7-51D3C9C8A4FE}" type="presParOf" srcId="{A5F70B85-06C5-4ABC-B30D-402D387CD9D7}" destId="{85BB2F2B-46E5-434B-85C6-AE11AB948AFC}" srcOrd="1" destOrd="0" presId="urn:microsoft.com/office/officeart/2018/2/layout/IconLabelList"/>
    <dgm:cxn modelId="{EAF5B4F0-88AC-432A-A007-5F42904A7164}" type="presParOf" srcId="{A5F70B85-06C5-4ABC-B30D-402D387CD9D7}" destId="{27D412EC-B29F-4F97-A689-F369CBF73F29}" srcOrd="2" destOrd="0" presId="urn:microsoft.com/office/officeart/2018/2/layout/IconLabelList"/>
    <dgm:cxn modelId="{FE967BCC-94CC-411C-88B0-0220F56E3A74}" type="presParOf" srcId="{820E64F1-F539-4CE1-8CDF-90F768773E70}" destId="{5CAD4307-AA38-46A2-B0C4-366C1524EE48}" srcOrd="5" destOrd="0" presId="urn:microsoft.com/office/officeart/2018/2/layout/IconLabelList"/>
    <dgm:cxn modelId="{02DA2314-123F-47D4-B65C-BC494DF46453}" type="presParOf" srcId="{820E64F1-F539-4CE1-8CDF-90F768773E70}" destId="{378188F9-A7AC-429E-9625-F84B920FF612}" srcOrd="6" destOrd="0" presId="urn:microsoft.com/office/officeart/2018/2/layout/IconLabelList"/>
    <dgm:cxn modelId="{90ACFF35-A30D-4013-BCAE-1EBB96142CD3}" type="presParOf" srcId="{378188F9-A7AC-429E-9625-F84B920FF612}" destId="{9396D493-89EF-46BC-A35F-11E47128916A}" srcOrd="0" destOrd="0" presId="urn:microsoft.com/office/officeart/2018/2/layout/IconLabelList"/>
    <dgm:cxn modelId="{4688680E-37AD-471B-9B2C-3ED2C2D5922D}" type="presParOf" srcId="{378188F9-A7AC-429E-9625-F84B920FF612}" destId="{D82F4A8B-1A8E-4722-9ED9-CE3095A2F81C}" srcOrd="1" destOrd="0" presId="urn:microsoft.com/office/officeart/2018/2/layout/IconLabelList"/>
    <dgm:cxn modelId="{F70AFE04-B8FA-4C1F-ADFB-B65D3ACB4C94}" type="presParOf" srcId="{378188F9-A7AC-429E-9625-F84B920FF612}" destId="{EF3E1549-A9D4-46AB-AF21-371F60A5BEF0}" srcOrd="2" destOrd="0" presId="urn:microsoft.com/office/officeart/2018/2/layout/IconLabelList"/>
    <dgm:cxn modelId="{91831177-6F3B-4AED-8925-9F3E975613A2}" type="presParOf" srcId="{820E64F1-F539-4CE1-8CDF-90F768773E70}" destId="{AE718DDF-78DF-49EC-AF39-C73836A11915}" srcOrd="7" destOrd="0" presId="urn:microsoft.com/office/officeart/2018/2/layout/IconLabelList"/>
    <dgm:cxn modelId="{27C19167-9FCE-4D43-9AA5-8011B0AF417F}" type="presParOf" srcId="{820E64F1-F539-4CE1-8CDF-90F768773E70}" destId="{67C019AF-9F35-47C7-B6BA-303350E94D88}" srcOrd="8" destOrd="0" presId="urn:microsoft.com/office/officeart/2018/2/layout/IconLabelList"/>
    <dgm:cxn modelId="{9B5BDAE5-2FBB-42CA-956C-94D7E4CF1D99}" type="presParOf" srcId="{67C019AF-9F35-47C7-B6BA-303350E94D88}" destId="{FD55CB02-B89B-49B1-8524-05E675DB0B4F}" srcOrd="0" destOrd="0" presId="urn:microsoft.com/office/officeart/2018/2/layout/IconLabelList"/>
    <dgm:cxn modelId="{A2DAF663-1A5A-4FD6-9E3C-4E5CC838D914}" type="presParOf" srcId="{67C019AF-9F35-47C7-B6BA-303350E94D88}" destId="{E7EDB2E9-6B01-4566-9473-41098B9258F0}" srcOrd="1" destOrd="0" presId="urn:microsoft.com/office/officeart/2018/2/layout/IconLabelList"/>
    <dgm:cxn modelId="{F0A09CC0-E313-49A4-8CB3-51FE873F5D9F}" type="presParOf" srcId="{67C019AF-9F35-47C7-B6BA-303350E94D88}" destId="{DEDDE198-FE77-4F02-A439-AF10973EAD6F}" srcOrd="2" destOrd="0" presId="urn:microsoft.com/office/officeart/2018/2/layout/IconLabelList"/>
    <dgm:cxn modelId="{67102B48-3B69-47BE-BCBF-0883428612CF}" type="presParOf" srcId="{820E64F1-F539-4CE1-8CDF-90F768773E70}" destId="{897B8C5D-70E3-4D6B-9330-88AD19059189}" srcOrd="9" destOrd="0" presId="urn:microsoft.com/office/officeart/2018/2/layout/IconLabelList"/>
    <dgm:cxn modelId="{CB7FB0CB-D623-4419-AECF-803056C21DCE}" type="presParOf" srcId="{820E64F1-F539-4CE1-8CDF-90F768773E70}" destId="{6C994EE9-B2D2-4B83-97A7-B952CD7D20FE}" srcOrd="10" destOrd="0" presId="urn:microsoft.com/office/officeart/2018/2/layout/IconLabelList"/>
    <dgm:cxn modelId="{FEBCA671-5150-4A45-8675-7CF0E4ADE407}" type="presParOf" srcId="{6C994EE9-B2D2-4B83-97A7-B952CD7D20FE}" destId="{9ED1672F-68F2-4564-9084-BC7713E66EA2}" srcOrd="0" destOrd="0" presId="urn:microsoft.com/office/officeart/2018/2/layout/IconLabelList"/>
    <dgm:cxn modelId="{DA0F4341-D68B-4C8A-89E7-0E3CFC10E85F}" type="presParOf" srcId="{6C994EE9-B2D2-4B83-97A7-B952CD7D20FE}" destId="{4AF85224-5F9C-4275-8E3D-ABEF80E56509}" srcOrd="1" destOrd="0" presId="urn:microsoft.com/office/officeart/2018/2/layout/IconLabelList"/>
    <dgm:cxn modelId="{A7EB2AB7-97A6-4F36-A700-0C59B74D6105}" type="presParOf" srcId="{6C994EE9-B2D2-4B83-97A7-B952CD7D20FE}" destId="{29D3A1E8-B8B0-4B83-99C9-5E2F7758479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9FA982-F735-4FD1-82DC-4F8891EAF968}">
      <dsp:nvSpPr>
        <dsp:cNvPr id="0" name=""/>
        <dsp:cNvSpPr/>
      </dsp:nvSpPr>
      <dsp:spPr>
        <a:xfrm>
          <a:off x="0" y="1484273"/>
          <a:ext cx="6245265" cy="1216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What is Cloud Computing?</a:t>
          </a:r>
        </a:p>
      </dsp:txBody>
      <dsp:txXfrm>
        <a:off x="59399" y="1543672"/>
        <a:ext cx="6126467" cy="1098002"/>
      </dsp:txXfrm>
    </dsp:sp>
    <dsp:sp modelId="{ECD17E0A-540A-45F6-9CE2-A102A46D7594}">
      <dsp:nvSpPr>
        <dsp:cNvPr id="0" name=""/>
        <dsp:cNvSpPr/>
      </dsp:nvSpPr>
      <dsp:spPr>
        <a:xfrm>
          <a:off x="0" y="2888273"/>
          <a:ext cx="6245265" cy="12168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Benefits of Cloud Computing </a:t>
          </a:r>
        </a:p>
      </dsp:txBody>
      <dsp:txXfrm>
        <a:off x="59399" y="2947672"/>
        <a:ext cx="6126467" cy="1098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213DC3-0A84-4448-9B58-87D95E5D4918}">
      <dsp:nvSpPr>
        <dsp:cNvPr id="0" name=""/>
        <dsp:cNvSpPr/>
      </dsp:nvSpPr>
      <dsp:spPr>
        <a:xfrm>
          <a:off x="421398" y="1209983"/>
          <a:ext cx="688183" cy="6881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9F3829-E41D-4159-B2C7-816230CEF6C5}">
      <dsp:nvSpPr>
        <dsp:cNvPr id="0" name=""/>
        <dsp:cNvSpPr/>
      </dsp:nvSpPr>
      <dsp:spPr>
        <a:xfrm>
          <a:off x="841"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On-demand delivery of IT resources.</a:t>
          </a:r>
          <a:endParaRPr lang="en-US" sz="1800" kern="1200" dirty="0"/>
        </a:p>
      </dsp:txBody>
      <dsp:txXfrm>
        <a:off x="841" y="2187933"/>
        <a:ext cx="1529296" cy="953421"/>
      </dsp:txXfrm>
    </dsp:sp>
    <dsp:sp modelId="{FA0B7327-4E6C-426D-864B-70C80F20EC5A}">
      <dsp:nvSpPr>
        <dsp:cNvPr id="0" name=""/>
        <dsp:cNvSpPr/>
      </dsp:nvSpPr>
      <dsp:spPr>
        <a:xfrm>
          <a:off x="2218322" y="1209983"/>
          <a:ext cx="688183" cy="6881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459248-78C4-4288-BACE-E6F544D83B5E}">
      <dsp:nvSpPr>
        <dsp:cNvPr id="0" name=""/>
        <dsp:cNvSpPr/>
      </dsp:nvSpPr>
      <dsp:spPr>
        <a:xfrm>
          <a:off x="1797765"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Pay-as-you-go</a:t>
          </a:r>
          <a:endParaRPr lang="en-US" sz="1800" kern="1200" dirty="0"/>
        </a:p>
      </dsp:txBody>
      <dsp:txXfrm>
        <a:off x="1797765" y="2187933"/>
        <a:ext cx="1529296" cy="953421"/>
      </dsp:txXfrm>
    </dsp:sp>
    <dsp:sp modelId="{64E87F9E-9653-48C8-8A46-BAFCA74FBCFE}">
      <dsp:nvSpPr>
        <dsp:cNvPr id="0" name=""/>
        <dsp:cNvSpPr/>
      </dsp:nvSpPr>
      <dsp:spPr>
        <a:xfrm>
          <a:off x="4015246" y="1209983"/>
          <a:ext cx="688183" cy="6881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D412EC-B29F-4F97-A689-F369CBF73F29}">
      <dsp:nvSpPr>
        <dsp:cNvPr id="0" name=""/>
        <dsp:cNvSpPr/>
      </dsp:nvSpPr>
      <dsp:spPr>
        <a:xfrm>
          <a:off x="3594689"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Provides scalability</a:t>
          </a:r>
          <a:endParaRPr lang="en-US" sz="1800" kern="1200" dirty="0"/>
        </a:p>
      </dsp:txBody>
      <dsp:txXfrm>
        <a:off x="3594689" y="2187933"/>
        <a:ext cx="1529296" cy="953421"/>
      </dsp:txXfrm>
    </dsp:sp>
    <dsp:sp modelId="{9396D493-89EF-46BC-A35F-11E47128916A}">
      <dsp:nvSpPr>
        <dsp:cNvPr id="0" name=""/>
        <dsp:cNvSpPr/>
      </dsp:nvSpPr>
      <dsp:spPr>
        <a:xfrm>
          <a:off x="5812170" y="1209983"/>
          <a:ext cx="688183" cy="6881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3E1549-A9D4-46AB-AF21-371F60A5BEF0}">
      <dsp:nvSpPr>
        <dsp:cNvPr id="0" name=""/>
        <dsp:cNvSpPr/>
      </dsp:nvSpPr>
      <dsp:spPr>
        <a:xfrm>
          <a:off x="5391613"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Offers global access</a:t>
          </a:r>
          <a:endParaRPr lang="en-US" sz="1800" kern="1200" dirty="0"/>
        </a:p>
      </dsp:txBody>
      <dsp:txXfrm>
        <a:off x="5391613" y="2187933"/>
        <a:ext cx="1529296" cy="953421"/>
      </dsp:txXfrm>
    </dsp:sp>
    <dsp:sp modelId="{FD55CB02-B89B-49B1-8524-05E675DB0B4F}">
      <dsp:nvSpPr>
        <dsp:cNvPr id="0" name=""/>
        <dsp:cNvSpPr/>
      </dsp:nvSpPr>
      <dsp:spPr>
        <a:xfrm>
          <a:off x="7609093" y="1209983"/>
          <a:ext cx="688183" cy="68818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DE198-FE77-4F02-A439-AF10973EAD6F}">
      <dsp:nvSpPr>
        <dsp:cNvPr id="0" name=""/>
        <dsp:cNvSpPr/>
      </dsp:nvSpPr>
      <dsp:spPr>
        <a:xfrm>
          <a:off x="7188537"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No upfront hardware cost</a:t>
          </a:r>
          <a:endParaRPr lang="en-US" sz="1800" kern="1200" dirty="0"/>
        </a:p>
      </dsp:txBody>
      <dsp:txXfrm>
        <a:off x="7188537" y="2187933"/>
        <a:ext cx="1529296" cy="953421"/>
      </dsp:txXfrm>
    </dsp:sp>
    <dsp:sp modelId="{9ED1672F-68F2-4564-9084-BC7713E66EA2}">
      <dsp:nvSpPr>
        <dsp:cNvPr id="0" name=""/>
        <dsp:cNvSpPr/>
      </dsp:nvSpPr>
      <dsp:spPr>
        <a:xfrm>
          <a:off x="9406017" y="1209983"/>
          <a:ext cx="688183" cy="68818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D3A1E8-B8B0-4B83-99C9-5E2F77584796}">
      <dsp:nvSpPr>
        <dsp:cNvPr id="0" name=""/>
        <dsp:cNvSpPr/>
      </dsp:nvSpPr>
      <dsp:spPr>
        <a:xfrm>
          <a:off x="8985461" y="2187933"/>
          <a:ext cx="1529296" cy="953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i="0" kern="1200" baseline="0" dirty="0"/>
            <a:t>Ensures high availability &amp; disaster recovery options.</a:t>
          </a:r>
          <a:endParaRPr lang="en-US" sz="1800" kern="1200" dirty="0"/>
        </a:p>
      </dsp:txBody>
      <dsp:txXfrm>
        <a:off x="8985461" y="2187933"/>
        <a:ext cx="1529296" cy="9534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F38E4-1719-404A-973A-6DB6627A5586}"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94F75-3C04-4D6F-8FC7-46B127EF7C29}" type="slidenum">
              <a:rPr lang="en-IN" smtClean="0"/>
              <a:t>‹#›</a:t>
            </a:fld>
            <a:endParaRPr lang="en-IN"/>
          </a:p>
        </p:txBody>
      </p:sp>
    </p:spTree>
    <p:extLst>
      <p:ext uri="{BB962C8B-B14F-4D97-AF65-F5344CB8AC3E}">
        <p14:creationId xmlns:p14="http://schemas.microsoft.com/office/powerpoint/2010/main" val="2551856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 AWS Cloud Fundamentals! In this course, we’ll start from the very basics of cloud computing and move step by step into Amazon Web Services.</a:t>
            </a:r>
            <a:br>
              <a:rPr lang="en-US" dirty="0"/>
            </a:br>
            <a:r>
              <a:rPr lang="en-US" dirty="0"/>
              <a:t>Even if you have zero background in cloud, don’t worry — by the end of this course you’ll be confident in using AWS services with hands-on practice</a:t>
            </a:r>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1</a:t>
            </a:fld>
            <a:endParaRPr lang="en-IN"/>
          </a:p>
        </p:txBody>
      </p:sp>
    </p:spTree>
    <p:extLst>
      <p:ext uri="{BB962C8B-B14F-4D97-AF65-F5344CB8AC3E}">
        <p14:creationId xmlns:p14="http://schemas.microsoft.com/office/powerpoint/2010/main" val="479837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we’ll build the foundation of our entire cloud learning journey.</a:t>
            </a:r>
          </a:p>
          <a:p>
            <a:r>
              <a:rPr lang="en-US" dirty="0"/>
              <a:t>We’ll start by understanding </a:t>
            </a:r>
            <a:r>
              <a:rPr lang="en-US" b="1" dirty="0"/>
              <a:t>what cloud computing really is</a:t>
            </a:r>
            <a:r>
              <a:rPr lang="en-US" dirty="0"/>
              <a:t>, why businesses are shifting from traditional IT to the cloud, and the advantages like scalability, flexibility, and cost savings.</a:t>
            </a:r>
          </a:p>
          <a:p>
            <a:r>
              <a:rPr lang="en-US" dirty="0"/>
              <a:t>Next, we’ll explore the </a:t>
            </a:r>
            <a:r>
              <a:rPr lang="en-US" b="1" dirty="0"/>
              <a:t>Cloud Service Models. </a:t>
            </a:r>
            <a:r>
              <a:rPr lang="en-US" dirty="0"/>
              <a:t>Infrastructure as a Service, Platform as a Service, and Software as a Service and understand how each one is used in the real world.</a:t>
            </a:r>
          </a:p>
          <a:p>
            <a:r>
              <a:rPr lang="en-US" dirty="0"/>
              <a:t>We’ll also cover the </a:t>
            </a:r>
            <a:r>
              <a:rPr lang="en-US" b="1" dirty="0"/>
              <a:t>Cloud Deployment Models</a:t>
            </a:r>
            <a:r>
              <a:rPr lang="en-US" dirty="0"/>
              <a:t> . Public, Private, Hybrid, and Multi-Cloud and learn when organizations choose each model.</a:t>
            </a:r>
          </a:p>
          <a:p>
            <a:r>
              <a:rPr lang="en-US" dirty="0"/>
              <a:t>Then, we’ll move into </a:t>
            </a:r>
            <a:r>
              <a:rPr lang="en-US" b="1" dirty="0"/>
              <a:t>Amazon Web Services</a:t>
            </a:r>
            <a:r>
              <a:rPr lang="en-US" dirty="0"/>
              <a:t>, the leading cloud provider with over 200 services trusted by companies of all sizes from startups to enterprises like Netflix and NASA.</a:t>
            </a:r>
          </a:p>
          <a:p>
            <a:r>
              <a:rPr lang="en-US" dirty="0"/>
              <a:t>Finally, we’ll go deeper into the </a:t>
            </a:r>
            <a:r>
              <a:rPr lang="en-US" b="1" dirty="0"/>
              <a:t>AWS Global Infrastructure</a:t>
            </a:r>
            <a:r>
              <a:rPr lang="en-US" dirty="0"/>
              <a:t> Regions, Availability Zones, and Edge Locations and see how this architecture delivers global reach, low latency, and </a:t>
            </a:r>
            <a:r>
              <a:rPr lang="en-US" dirty="0" err="1"/>
              <a:t>hiModulegh</a:t>
            </a:r>
            <a:r>
              <a:rPr lang="en-US" dirty="0"/>
              <a:t> availability.</a:t>
            </a:r>
          </a:p>
          <a:p>
            <a:r>
              <a:rPr lang="en-US" dirty="0"/>
              <a:t>So let’s get started with </a:t>
            </a:r>
            <a:r>
              <a:rPr lang="en-US" b="1" dirty="0"/>
              <a:t>Introduction to Cloud &amp; AWS</a:t>
            </a:r>
            <a:r>
              <a:rPr lang="en-US" dirty="0"/>
              <a:t>.”</a:t>
            </a:r>
          </a:p>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2</a:t>
            </a:fld>
            <a:endParaRPr lang="en-IN"/>
          </a:p>
        </p:txBody>
      </p:sp>
    </p:spTree>
    <p:extLst>
      <p:ext uri="{BB962C8B-B14F-4D97-AF65-F5344CB8AC3E}">
        <p14:creationId xmlns:p14="http://schemas.microsoft.com/office/powerpoint/2010/main" val="2282772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Computing is the delivery of computing services such as servers, storage, databases, networking, software, and analytics over the internet. Instead of buying and maintaining physical hardware, organizations can rent resources from cloud providers like AWS, Azure or GCP.</a:t>
            </a:r>
          </a:p>
          <a:p>
            <a:r>
              <a:rPr lang="en-US" dirty="0"/>
              <a:t>The key benefit is that you only pay for what you use, without upfront investments. It’s highly scalable, meaning you can increase or decrease resources as per demand. Plus, it gives global accessibility you can access your applications and data from anywhere, anytime.</a:t>
            </a:r>
          </a:p>
          <a:p>
            <a:r>
              <a:rPr lang="en-US" dirty="0"/>
              <a:t>This shift allows businesses to innovate faster, reduce costs, and improve agility compared to traditional on-premises IT</a:t>
            </a:r>
          </a:p>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3</a:t>
            </a:fld>
            <a:endParaRPr lang="en-IN"/>
          </a:p>
        </p:txBody>
      </p:sp>
    </p:spTree>
    <p:extLst>
      <p:ext uri="{BB962C8B-B14F-4D97-AF65-F5344CB8AC3E}">
        <p14:creationId xmlns:p14="http://schemas.microsoft.com/office/powerpoint/2010/main" val="1729786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computing is simply the </a:t>
            </a:r>
            <a:r>
              <a:rPr lang="en-US" b="1" dirty="0"/>
              <a:t>delivery of computing services over the internet</a:t>
            </a:r>
            <a:r>
              <a:rPr lang="en-US" dirty="0"/>
              <a:t>.</a:t>
            </a:r>
            <a:br>
              <a:rPr lang="en-US" dirty="0"/>
            </a:br>
            <a:r>
              <a:rPr lang="en-US" dirty="0"/>
              <a:t>These services include servers, storage, databases, networking, software, analytics, and more.</a:t>
            </a:r>
          </a:p>
          <a:p>
            <a:r>
              <a:rPr lang="en-US" dirty="0"/>
              <a:t>Instead of buying and maintaining expensive physical datacenters and servers, you can </a:t>
            </a:r>
            <a:r>
              <a:rPr lang="en-US" b="1" dirty="0"/>
              <a:t>rent IT resources</a:t>
            </a:r>
            <a:r>
              <a:rPr lang="en-US" dirty="0"/>
              <a:t> from a cloud provider like AWS, Azure and GCP.</a:t>
            </a:r>
          </a:p>
          <a:p>
            <a:endParaRPr lang="en-US" dirty="0"/>
          </a:p>
          <a:p>
            <a:r>
              <a:rPr lang="en-US" dirty="0"/>
              <a:t>The key advantages are:</a:t>
            </a:r>
          </a:p>
          <a:p>
            <a:endParaRPr lang="en-US" dirty="0"/>
          </a:p>
          <a:p>
            <a:r>
              <a:rPr lang="en-US" b="1" dirty="0"/>
              <a:t>On-demand access</a:t>
            </a:r>
            <a:r>
              <a:rPr lang="en-US" dirty="0"/>
              <a:t> – You can launch resources anytime, from anywhere.</a:t>
            </a:r>
          </a:p>
          <a:p>
            <a:r>
              <a:rPr lang="en-US" b="1" dirty="0"/>
              <a:t>Pay-as-you-go</a:t>
            </a:r>
            <a:r>
              <a:rPr lang="en-US" dirty="0"/>
              <a:t> – You only pay for what you use, just like your electricity bill.</a:t>
            </a:r>
          </a:p>
          <a:p>
            <a:r>
              <a:rPr lang="en-US" b="1" dirty="0"/>
              <a:t>No upfront investment</a:t>
            </a:r>
            <a:r>
              <a:rPr lang="en-US" dirty="0"/>
              <a:t> – No need to spend millions/billions on hardware, cooling, or maintenance.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Scalability &amp; Flexibility</a:t>
            </a:r>
            <a:r>
              <a:rPr lang="en-US" dirty="0"/>
              <a:t> – You can instantly scale up when demand increases and scale down when demand decreases.</a:t>
            </a:r>
          </a:p>
          <a:p>
            <a:endParaRPr lang="en-US" dirty="0"/>
          </a:p>
          <a:p>
            <a:r>
              <a:rPr lang="en-US" dirty="0"/>
              <a:t>For example, if a company wants to launch a website, instead of buying servers, they can quickly create a virtual server on AWS within minutes.</a:t>
            </a:r>
          </a:p>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5</a:t>
            </a:fld>
            <a:endParaRPr lang="en-IN"/>
          </a:p>
        </p:txBody>
      </p:sp>
    </p:spTree>
    <p:extLst>
      <p:ext uri="{BB962C8B-B14F-4D97-AF65-F5344CB8AC3E}">
        <p14:creationId xmlns:p14="http://schemas.microsoft.com/office/powerpoint/2010/main" val="250910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6</a:t>
            </a:fld>
            <a:endParaRPr lang="en-IN"/>
          </a:p>
        </p:txBody>
      </p:sp>
    </p:spTree>
    <p:extLst>
      <p:ext uri="{BB962C8B-B14F-4D97-AF65-F5344CB8AC3E}">
        <p14:creationId xmlns:p14="http://schemas.microsoft.com/office/powerpoint/2010/main" val="284521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7</a:t>
            </a:fld>
            <a:endParaRPr lang="en-IN"/>
          </a:p>
        </p:txBody>
      </p:sp>
    </p:spTree>
    <p:extLst>
      <p:ext uri="{BB962C8B-B14F-4D97-AF65-F5344CB8AC3E}">
        <p14:creationId xmlns:p14="http://schemas.microsoft.com/office/powerpoint/2010/main" val="420974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65B6-D334-7777-B492-9397F1691A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6806BC-5FA3-3F6C-AB69-20FBFF5059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05DEBC-1844-73EE-E89A-DA5E5FAB3C82}"/>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8858EE68-D1D3-EE66-44AC-826B3E3A614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88EDEA8-BA0C-058B-E82F-C5FCE7F8749B}"/>
              </a:ext>
            </a:extLst>
          </p:cNvPr>
          <p:cNvSpPr>
            <a:spLocks noGrp="1"/>
          </p:cNvSpPr>
          <p:nvPr>
            <p:ph type="sldNum" sz="quarter" idx="12"/>
          </p:nvPr>
        </p:nvSpPr>
        <p:spPr/>
        <p:txBody>
          <a:bodyPr/>
          <a:lstStyle/>
          <a:p>
            <a:fld id="{8B6C34B9-D55C-4A82-B2B6-AC80FBD71442}" type="slidenum">
              <a:rPr lang="en-IN" smtClean="0"/>
              <a:t>‹#›</a:t>
            </a:fld>
            <a:endParaRPr lang="en-IN" dirty="0"/>
          </a:p>
        </p:txBody>
      </p:sp>
    </p:spTree>
    <p:extLst>
      <p:ext uri="{BB962C8B-B14F-4D97-AF65-F5344CB8AC3E}">
        <p14:creationId xmlns:p14="http://schemas.microsoft.com/office/powerpoint/2010/main" val="248289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B8C4E-304C-419C-8E7C-44127E04E4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B460CD-C95D-3631-BE6C-945C66759C40}"/>
              </a:ext>
            </a:extLst>
          </p:cNvPr>
          <p:cNvSpPr>
            <a:spLocks noGrp="1"/>
          </p:cNvSpPr>
          <p:nvPr>
            <p:ph idx="1"/>
          </p:nvPr>
        </p:nvSpPr>
        <p:spPr>
          <a:xfrm>
            <a:off x="838200" y="200501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40ED7059-ED2E-3D90-F719-C759B4F38F49}"/>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EE02C18E-2ABB-CC1C-4129-0DC25FAD809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F0DBF6A-5A47-2B01-DC3E-E8326EC455D7}"/>
              </a:ext>
            </a:extLst>
          </p:cNvPr>
          <p:cNvSpPr>
            <a:spLocks noGrp="1"/>
          </p:cNvSpPr>
          <p:nvPr>
            <p:ph type="sldNum" sz="quarter" idx="12"/>
          </p:nvPr>
        </p:nvSpPr>
        <p:spPr>
          <a:xfrm>
            <a:off x="8758381" y="5617440"/>
            <a:ext cx="2743200" cy="365125"/>
          </a:xfrm>
        </p:spPr>
        <p:txBody>
          <a:bodyPr/>
          <a:lstStyle>
            <a:lvl1pPr>
              <a:defRPr/>
            </a:lvl1pPr>
          </a:lstStyle>
          <a:p>
            <a:r>
              <a:rPr lang="en-IN" dirty="0"/>
              <a:t>TEST</a:t>
            </a:r>
          </a:p>
        </p:txBody>
      </p:sp>
    </p:spTree>
    <p:extLst>
      <p:ext uri="{BB962C8B-B14F-4D97-AF65-F5344CB8AC3E}">
        <p14:creationId xmlns:p14="http://schemas.microsoft.com/office/powerpoint/2010/main" val="4157123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7CD69-9D49-6A75-CE36-E1A807EB7C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1BDCF8-E7AE-3A88-DD37-23BAC5E6A5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043422-39B4-515F-E858-4A945301BFD2}"/>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2A783BEA-C31B-14D4-FA32-D64B2C15BD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3840A2-EF31-AC99-BC68-0EB88B53C12C}"/>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77737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50795-62FF-653E-F977-98E2015908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34FCA3-4C9C-2D8D-47A1-3982542415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99D6B0-7A45-13BD-D1EA-5E68F202BE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CBCFD6-A393-8C3F-7B82-9C5EA5602571}"/>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6" name="Footer Placeholder 5">
            <a:extLst>
              <a:ext uri="{FF2B5EF4-FFF2-40B4-BE49-F238E27FC236}">
                <a16:creationId xmlns:a16="http://schemas.microsoft.com/office/drawing/2014/main" id="{CB104B37-F7DD-1C24-1D0C-96F320AAA4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F1AC31-FE76-53F4-E2EE-FEA94DAB7D67}"/>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037372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7F6F8-1796-15B6-243E-31B1D480CC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F2DAC8-951C-263F-D573-F64870D7F1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3E1BAA-5229-AEC6-E405-45FBCA8129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14B661-EC74-CF8D-D16A-E301D101C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A8A942-577B-5E56-F74A-013DE73CCC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199F02-ADDE-244A-7D9E-FA2F4E72B889}"/>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8" name="Footer Placeholder 7">
            <a:extLst>
              <a:ext uri="{FF2B5EF4-FFF2-40B4-BE49-F238E27FC236}">
                <a16:creationId xmlns:a16="http://schemas.microsoft.com/office/drawing/2014/main" id="{E844590C-7DB1-10B9-62AD-D17C4C441D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2586E6-C48E-D9BD-647D-7F0E9BED1D6A}"/>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720256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587C-60ED-CA8A-F91C-C8BC0A22DA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B13201-DB84-E3EB-D111-2BE9668CF31C}"/>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4" name="Footer Placeholder 3">
            <a:extLst>
              <a:ext uri="{FF2B5EF4-FFF2-40B4-BE49-F238E27FC236}">
                <a16:creationId xmlns:a16="http://schemas.microsoft.com/office/drawing/2014/main" id="{945C0847-3995-27D5-FA11-FBFEC89AF6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072E96-C691-FF90-6C81-36ECCF04A3A3}"/>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28418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786AFF-04D0-F2E9-CDA0-32FA8034814D}"/>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3" name="Footer Placeholder 2">
            <a:extLst>
              <a:ext uri="{FF2B5EF4-FFF2-40B4-BE49-F238E27FC236}">
                <a16:creationId xmlns:a16="http://schemas.microsoft.com/office/drawing/2014/main" id="{0C426C37-6EF8-E440-C83F-A696651586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E42709F-1D78-9ABA-6EDA-FB624B5BB4FF}"/>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2104561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4F5C7-7696-2F02-FB38-F927695F2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33B94F-F212-EC37-19AA-93D94DFA6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D2D3A7-064A-83D0-99C8-4B13113EA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20719D-C7A6-A236-46C4-6AD8D7C65252}"/>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6" name="Footer Placeholder 5">
            <a:extLst>
              <a:ext uri="{FF2B5EF4-FFF2-40B4-BE49-F238E27FC236}">
                <a16:creationId xmlns:a16="http://schemas.microsoft.com/office/drawing/2014/main" id="{8CA15F0C-4F54-5B3D-AF85-C4FC52BC8C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BC6FA-B712-8384-FC3D-F63579102D59}"/>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101905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A5FA-ED1B-D1E5-EEE6-DCEC87B11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BCD6D9-9214-7B00-373C-7602949EC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69B9D1-0E84-BBA3-82FB-E40DD438F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0CF579-0D9E-5EA7-7FFB-530D29E92C8E}"/>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6" name="Footer Placeholder 5">
            <a:extLst>
              <a:ext uri="{FF2B5EF4-FFF2-40B4-BE49-F238E27FC236}">
                <a16:creationId xmlns:a16="http://schemas.microsoft.com/office/drawing/2014/main" id="{A77C46AA-3559-E0B7-0983-61A808EB27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0A0C30-BC4D-DD03-B9FE-A5F8B7315DE0}"/>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264217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CC86-F34D-21B2-F401-956FDF991F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14A7F6-D529-026B-AC85-B3207B4D74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E148EC-F74D-2BAB-559C-59B296B61218}"/>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C622AB3D-3316-CEE2-F430-8E5CB64906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934DB-0291-742E-298F-0CBB985A62C1}"/>
              </a:ext>
            </a:extLst>
          </p:cNvPr>
          <p:cNvSpPr>
            <a:spLocks noGrp="1"/>
          </p:cNvSpPr>
          <p:nvPr>
            <p:ph type="sldNum" sz="quarter" idx="12"/>
          </p:nvPr>
        </p:nvSpPr>
        <p:spPr/>
        <p:txBody>
          <a:bodyPr/>
          <a:lstStyle/>
          <a:p>
            <a:fld id="{8B6C34B9-D55C-4A82-B2B6-AC80FBD71442}" type="slidenum">
              <a:rPr lang="en-IN" smtClean="0"/>
              <a:t>‹#›</a:t>
            </a:fld>
            <a:endParaRPr lang="en-IN" dirty="0"/>
          </a:p>
        </p:txBody>
      </p:sp>
    </p:spTree>
    <p:extLst>
      <p:ext uri="{BB962C8B-B14F-4D97-AF65-F5344CB8AC3E}">
        <p14:creationId xmlns:p14="http://schemas.microsoft.com/office/powerpoint/2010/main" val="414802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D8CF1-6DB6-0E0A-109B-43EDC8011D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E48C9E-E38D-56C3-3845-D8F36B4510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DF5BF-7B53-1CB7-1A2B-06BE1F9AB891}"/>
              </a:ext>
            </a:extLst>
          </p:cNvPr>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6C13D2C4-F2A7-6EA3-EAD6-FE2A4DA63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3173F-AE73-FE3F-A53A-F6802475C825}"/>
              </a:ext>
            </a:extLst>
          </p:cNvPr>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309355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C34B9-D55C-4A82-B2B6-AC80FBD7144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7786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3062339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C34B9-D55C-4A82-B2B6-AC80FBD7144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206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E0919F-D37B-480C-AC0C-4D06DAFF39BC}"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171205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E0919F-D37B-480C-AC0C-4D06DAFF39BC}" type="datetimeFigureOut">
              <a:rPr lang="en-IN" smtClean="0"/>
              <a:t>27-10-2025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3507123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E0919F-D37B-480C-AC0C-4D06DAFF39BC}" type="datetimeFigureOut">
              <a:rPr lang="en-IN" smtClean="0"/>
              <a:t>27-10-2025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2026288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E0919F-D37B-480C-AC0C-4D06DAFF39BC}" type="datetimeFigureOut">
              <a:rPr lang="en-IN" smtClean="0"/>
              <a:t>27-10-2025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2889948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E0919F-D37B-480C-AC0C-4D06DAFF39BC}" type="datetimeFigureOut">
              <a:rPr lang="en-IN" smtClean="0"/>
              <a:t>27-10-2025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B6C34B9-D55C-4A82-B2B6-AC80FBD71442}" type="slidenum">
              <a:rPr lang="en-IN" smtClean="0"/>
              <a:t>‹#›</a:t>
            </a:fld>
            <a:endParaRPr lang="en-IN"/>
          </a:p>
        </p:txBody>
      </p:sp>
    </p:spTree>
    <p:extLst>
      <p:ext uri="{BB962C8B-B14F-4D97-AF65-F5344CB8AC3E}">
        <p14:creationId xmlns:p14="http://schemas.microsoft.com/office/powerpoint/2010/main" val="27194469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E0919F-D37B-480C-AC0C-4D06DAFF39BC}" type="datetimeFigureOut">
              <a:rPr lang="en-IN" smtClean="0"/>
              <a:t>27-10-2025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9437148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3263199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E0919F-D37B-480C-AC0C-4D06DAFF39BC}" type="datetimeFigureOut">
              <a:rPr lang="en-IN" smtClean="0"/>
              <a:t>27-10-2025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C34B9-D55C-4A82-B2B6-AC80FBD71442}" type="slidenum">
              <a:rPr lang="en-IN" smtClean="0"/>
              <a:t>‹#›</a:t>
            </a:fld>
            <a:endParaRPr lang="en-IN"/>
          </a:p>
        </p:txBody>
      </p:sp>
    </p:spTree>
    <p:extLst>
      <p:ext uri="{BB962C8B-B14F-4D97-AF65-F5344CB8AC3E}">
        <p14:creationId xmlns:p14="http://schemas.microsoft.com/office/powerpoint/2010/main" val="1585098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3649B4-91B6-70D7-3324-D5BD0B6D14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DBBBC3-310B-9705-D902-05C86DC10D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C7919D-0A8B-D2FE-8BE4-CEB2C117D2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E0919F-D37B-480C-AC0C-4D06DAFF39BC}" type="datetimeFigureOut">
              <a:rPr lang="en-IN" smtClean="0"/>
              <a:t>27-10-2025</a:t>
            </a:fld>
            <a:endParaRPr lang="en-IN"/>
          </a:p>
        </p:txBody>
      </p:sp>
      <p:sp>
        <p:nvSpPr>
          <p:cNvPr id="5" name="Footer Placeholder 4">
            <a:extLst>
              <a:ext uri="{FF2B5EF4-FFF2-40B4-BE49-F238E27FC236}">
                <a16:creationId xmlns:a16="http://schemas.microsoft.com/office/drawing/2014/main" id="{555FD482-6F5D-1D33-EC3F-3EAE689F9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DE19755-450F-A50C-A8A6-3C32AE6FC8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6C34B9-D55C-4A82-B2B6-AC80FBD71442}" type="slidenum">
              <a:rPr lang="en-IN" smtClean="0"/>
              <a:t>‹#›</a:t>
            </a:fld>
            <a:endParaRPr lang="en-IN"/>
          </a:p>
        </p:txBody>
      </p:sp>
    </p:spTree>
    <p:extLst>
      <p:ext uri="{BB962C8B-B14F-4D97-AF65-F5344CB8AC3E}">
        <p14:creationId xmlns:p14="http://schemas.microsoft.com/office/powerpoint/2010/main" val="3236655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E0919F-D37B-480C-AC0C-4D06DAFF39BC}" type="datetimeFigureOut">
              <a:rPr lang="en-IN" smtClean="0"/>
              <a:t>27-10-2025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B6C34B9-D55C-4A82-B2B6-AC80FBD71442}"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3217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780B1E-CC0B-BADE-16C5-FE4BE0A27B49}"/>
              </a:ext>
            </a:extLst>
          </p:cNvPr>
          <p:cNvSpPr>
            <a:spLocks noGrp="1"/>
          </p:cNvSpPr>
          <p:nvPr>
            <p:ph type="ctrTitle"/>
          </p:nvPr>
        </p:nvSpPr>
        <p:spPr>
          <a:xfrm>
            <a:off x="238539" y="1630016"/>
            <a:ext cx="11383618" cy="1918401"/>
          </a:xfrm>
        </p:spPr>
        <p:txBody>
          <a:bodyPr anchor="b">
            <a:normAutofit/>
          </a:bodyPr>
          <a:lstStyle/>
          <a:p>
            <a:r>
              <a:rPr lang="en-US" sz="4800" dirty="0">
                <a:latin typeface="Calibri" panose="020F0502020204030204" pitchFamily="34" charset="0"/>
                <a:ea typeface="Calibri" panose="020F0502020204030204" pitchFamily="34" charset="0"/>
                <a:cs typeface="Calibri" panose="020F0502020204030204" pitchFamily="34" charset="0"/>
                <a:sym typeface="Arial"/>
              </a:rPr>
              <a:t>What is Cloud Computing</a:t>
            </a:r>
            <a:endParaRPr lang="en-IN" sz="4800"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623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374BE9C-E142-A6BB-142B-55D56B88EECA}"/>
              </a:ext>
            </a:extLst>
          </p:cNvPr>
          <p:cNvSpPr>
            <a:spLocks noGrp="1"/>
          </p:cNvSpPr>
          <p:nvPr>
            <p:ph type="title"/>
          </p:nvPr>
        </p:nvSpPr>
        <p:spPr>
          <a:xfrm>
            <a:off x="479394" y="1070800"/>
            <a:ext cx="3939688" cy="3533098"/>
          </a:xfrm>
        </p:spPr>
        <p:txBody>
          <a:bodyPr>
            <a:norm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sym typeface="Open Sans"/>
              </a:rPr>
              <a:t>Module Agenda</a:t>
            </a:r>
            <a:endParaRPr lang="en-IN" dirty="0">
              <a:latin typeface="Calibri" panose="020F0502020204030204" pitchFamily="34" charset="0"/>
              <a:ea typeface="Calibri" panose="020F0502020204030204" pitchFamily="34" charset="0"/>
              <a:cs typeface="Calibri" panose="020F0502020204030204" pitchFamily="34" charset="0"/>
            </a:endParaRPr>
          </a:p>
        </p:txBody>
      </p:sp>
      <p:cxnSp>
        <p:nvCxnSpPr>
          <p:cNvPr id="43" name="Straight Connector 4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50AC2B24-DFC8-2DFE-DA20-1DBA1C128CC5}"/>
              </a:ext>
            </a:extLst>
          </p:cNvPr>
          <p:cNvGraphicFramePr>
            <a:graphicFrameLocks noGrp="1"/>
          </p:cNvGraphicFramePr>
          <p:nvPr>
            <p:ph idx="1"/>
            <p:extLst>
              <p:ext uri="{D42A27DB-BD31-4B8C-83A1-F6EECF244321}">
                <p14:modId xmlns:p14="http://schemas.microsoft.com/office/powerpoint/2010/main" val="1352867006"/>
              </p:ext>
            </p:extLst>
          </p:nvPr>
        </p:nvGraphicFramePr>
        <p:xfrm>
          <a:off x="5028422" y="220196"/>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A093EEF8-D944-26B8-FB4C-0CA86C58F544}"/>
              </a:ext>
            </a:extLst>
          </p:cNvPr>
          <p:cNvSpPr/>
          <p:nvPr/>
        </p:nvSpPr>
        <p:spPr>
          <a:xfrm>
            <a:off x="0" y="6368902"/>
            <a:ext cx="12191994" cy="52666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descr="A white text on a black background&#10;&#10;AI-generated content may be incorrect.">
            <a:extLst>
              <a:ext uri="{FF2B5EF4-FFF2-40B4-BE49-F238E27FC236}">
                <a16:creationId xmlns:a16="http://schemas.microsoft.com/office/drawing/2014/main" id="{5FF2B2D3-CD10-DCF2-F9CC-695D65B047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62934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49B38-A258-C203-8384-4E40B98DB831}"/>
              </a:ext>
            </a:extLst>
          </p:cNvPr>
          <p:cNvSpPr>
            <a:spLocks noGrp="1"/>
          </p:cNvSpPr>
          <p:nvPr>
            <p:ph type="title"/>
          </p:nvPr>
        </p:nvSpPr>
        <p:spPr>
          <a:xfrm>
            <a:off x="1097280" y="286603"/>
            <a:ext cx="10058400" cy="1450757"/>
          </a:xfrm>
        </p:spPr>
        <p:txBody>
          <a:bodyPr>
            <a:normAutofit/>
          </a:bodyPr>
          <a:lstStyle/>
          <a:p>
            <a:r>
              <a:rPr lang="en-IN"/>
              <a:t>Cloud Computing</a:t>
            </a:r>
          </a:p>
        </p:txBody>
      </p:sp>
      <p:pic>
        <p:nvPicPr>
          <p:cNvPr id="9" name="Picture 8" descr="A white text on a black background&#10;&#10;AI-generated content may be incorrect.">
            <a:extLst>
              <a:ext uri="{FF2B5EF4-FFF2-40B4-BE49-F238E27FC236}">
                <a16:creationId xmlns:a16="http://schemas.microsoft.com/office/drawing/2014/main" id="{4A401A3E-D1EF-28C0-9F4C-021CE0DEADEE}"/>
              </a:ext>
            </a:extLst>
          </p:cNvPr>
          <p:cNvPicPr>
            <a:picLocks noChangeAspect="1"/>
          </p:cNvPicPr>
          <p:nvPr/>
        </p:nvPicPr>
        <p:blipFill>
          <a:blip r:embed="rId3">
            <a:extLst>
              <a:ext uri="{28A0092B-C50C-407E-A947-70E740481C1C}">
                <a14:useLocalDpi xmlns:a14="http://schemas.microsoft.com/office/drawing/2010/main" val="0"/>
              </a:ext>
            </a:extLst>
          </a:blip>
          <a:srcRect l="50041" r="36953"/>
          <a:stretch>
            <a:fillRect/>
          </a:stretch>
        </p:blipFill>
        <p:spPr>
          <a:xfrm>
            <a:off x="1183017" y="1916318"/>
            <a:ext cx="2376058" cy="3471012"/>
          </a:xfrm>
          <a:prstGeom prst="rect">
            <a:avLst/>
          </a:prstGeom>
        </p:spPr>
      </p:pic>
      <p:pic>
        <p:nvPicPr>
          <p:cNvPr id="4" name="Picture 3" descr="A white text on a black background&#10;&#10;AI-generated content may be incorrect.">
            <a:extLst>
              <a:ext uri="{FF2B5EF4-FFF2-40B4-BE49-F238E27FC236}">
                <a16:creationId xmlns:a16="http://schemas.microsoft.com/office/drawing/2014/main" id="{F83B5ECA-5F9D-2CA1-2088-4F887348E70B}"/>
              </a:ext>
            </a:extLst>
          </p:cNvPr>
          <p:cNvPicPr>
            <a:picLocks noChangeAspect="1"/>
          </p:cNvPicPr>
          <p:nvPr/>
        </p:nvPicPr>
        <p:blipFill>
          <a:blip r:embed="rId3">
            <a:extLst>
              <a:ext uri="{28A0092B-C50C-407E-A947-70E740481C1C}">
                <a14:useLocalDpi xmlns:a14="http://schemas.microsoft.com/office/drawing/2010/main" val="0"/>
              </a:ext>
            </a:extLst>
          </a:blip>
          <a:srcRect l="50041" r="36953"/>
          <a:stretch>
            <a:fillRect/>
          </a:stretch>
        </p:blipFill>
        <p:spPr>
          <a:xfrm>
            <a:off x="3719942" y="1916318"/>
            <a:ext cx="2376057" cy="3471012"/>
          </a:xfrm>
          <a:prstGeom prst="rect">
            <a:avLst/>
          </a:prstGeom>
        </p:spPr>
      </p:pic>
      <p:sp>
        <p:nvSpPr>
          <p:cNvPr id="3" name="Content Placeholder 2">
            <a:extLst>
              <a:ext uri="{FF2B5EF4-FFF2-40B4-BE49-F238E27FC236}">
                <a16:creationId xmlns:a16="http://schemas.microsoft.com/office/drawing/2014/main" id="{45032479-B3EC-AA0A-D5A7-B783F003EF37}"/>
              </a:ext>
            </a:extLst>
          </p:cNvPr>
          <p:cNvSpPr>
            <a:spLocks noGrp="1"/>
          </p:cNvSpPr>
          <p:nvPr>
            <p:ph idx="1"/>
          </p:nvPr>
        </p:nvSpPr>
        <p:spPr>
          <a:xfrm>
            <a:off x="6351639" y="1845734"/>
            <a:ext cx="4804041" cy="4023360"/>
          </a:xfrm>
        </p:spPr>
        <p:txBody>
          <a:bodyPr>
            <a:normAutofit/>
          </a:bodyPr>
          <a:lstStyle/>
          <a:p>
            <a:r>
              <a:rPr lang="en-US" dirty="0"/>
              <a:t>Cloud Computing is the delivery of computing services such as servers, storage, databases, networking, software, and analytics  over the internet. </a:t>
            </a:r>
          </a:p>
          <a:p>
            <a:r>
              <a:rPr lang="en-US" dirty="0"/>
              <a:t>Instead of buying and maintaining physical hardware, organizations can rent resources from cloud providers like AWS</a:t>
            </a:r>
            <a:endParaRPr lang="en-IN" dirty="0"/>
          </a:p>
        </p:txBody>
      </p:sp>
      <p:pic>
        <p:nvPicPr>
          <p:cNvPr id="5" name="Picture 4" descr="A white text on a black background&#10;&#10;AI-generated content may be incorrect.">
            <a:extLst>
              <a:ext uri="{FF2B5EF4-FFF2-40B4-BE49-F238E27FC236}">
                <a16:creationId xmlns:a16="http://schemas.microsoft.com/office/drawing/2014/main" id="{90B5DF94-5A5B-B657-95A7-27056DE6CF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1411799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3" name="Rectangle 32">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9" name="Content Placeholder 8" descr="A white background with blue text&#10;&#10;AI-generated content may be incorrect.">
            <a:extLst>
              <a:ext uri="{FF2B5EF4-FFF2-40B4-BE49-F238E27FC236}">
                <a16:creationId xmlns:a16="http://schemas.microsoft.com/office/drawing/2014/main" id="{41A8B627-33EF-A798-FD30-87C4CF9394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0255" y="903887"/>
            <a:ext cx="7565880" cy="5050225"/>
          </a:xfrm>
          <a:prstGeom prst="rect">
            <a:avLst/>
          </a:prstGeom>
        </p:spPr>
      </p:pic>
      <p:pic>
        <p:nvPicPr>
          <p:cNvPr id="10" name="Picture 9" descr="A white text on a black background&#10;&#10;AI-generated content may be incorrect.">
            <a:extLst>
              <a:ext uri="{FF2B5EF4-FFF2-40B4-BE49-F238E27FC236}">
                <a16:creationId xmlns:a16="http://schemas.microsoft.com/office/drawing/2014/main" id="{95F8B45F-3418-3A50-755D-C9EAADFE3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4358" y="6436683"/>
            <a:ext cx="2298764" cy="357519"/>
          </a:xfrm>
          <a:prstGeom prst="rect">
            <a:avLst/>
          </a:prstGeom>
        </p:spPr>
      </p:pic>
      <p:sp>
        <p:nvSpPr>
          <p:cNvPr id="3" name="Title 1">
            <a:extLst>
              <a:ext uri="{FF2B5EF4-FFF2-40B4-BE49-F238E27FC236}">
                <a16:creationId xmlns:a16="http://schemas.microsoft.com/office/drawing/2014/main" id="{8F0B5A74-965C-43CF-C8B1-6DC0E18EB036}"/>
              </a:ext>
            </a:extLst>
          </p:cNvPr>
          <p:cNvSpPr txBox="1">
            <a:spLocks/>
          </p:cNvSpPr>
          <p:nvPr/>
        </p:nvSpPr>
        <p:spPr>
          <a:xfrm>
            <a:off x="838200" y="63795"/>
            <a:ext cx="10515600" cy="614212"/>
          </a:xfrm>
          <a:prstGeom prst="rect">
            <a:avLst/>
          </a:prstGeom>
          <a:solidFill>
            <a:schemeClr val="tx2">
              <a:lumMod val="10000"/>
              <a:lumOff val="90000"/>
            </a:schemeClr>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t>On-premises vs Cloud</a:t>
            </a:r>
          </a:p>
        </p:txBody>
      </p:sp>
      <p:sp>
        <p:nvSpPr>
          <p:cNvPr id="2" name="Rectangle 1">
            <a:extLst>
              <a:ext uri="{FF2B5EF4-FFF2-40B4-BE49-F238E27FC236}">
                <a16:creationId xmlns:a16="http://schemas.microsoft.com/office/drawing/2014/main" id="{7D57E9A8-A673-3A1E-E17B-0BFFFEC3E9AB}"/>
              </a:ext>
            </a:extLst>
          </p:cNvPr>
          <p:cNvSpPr/>
          <p:nvPr/>
        </p:nvSpPr>
        <p:spPr>
          <a:xfrm>
            <a:off x="0" y="6368902"/>
            <a:ext cx="12191994" cy="52666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19854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A70E-B48D-FED3-5DCC-E961AAC6D913}"/>
              </a:ext>
            </a:extLst>
          </p:cNvPr>
          <p:cNvSpPr>
            <a:spLocks noGrp="1"/>
          </p:cNvSpPr>
          <p:nvPr>
            <p:ph type="title"/>
          </p:nvPr>
        </p:nvSpPr>
        <p:spPr>
          <a:xfrm>
            <a:off x="838200" y="503348"/>
            <a:ext cx="10515600" cy="889517"/>
          </a:xfrm>
          <a:solidFill>
            <a:schemeClr val="tx2">
              <a:lumMod val="10000"/>
              <a:lumOff val="90000"/>
            </a:schemeClr>
          </a:solidFill>
        </p:spPr>
        <p:txBody>
          <a:bodyPr anchor="ctr">
            <a:normAutofit/>
          </a:bodyPr>
          <a:lstStyle/>
          <a:p>
            <a:pPr algn="ctr"/>
            <a:r>
              <a:rPr lang="en-IN" dirty="0"/>
              <a:t>Cloud Computing Benefits</a:t>
            </a:r>
          </a:p>
        </p:txBody>
      </p:sp>
      <p:graphicFrame>
        <p:nvGraphicFramePr>
          <p:cNvPr id="34" name="Rectangle 1">
            <a:extLst>
              <a:ext uri="{FF2B5EF4-FFF2-40B4-BE49-F238E27FC236}">
                <a16:creationId xmlns:a16="http://schemas.microsoft.com/office/drawing/2014/main" id="{79169C25-AA4D-C7F3-38EC-07AE25804F3A}"/>
              </a:ext>
            </a:extLst>
          </p:cNvPr>
          <p:cNvGraphicFramePr>
            <a:graphicFrameLocks noGrp="1"/>
          </p:cNvGraphicFramePr>
          <p:nvPr>
            <p:ph idx="1"/>
            <p:extLst>
              <p:ext uri="{D42A27DB-BD31-4B8C-83A1-F6EECF244321}">
                <p14:modId xmlns:p14="http://schemas.microsoft.com/office/powerpoint/2010/main" val="16942063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B208EEE7-9AF5-86EE-5F5B-E5F2C6C4B734}"/>
              </a:ext>
            </a:extLst>
          </p:cNvPr>
          <p:cNvSpPr/>
          <p:nvPr/>
        </p:nvSpPr>
        <p:spPr>
          <a:xfrm>
            <a:off x="0" y="6354652"/>
            <a:ext cx="12191994" cy="54091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descr="A white text on a black background&#10;&#10;AI-generated content may be incorrect.">
            <a:extLst>
              <a:ext uri="{FF2B5EF4-FFF2-40B4-BE49-F238E27FC236}">
                <a16:creationId xmlns:a16="http://schemas.microsoft.com/office/drawing/2014/main" id="{F35D22DF-505E-0008-6289-23A23E5AD4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428277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B7D119-7361-19D9-2CE6-4E0588C91EA5}"/>
              </a:ext>
            </a:extLst>
          </p:cNvPr>
          <p:cNvSpPr>
            <a:spLocks noGrp="1"/>
          </p:cNvSpPr>
          <p:nvPr>
            <p:ph type="title"/>
          </p:nvPr>
        </p:nvSpPr>
        <p:spPr>
          <a:xfrm>
            <a:off x="466722" y="586855"/>
            <a:ext cx="3201366" cy="3387497"/>
          </a:xfrm>
        </p:spPr>
        <p:txBody>
          <a:bodyPr anchor="b">
            <a:normAutofit/>
          </a:bodyPr>
          <a:lstStyle/>
          <a:p>
            <a:pPr algn="ctr"/>
            <a:r>
              <a:rPr lang="en-US" sz="4000" dirty="0">
                <a:solidFill>
                  <a:srgbClr val="FFFFFF"/>
                </a:solidFill>
              </a:rPr>
              <a:t>AWS Use cases</a:t>
            </a:r>
            <a:endParaRPr lang="en-IN" sz="4000" dirty="0">
              <a:solidFill>
                <a:srgbClr val="FFFFFF"/>
              </a:solidFill>
            </a:endParaRPr>
          </a:p>
        </p:txBody>
      </p:sp>
      <p:sp>
        <p:nvSpPr>
          <p:cNvPr id="3" name="Content Placeholder 2">
            <a:extLst>
              <a:ext uri="{FF2B5EF4-FFF2-40B4-BE49-F238E27FC236}">
                <a16:creationId xmlns:a16="http://schemas.microsoft.com/office/drawing/2014/main" id="{339FD0EA-EE3D-1BFF-AA55-71F3A3532011}"/>
              </a:ext>
            </a:extLst>
          </p:cNvPr>
          <p:cNvSpPr>
            <a:spLocks noGrp="1"/>
          </p:cNvSpPr>
          <p:nvPr>
            <p:ph idx="1"/>
          </p:nvPr>
        </p:nvSpPr>
        <p:spPr>
          <a:xfrm>
            <a:off x="4581727" y="649480"/>
            <a:ext cx="3025303" cy="5546047"/>
          </a:xfrm>
        </p:spPr>
        <p:txBody>
          <a:bodyPr anchor="ctr">
            <a:normAutofit/>
          </a:bodyPr>
          <a:lstStyle/>
          <a:p>
            <a:r>
              <a:rPr lang="en-IN" sz="1600" dirty="0"/>
              <a:t>Website Hosting</a:t>
            </a:r>
          </a:p>
          <a:p>
            <a:r>
              <a:rPr lang="en-IN" sz="1600" dirty="0"/>
              <a:t>Application Hosting</a:t>
            </a:r>
          </a:p>
          <a:p>
            <a:r>
              <a:rPr lang="en-IN" sz="1600" dirty="0"/>
              <a:t>Data Analytics &amp; Big Data</a:t>
            </a:r>
          </a:p>
          <a:p>
            <a:r>
              <a:rPr lang="en-IN" sz="1600" dirty="0"/>
              <a:t>Machine Learning &amp; Artificial Intelligence</a:t>
            </a:r>
          </a:p>
          <a:p>
            <a:r>
              <a:rPr lang="en-IN" sz="1600" dirty="0"/>
              <a:t>DevOps &amp; CI/CD Automation</a:t>
            </a:r>
          </a:p>
          <a:p>
            <a:r>
              <a:rPr lang="en-IN" sz="1600" dirty="0"/>
              <a:t>Game Development</a:t>
            </a:r>
          </a:p>
          <a:p>
            <a:r>
              <a:rPr lang="en-IN" sz="1600" dirty="0"/>
              <a:t>Enterprise IT Applications (SAP, Oracle, etc.)</a:t>
            </a:r>
          </a:p>
          <a:p>
            <a:r>
              <a:rPr lang="en-IN" sz="1600" dirty="0"/>
              <a:t>IoT (Internet of Things)</a:t>
            </a:r>
          </a:p>
          <a:p>
            <a:r>
              <a:rPr lang="en-IN" sz="1600" dirty="0"/>
              <a:t>Database Hosting (RDS, DynamoDB, Aurora)</a:t>
            </a:r>
          </a:p>
          <a:p>
            <a:pPr marL="0" indent="0">
              <a:buNone/>
            </a:pPr>
            <a:endParaRPr lang="en-IN" sz="1600" dirty="0"/>
          </a:p>
        </p:txBody>
      </p:sp>
      <p:pic>
        <p:nvPicPr>
          <p:cNvPr id="7" name="Graphic 6" descr="Cloud Computing">
            <a:extLst>
              <a:ext uri="{FF2B5EF4-FFF2-40B4-BE49-F238E27FC236}">
                <a16:creationId xmlns:a16="http://schemas.microsoft.com/office/drawing/2014/main" id="{D236826A-21C5-EFC5-F9DE-C5DCB6DC9F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107519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FC7E837-43AE-27E4-8A13-1567E9A2D64D}"/>
              </a:ext>
            </a:extLst>
          </p:cNvPr>
          <p:cNvSpPr>
            <a:spLocks noGrp="1"/>
          </p:cNvSpPr>
          <p:nvPr>
            <p:ph type="title"/>
          </p:nvPr>
        </p:nvSpPr>
        <p:spPr>
          <a:xfrm>
            <a:off x="838201" y="3998018"/>
            <a:ext cx="3981854" cy="2216513"/>
          </a:xfrm>
        </p:spPr>
        <p:txBody>
          <a:bodyPr>
            <a:normAutofit/>
          </a:bodyPr>
          <a:lstStyle/>
          <a:p>
            <a:r>
              <a:rPr lang="en-US" dirty="0"/>
              <a:t>Thank you</a:t>
            </a:r>
            <a:endParaRPr lang="en-IN" dirty="0"/>
          </a:p>
        </p:txBody>
      </p:sp>
      <p:sp>
        <p:nvSpPr>
          <p:cNvPr id="23" name="Arc 2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539D02F-E4EF-457E-F87A-D88C90B43CB7}"/>
              </a:ext>
            </a:extLst>
          </p:cNvPr>
          <p:cNvSpPr>
            <a:spLocks noGrp="1"/>
          </p:cNvSpPr>
          <p:nvPr>
            <p:ph idx="1"/>
          </p:nvPr>
        </p:nvSpPr>
        <p:spPr>
          <a:xfrm>
            <a:off x="5040106" y="2320744"/>
            <a:ext cx="6382966" cy="2216512"/>
          </a:xfrm>
        </p:spPr>
        <p:txBody>
          <a:bodyPr>
            <a:normAutofit/>
          </a:bodyPr>
          <a:lstStyle/>
          <a:p>
            <a:pPr algn="ctr"/>
            <a:r>
              <a:rPr lang="en-US" dirty="0"/>
              <a:t>Explore my other </a:t>
            </a:r>
            <a:r>
              <a:rPr lang="en-US" b="1" dirty="0"/>
              <a:t>Cloud Computing Playlists</a:t>
            </a:r>
            <a:r>
              <a:rPr lang="en-US" dirty="0"/>
              <a:t> for more learning</a:t>
            </a:r>
          </a:p>
          <a:p>
            <a:endParaRPr lang="en-US" dirty="0"/>
          </a:p>
          <a:p>
            <a:pPr marL="0" indent="0">
              <a:buNone/>
            </a:pPr>
            <a:endParaRPr lang="en-US" dirty="0"/>
          </a:p>
        </p:txBody>
      </p:sp>
      <p:sp>
        <p:nvSpPr>
          <p:cNvPr id="5" name="Rectangle 4">
            <a:extLst>
              <a:ext uri="{FF2B5EF4-FFF2-40B4-BE49-F238E27FC236}">
                <a16:creationId xmlns:a16="http://schemas.microsoft.com/office/drawing/2014/main" id="{BB701CDA-07AF-C32D-549F-4818E1C95BBB}"/>
              </a:ext>
            </a:extLst>
          </p:cNvPr>
          <p:cNvSpPr/>
          <p:nvPr/>
        </p:nvSpPr>
        <p:spPr>
          <a:xfrm>
            <a:off x="6" y="6347637"/>
            <a:ext cx="12191994" cy="498212"/>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descr="A white text on a black background&#10;&#10;AI-generated content may be incorrect.">
            <a:extLst>
              <a:ext uri="{FF2B5EF4-FFF2-40B4-BE49-F238E27FC236}">
                <a16:creationId xmlns:a16="http://schemas.microsoft.com/office/drawing/2014/main" id="{B2BE5594-B791-6E6D-5081-DB7AA0AA1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1529401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TotalTime>
  <Words>679</Words>
  <Application>Microsoft Office PowerPoint</Application>
  <PresentationFormat>Widescreen</PresentationFormat>
  <Paragraphs>55</Paragraphs>
  <Slides>7</Slides>
  <Notes>6</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vt:i4>
      </vt:variant>
    </vt:vector>
  </HeadingPairs>
  <TitlesOfParts>
    <vt:vector size="14" baseType="lpstr">
      <vt:lpstr>Aptos</vt:lpstr>
      <vt:lpstr>Aptos Display</vt:lpstr>
      <vt:lpstr>Arial</vt:lpstr>
      <vt:lpstr>Calibri</vt:lpstr>
      <vt:lpstr>Calibri Light</vt:lpstr>
      <vt:lpstr>Office Theme</vt:lpstr>
      <vt:lpstr>Retrospect</vt:lpstr>
      <vt:lpstr>What is Cloud Computing</vt:lpstr>
      <vt:lpstr>Module Agenda</vt:lpstr>
      <vt:lpstr>Cloud Computing</vt:lpstr>
      <vt:lpstr>PowerPoint Presentation</vt:lpstr>
      <vt:lpstr>Cloud Computing Benefits</vt:lpstr>
      <vt:lpstr>AWS Use cases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296</cp:revision>
  <dcterms:created xsi:type="dcterms:W3CDTF">2025-09-16T14:20:06Z</dcterms:created>
  <dcterms:modified xsi:type="dcterms:W3CDTF">2025-10-27T04:34:41Z</dcterms:modified>
</cp:coreProperties>
</file>