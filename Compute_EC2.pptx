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1701" r:id="rId2"/>
    <p:sldId id="1722" r:id="rId3"/>
    <p:sldId id="1703" r:id="rId4"/>
    <p:sldId id="1707" r:id="rId5"/>
    <p:sldId id="1716" r:id="rId6"/>
    <p:sldId id="1723" r:id="rId7"/>
    <p:sldId id="1724" r:id="rId8"/>
    <p:sldId id="1725" r:id="rId9"/>
    <p:sldId id="1721" r:id="rId10"/>
    <p:sldId id="1726" r:id="rId11"/>
    <p:sldId id="1718" r:id="rId12"/>
    <p:sldId id="1719" r:id="rId13"/>
    <p:sldId id="1704" r:id="rId14"/>
  </p:sldIdLst>
  <p:sldSz cx="12192000" cy="6858000"/>
  <p:notesSz cx="6858000" cy="9144000"/>
  <p:custShowLst>
    <p:custShow name="Custom Show 1" id="0">
      <p:sldLst>
        <p:sld r:id="rId2"/>
        <p:sld r:id="rId4"/>
        <p:sld r:id="rId14"/>
        <p:sld r:id="rId5"/>
        <p:sld r:id="rId6"/>
        <p:sld r:id="rId10"/>
        <p:sld r:id="rId12"/>
        <p:sld r:id="rId13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8402" autoAdjust="0"/>
  </p:normalViewPr>
  <p:slideViewPr>
    <p:cSldViewPr snapToGrid="0">
      <p:cViewPr varScale="1">
        <p:scale>
          <a:sx n="75" d="100"/>
          <a:sy n="75" d="100"/>
        </p:scale>
        <p:origin x="19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6" Type="http://schemas.openxmlformats.org/officeDocument/2006/relationships/image" Target="../media/image20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0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6" Type="http://schemas.openxmlformats.org/officeDocument/2006/relationships/image" Target="../media/image20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0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EFD9B0-D670-4E1E-8B5E-6FF05F4B6DE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5181416-261B-427F-8F42-27653BF7D9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Add Tags (Name, environment labels)</a:t>
          </a:r>
          <a:endParaRPr lang="en-US" dirty="0"/>
        </a:p>
      </dgm:t>
    </dgm:pt>
    <dgm:pt modelId="{C0395D98-E16E-48F4-8B8F-7F9FC204D8D3}" type="parTrans" cxnId="{F7E50CD7-8967-43F9-9761-21B9134CDDB5}">
      <dgm:prSet/>
      <dgm:spPr/>
      <dgm:t>
        <a:bodyPr/>
        <a:lstStyle/>
        <a:p>
          <a:endParaRPr lang="en-US"/>
        </a:p>
      </dgm:t>
    </dgm:pt>
    <dgm:pt modelId="{9C29B53E-675F-452D-862A-5225F7A35497}" type="sibTrans" cxnId="{F7E50CD7-8967-43F9-9761-21B9134CDDB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F9180C-B808-4E50-A783-C4461F8192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Choose Instance Type (CPU, Memory, Network)</a:t>
          </a:r>
          <a:endParaRPr lang="en-US" dirty="0"/>
        </a:p>
      </dgm:t>
    </dgm:pt>
    <dgm:pt modelId="{C1EF345F-0B3B-411F-80E5-28C8DDE812D0}" type="parTrans" cxnId="{90B1F23C-C5FC-4856-B2FF-C08AA24B2C1E}">
      <dgm:prSet/>
      <dgm:spPr/>
      <dgm:t>
        <a:bodyPr/>
        <a:lstStyle/>
        <a:p>
          <a:endParaRPr lang="en-US"/>
        </a:p>
      </dgm:t>
    </dgm:pt>
    <dgm:pt modelId="{E766D685-D44C-4A8A-B4C5-690856A51593}" type="sibTrans" cxnId="{90B1F23C-C5FC-4856-B2FF-C08AA24B2C1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3DAB8EF-D698-4E84-9B81-9EFA6D101B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Configure Instance (network, IAM role, shutdown behavior)</a:t>
          </a:r>
          <a:endParaRPr lang="en-US"/>
        </a:p>
      </dgm:t>
    </dgm:pt>
    <dgm:pt modelId="{1102D84B-979E-4D3F-8956-0EED30EB4515}" type="parTrans" cxnId="{8C4F55D2-0437-44B7-B768-1A0696AF1200}">
      <dgm:prSet/>
      <dgm:spPr/>
      <dgm:t>
        <a:bodyPr/>
        <a:lstStyle/>
        <a:p>
          <a:endParaRPr lang="en-US"/>
        </a:p>
      </dgm:t>
    </dgm:pt>
    <dgm:pt modelId="{91DB2542-120D-414C-B108-0863EED663C9}" type="sibTrans" cxnId="{8C4F55D2-0437-44B7-B768-1A0696AF12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20C3409-4A64-43CC-9A45-088C364AD2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Add Storage (EBS, size, type)</a:t>
          </a:r>
          <a:endParaRPr lang="en-US"/>
        </a:p>
      </dgm:t>
    </dgm:pt>
    <dgm:pt modelId="{5EA01B6D-1BE5-4E76-9A97-0F81609F3EEA}" type="parTrans" cxnId="{C5F72D87-4539-45E9-A1D8-268A495E98F1}">
      <dgm:prSet/>
      <dgm:spPr/>
      <dgm:t>
        <a:bodyPr/>
        <a:lstStyle/>
        <a:p>
          <a:endParaRPr lang="en-US"/>
        </a:p>
      </dgm:t>
    </dgm:pt>
    <dgm:pt modelId="{D3F3A82E-A887-4977-978D-CAAC5AD98657}" type="sibTrans" cxnId="{C5F72D87-4539-45E9-A1D8-268A495E98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926CD5-530D-4BC9-AFE1-53FFFBDD56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Configure Security Group (firewall rules)</a:t>
          </a:r>
          <a:endParaRPr lang="en-US" dirty="0"/>
        </a:p>
      </dgm:t>
    </dgm:pt>
    <dgm:pt modelId="{C744C62A-7C97-4CA6-BF34-ABF7B75251E1}" type="parTrans" cxnId="{150A0558-751D-48AB-95BB-E41F11BC082E}">
      <dgm:prSet/>
      <dgm:spPr/>
      <dgm:t>
        <a:bodyPr/>
        <a:lstStyle/>
        <a:p>
          <a:endParaRPr lang="en-US"/>
        </a:p>
      </dgm:t>
    </dgm:pt>
    <dgm:pt modelId="{FB356FBA-D657-40A8-994F-AB6E1CF424FD}" type="sibTrans" cxnId="{150A0558-751D-48AB-95BB-E41F11BC082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CAD2C3-8F9C-4745-BAE5-F102474DB8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Key Pair (for SSH/RDP access)</a:t>
          </a:r>
          <a:endParaRPr lang="en-US"/>
        </a:p>
      </dgm:t>
    </dgm:pt>
    <dgm:pt modelId="{754E4B36-DBA9-42AA-BEB2-F20B4301A3AC}" type="parTrans" cxnId="{7272B923-D3AD-4D42-969D-7974433190D1}">
      <dgm:prSet/>
      <dgm:spPr/>
      <dgm:t>
        <a:bodyPr/>
        <a:lstStyle/>
        <a:p>
          <a:endParaRPr lang="en-US"/>
        </a:p>
      </dgm:t>
    </dgm:pt>
    <dgm:pt modelId="{C5FB24E9-970B-402F-A5F1-03292699DD35}" type="sibTrans" cxnId="{7272B923-D3AD-4D42-969D-7974433190D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F22604-B93A-4C97-91B9-1FF0EAF516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Review &amp; Launch</a:t>
          </a:r>
          <a:endParaRPr lang="en-US"/>
        </a:p>
      </dgm:t>
    </dgm:pt>
    <dgm:pt modelId="{2867FFF2-AADD-4884-BEB8-D7F5541897C0}" type="parTrans" cxnId="{09391FC0-B9CB-44FE-A19F-62F9437FA03A}">
      <dgm:prSet/>
      <dgm:spPr/>
      <dgm:t>
        <a:bodyPr/>
        <a:lstStyle/>
        <a:p>
          <a:endParaRPr lang="en-US"/>
        </a:p>
      </dgm:t>
    </dgm:pt>
    <dgm:pt modelId="{9E69176B-B6B2-495C-A932-FABA91E15B12}" type="sibTrans" cxnId="{09391FC0-B9CB-44FE-A19F-62F9437FA03A}">
      <dgm:prSet/>
      <dgm:spPr/>
      <dgm:t>
        <a:bodyPr/>
        <a:lstStyle/>
        <a:p>
          <a:endParaRPr lang="en-US"/>
        </a:p>
      </dgm:t>
    </dgm:pt>
    <dgm:pt modelId="{8A951AF4-0066-4C5E-BCE5-32E7EA4E6C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Choose AMI (OS &amp; software)</a:t>
          </a:r>
          <a:endParaRPr lang="en-US" dirty="0"/>
        </a:p>
      </dgm:t>
    </dgm:pt>
    <dgm:pt modelId="{BD734187-D23C-41E3-8464-AFFDFBB51BBA}" type="parTrans" cxnId="{11734E48-CB29-4B36-ADD9-25662DC80754}">
      <dgm:prSet/>
      <dgm:spPr/>
      <dgm:t>
        <a:bodyPr/>
        <a:lstStyle/>
        <a:p>
          <a:endParaRPr lang="en-IN"/>
        </a:p>
      </dgm:t>
    </dgm:pt>
    <dgm:pt modelId="{3DFBEE2C-1F32-42F4-9D1E-7AB8946A5A50}" type="sibTrans" cxnId="{11734E48-CB29-4B36-ADD9-25662DC80754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60227C5C-3EBB-4A05-87FC-E78B72BBF0A3}" type="pres">
      <dgm:prSet presAssocID="{0CEFD9B0-D670-4E1E-8B5E-6FF05F4B6DE3}" presName="root" presStyleCnt="0">
        <dgm:presLayoutVars>
          <dgm:dir/>
          <dgm:resizeHandles val="exact"/>
        </dgm:presLayoutVars>
      </dgm:prSet>
      <dgm:spPr/>
    </dgm:pt>
    <dgm:pt modelId="{B258D5B2-3B2D-47E4-9EAE-E1FC2F5F0F86}" type="pres">
      <dgm:prSet presAssocID="{0CEFD9B0-D670-4E1E-8B5E-6FF05F4B6DE3}" presName="container" presStyleCnt="0">
        <dgm:presLayoutVars>
          <dgm:dir/>
          <dgm:resizeHandles val="exact"/>
        </dgm:presLayoutVars>
      </dgm:prSet>
      <dgm:spPr/>
    </dgm:pt>
    <dgm:pt modelId="{BA761C9A-301E-48BF-AC77-325CD36C6AC1}" type="pres">
      <dgm:prSet presAssocID="{85181416-261B-427F-8F42-27653BF7D973}" presName="compNode" presStyleCnt="0"/>
      <dgm:spPr/>
    </dgm:pt>
    <dgm:pt modelId="{ABE60C96-580F-442B-9A8D-C1B9052BAD76}" type="pres">
      <dgm:prSet presAssocID="{85181416-261B-427F-8F42-27653BF7D973}" presName="iconBgRect" presStyleLbl="bgShp" presStyleIdx="0" presStyleCnt="8"/>
      <dgm:spPr/>
    </dgm:pt>
    <dgm:pt modelId="{D491E030-6760-40EA-8879-993CA15E001C}" type="pres">
      <dgm:prSet presAssocID="{85181416-261B-427F-8F42-27653BF7D97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890E938-D41A-4728-82E2-BFED36633AD4}" type="pres">
      <dgm:prSet presAssocID="{85181416-261B-427F-8F42-27653BF7D973}" presName="spaceRect" presStyleCnt="0"/>
      <dgm:spPr/>
    </dgm:pt>
    <dgm:pt modelId="{D37AAA8D-6BF2-48B5-AE6E-4C71554558D3}" type="pres">
      <dgm:prSet presAssocID="{85181416-261B-427F-8F42-27653BF7D973}" presName="textRect" presStyleLbl="revTx" presStyleIdx="0" presStyleCnt="8">
        <dgm:presLayoutVars>
          <dgm:chMax val="1"/>
          <dgm:chPref val="1"/>
        </dgm:presLayoutVars>
      </dgm:prSet>
      <dgm:spPr/>
    </dgm:pt>
    <dgm:pt modelId="{03661D47-0B56-4CC9-B9BB-06EB35B4DC97}" type="pres">
      <dgm:prSet presAssocID="{9C29B53E-675F-452D-862A-5225F7A35497}" presName="sibTrans" presStyleLbl="sibTrans2D1" presStyleIdx="0" presStyleCnt="0"/>
      <dgm:spPr/>
    </dgm:pt>
    <dgm:pt modelId="{024C2835-7A11-48D2-8CED-B38EA1CDEFB9}" type="pres">
      <dgm:prSet presAssocID="{8A951AF4-0066-4C5E-BCE5-32E7EA4E6CDF}" presName="compNode" presStyleCnt="0"/>
      <dgm:spPr/>
    </dgm:pt>
    <dgm:pt modelId="{3A1220F5-F44C-4973-8D0D-7DA0744A1F35}" type="pres">
      <dgm:prSet presAssocID="{8A951AF4-0066-4C5E-BCE5-32E7EA4E6CDF}" presName="iconBgRect" presStyleLbl="bgShp" presStyleIdx="1" presStyleCnt="8"/>
      <dgm:spPr/>
    </dgm:pt>
    <dgm:pt modelId="{3FF1F8A0-6067-4188-821D-0BB257766488}" type="pres">
      <dgm:prSet presAssocID="{8A951AF4-0066-4C5E-BCE5-32E7EA4E6CD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 outline"/>
        </a:ext>
      </dgm:extLst>
    </dgm:pt>
    <dgm:pt modelId="{00B58FA3-740D-432E-905F-62D2C3626C65}" type="pres">
      <dgm:prSet presAssocID="{8A951AF4-0066-4C5E-BCE5-32E7EA4E6CDF}" presName="spaceRect" presStyleCnt="0"/>
      <dgm:spPr/>
    </dgm:pt>
    <dgm:pt modelId="{3E52CA81-C32E-4D48-88EC-742296E2183F}" type="pres">
      <dgm:prSet presAssocID="{8A951AF4-0066-4C5E-BCE5-32E7EA4E6CDF}" presName="textRect" presStyleLbl="revTx" presStyleIdx="1" presStyleCnt="8">
        <dgm:presLayoutVars>
          <dgm:chMax val="1"/>
          <dgm:chPref val="1"/>
        </dgm:presLayoutVars>
      </dgm:prSet>
      <dgm:spPr/>
    </dgm:pt>
    <dgm:pt modelId="{14F35408-2AAF-4F83-AF6F-133CDE3301D2}" type="pres">
      <dgm:prSet presAssocID="{3DFBEE2C-1F32-42F4-9D1E-7AB8946A5A50}" presName="sibTrans" presStyleLbl="sibTrans2D1" presStyleIdx="0" presStyleCnt="0"/>
      <dgm:spPr/>
    </dgm:pt>
    <dgm:pt modelId="{6394C17D-4636-435E-A416-164C863E17F3}" type="pres">
      <dgm:prSet presAssocID="{0BF9180C-B808-4E50-A783-C4461F81924D}" presName="compNode" presStyleCnt="0"/>
      <dgm:spPr/>
    </dgm:pt>
    <dgm:pt modelId="{A91EE194-C21D-4992-A3AE-E5FE421E1A54}" type="pres">
      <dgm:prSet presAssocID="{0BF9180C-B808-4E50-A783-C4461F81924D}" presName="iconBgRect" presStyleLbl="bgShp" presStyleIdx="2" presStyleCnt="8"/>
      <dgm:spPr/>
    </dgm:pt>
    <dgm:pt modelId="{C806386C-F032-45F4-90F4-42E75DAAC795}" type="pres">
      <dgm:prSet presAssocID="{0BF9180C-B808-4E50-A783-C4461F81924D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6E4D51E-1A87-404A-8029-C80FF3BB9633}" type="pres">
      <dgm:prSet presAssocID="{0BF9180C-B808-4E50-A783-C4461F81924D}" presName="spaceRect" presStyleCnt="0"/>
      <dgm:spPr/>
    </dgm:pt>
    <dgm:pt modelId="{34773DDF-6545-45DB-A68F-E2A15B445DE7}" type="pres">
      <dgm:prSet presAssocID="{0BF9180C-B808-4E50-A783-C4461F81924D}" presName="textRect" presStyleLbl="revTx" presStyleIdx="2" presStyleCnt="8">
        <dgm:presLayoutVars>
          <dgm:chMax val="1"/>
          <dgm:chPref val="1"/>
        </dgm:presLayoutVars>
      </dgm:prSet>
      <dgm:spPr/>
    </dgm:pt>
    <dgm:pt modelId="{42B9DEA2-56F3-4932-94C8-15CEBDF44BD9}" type="pres">
      <dgm:prSet presAssocID="{E766D685-D44C-4A8A-B4C5-690856A51593}" presName="sibTrans" presStyleLbl="sibTrans2D1" presStyleIdx="0" presStyleCnt="0"/>
      <dgm:spPr/>
    </dgm:pt>
    <dgm:pt modelId="{10006D6B-5BDE-4728-BB54-FF0FCA951221}" type="pres">
      <dgm:prSet presAssocID="{83DAB8EF-D698-4E84-9B81-9EFA6D101BC8}" presName="compNode" presStyleCnt="0"/>
      <dgm:spPr/>
    </dgm:pt>
    <dgm:pt modelId="{2D821A59-E3E6-4897-AAC1-11DDE7EAEF23}" type="pres">
      <dgm:prSet presAssocID="{83DAB8EF-D698-4E84-9B81-9EFA6D101BC8}" presName="iconBgRect" presStyleLbl="bgShp" presStyleIdx="3" presStyleCnt="8"/>
      <dgm:spPr/>
    </dgm:pt>
    <dgm:pt modelId="{065AFCF4-1BC1-4558-AC71-2DAF5C712667}" type="pres">
      <dgm:prSet presAssocID="{83DAB8EF-D698-4E84-9B81-9EFA6D101BC8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AD0D4D4-7530-4913-A94E-8A4D6F03548E}" type="pres">
      <dgm:prSet presAssocID="{83DAB8EF-D698-4E84-9B81-9EFA6D101BC8}" presName="spaceRect" presStyleCnt="0"/>
      <dgm:spPr/>
    </dgm:pt>
    <dgm:pt modelId="{AE720180-4A06-4B43-8722-05F731EA5604}" type="pres">
      <dgm:prSet presAssocID="{83DAB8EF-D698-4E84-9B81-9EFA6D101BC8}" presName="textRect" presStyleLbl="revTx" presStyleIdx="3" presStyleCnt="8">
        <dgm:presLayoutVars>
          <dgm:chMax val="1"/>
          <dgm:chPref val="1"/>
        </dgm:presLayoutVars>
      </dgm:prSet>
      <dgm:spPr/>
    </dgm:pt>
    <dgm:pt modelId="{5D952D1E-4F9E-4DB9-BEB0-19A10E81C535}" type="pres">
      <dgm:prSet presAssocID="{91DB2542-120D-414C-B108-0863EED663C9}" presName="sibTrans" presStyleLbl="sibTrans2D1" presStyleIdx="0" presStyleCnt="0"/>
      <dgm:spPr/>
    </dgm:pt>
    <dgm:pt modelId="{13A3F34F-B579-4D8D-9DD1-839E61B587E7}" type="pres">
      <dgm:prSet presAssocID="{920C3409-4A64-43CC-9A45-088C364AD20D}" presName="compNode" presStyleCnt="0"/>
      <dgm:spPr/>
    </dgm:pt>
    <dgm:pt modelId="{DB63CC8A-BEC7-4A11-950D-29445CD19F90}" type="pres">
      <dgm:prSet presAssocID="{920C3409-4A64-43CC-9A45-088C364AD20D}" presName="iconBgRect" presStyleLbl="bgShp" presStyleIdx="4" presStyleCnt="8"/>
      <dgm:spPr/>
    </dgm:pt>
    <dgm:pt modelId="{D29DD9AF-29C7-4FD1-9046-B709B59E1F87}" type="pres">
      <dgm:prSet presAssocID="{920C3409-4A64-43CC-9A45-088C364AD20D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4DF1C1D1-9259-464F-BB0F-4EA900D73F00}" type="pres">
      <dgm:prSet presAssocID="{920C3409-4A64-43CC-9A45-088C364AD20D}" presName="spaceRect" presStyleCnt="0"/>
      <dgm:spPr/>
    </dgm:pt>
    <dgm:pt modelId="{A615763B-BC11-441C-B36E-F195D0F6D53B}" type="pres">
      <dgm:prSet presAssocID="{920C3409-4A64-43CC-9A45-088C364AD20D}" presName="textRect" presStyleLbl="revTx" presStyleIdx="4" presStyleCnt="8">
        <dgm:presLayoutVars>
          <dgm:chMax val="1"/>
          <dgm:chPref val="1"/>
        </dgm:presLayoutVars>
      </dgm:prSet>
      <dgm:spPr/>
    </dgm:pt>
    <dgm:pt modelId="{43F13A6A-D44E-4903-80D7-761077CD16A3}" type="pres">
      <dgm:prSet presAssocID="{D3F3A82E-A887-4977-978D-CAAC5AD98657}" presName="sibTrans" presStyleLbl="sibTrans2D1" presStyleIdx="0" presStyleCnt="0"/>
      <dgm:spPr/>
    </dgm:pt>
    <dgm:pt modelId="{E335FA08-9791-439D-8FE9-8E566EA4DC48}" type="pres">
      <dgm:prSet presAssocID="{9D926CD5-530D-4BC9-AFE1-53FFFBDD5697}" presName="compNode" presStyleCnt="0"/>
      <dgm:spPr/>
    </dgm:pt>
    <dgm:pt modelId="{963A6B3F-2390-4180-A2AA-116715C14229}" type="pres">
      <dgm:prSet presAssocID="{9D926CD5-530D-4BC9-AFE1-53FFFBDD5697}" presName="iconBgRect" presStyleLbl="bgShp" presStyleIdx="5" presStyleCnt="8"/>
      <dgm:spPr/>
    </dgm:pt>
    <dgm:pt modelId="{60F2B118-137F-4768-9EE1-08BCACF722E3}" type="pres">
      <dgm:prSet presAssocID="{9D926CD5-530D-4BC9-AFE1-53FFFBDD5697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FCE779F1-09CA-463C-BF65-A13C537CC8CE}" type="pres">
      <dgm:prSet presAssocID="{9D926CD5-530D-4BC9-AFE1-53FFFBDD5697}" presName="spaceRect" presStyleCnt="0"/>
      <dgm:spPr/>
    </dgm:pt>
    <dgm:pt modelId="{01DCEF8C-CFAE-4B22-952B-A26B54156D2E}" type="pres">
      <dgm:prSet presAssocID="{9D926CD5-530D-4BC9-AFE1-53FFFBDD5697}" presName="textRect" presStyleLbl="revTx" presStyleIdx="5" presStyleCnt="8">
        <dgm:presLayoutVars>
          <dgm:chMax val="1"/>
          <dgm:chPref val="1"/>
        </dgm:presLayoutVars>
      </dgm:prSet>
      <dgm:spPr/>
    </dgm:pt>
    <dgm:pt modelId="{CC004524-F4EB-404C-B695-69B24B31B8FC}" type="pres">
      <dgm:prSet presAssocID="{FB356FBA-D657-40A8-994F-AB6E1CF424FD}" presName="sibTrans" presStyleLbl="sibTrans2D1" presStyleIdx="0" presStyleCnt="0"/>
      <dgm:spPr/>
    </dgm:pt>
    <dgm:pt modelId="{EFB7A9AB-0675-44F0-B6D2-D6BFB235AA22}" type="pres">
      <dgm:prSet presAssocID="{E8CAD2C3-8F9C-4745-BAE5-F102474DB837}" presName="compNode" presStyleCnt="0"/>
      <dgm:spPr/>
    </dgm:pt>
    <dgm:pt modelId="{154EE08F-E98D-4F45-B464-B49BE3423063}" type="pres">
      <dgm:prSet presAssocID="{E8CAD2C3-8F9C-4745-BAE5-F102474DB837}" presName="iconBgRect" presStyleLbl="bgShp" presStyleIdx="6" presStyleCnt="8"/>
      <dgm:spPr/>
    </dgm:pt>
    <dgm:pt modelId="{226D50F4-1348-4B75-B5CC-9226C0122DE1}" type="pres">
      <dgm:prSet presAssocID="{E8CAD2C3-8F9C-4745-BAE5-F102474DB837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0B2519E-FC91-4C53-9E97-9B1E41E260AD}" type="pres">
      <dgm:prSet presAssocID="{E8CAD2C3-8F9C-4745-BAE5-F102474DB837}" presName="spaceRect" presStyleCnt="0"/>
      <dgm:spPr/>
    </dgm:pt>
    <dgm:pt modelId="{6D59E967-66B0-4ED0-8389-91D03C36F80E}" type="pres">
      <dgm:prSet presAssocID="{E8CAD2C3-8F9C-4745-BAE5-F102474DB837}" presName="textRect" presStyleLbl="revTx" presStyleIdx="6" presStyleCnt="8">
        <dgm:presLayoutVars>
          <dgm:chMax val="1"/>
          <dgm:chPref val="1"/>
        </dgm:presLayoutVars>
      </dgm:prSet>
      <dgm:spPr/>
    </dgm:pt>
    <dgm:pt modelId="{2480CA1B-C9D9-4B09-B50F-366040303347}" type="pres">
      <dgm:prSet presAssocID="{C5FB24E9-970B-402F-A5F1-03292699DD35}" presName="sibTrans" presStyleLbl="sibTrans2D1" presStyleIdx="0" presStyleCnt="0"/>
      <dgm:spPr/>
    </dgm:pt>
    <dgm:pt modelId="{F1F11011-E085-43C7-A227-ECFBE7DF0C38}" type="pres">
      <dgm:prSet presAssocID="{1FF22604-B93A-4C97-91B9-1FF0EAF51682}" presName="compNode" presStyleCnt="0"/>
      <dgm:spPr/>
    </dgm:pt>
    <dgm:pt modelId="{DCAF141F-0413-477D-BBF0-5444068DB8A0}" type="pres">
      <dgm:prSet presAssocID="{1FF22604-B93A-4C97-91B9-1FF0EAF51682}" presName="iconBgRect" presStyleLbl="bgShp" presStyleIdx="7" presStyleCnt="8"/>
      <dgm:spPr/>
    </dgm:pt>
    <dgm:pt modelId="{2599A860-8D60-40D7-90A6-3C2E15FA3B2D}" type="pres">
      <dgm:prSet presAssocID="{1FF22604-B93A-4C97-91B9-1FF0EAF51682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9EAEFDAA-C963-4038-9219-D9821202825A}" type="pres">
      <dgm:prSet presAssocID="{1FF22604-B93A-4C97-91B9-1FF0EAF51682}" presName="spaceRect" presStyleCnt="0"/>
      <dgm:spPr/>
    </dgm:pt>
    <dgm:pt modelId="{91818A6D-3840-4815-AECC-E9D9A0C5A507}" type="pres">
      <dgm:prSet presAssocID="{1FF22604-B93A-4C97-91B9-1FF0EAF51682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149D190C-BA1A-4D07-942E-585DD0E50C77}" type="presOf" srcId="{85181416-261B-427F-8F42-27653BF7D973}" destId="{D37AAA8D-6BF2-48B5-AE6E-4C71554558D3}" srcOrd="0" destOrd="0" presId="urn:microsoft.com/office/officeart/2018/2/layout/IconCircleList"/>
    <dgm:cxn modelId="{11E6530D-E88D-4351-9503-2923D474D6A0}" type="presOf" srcId="{0BF9180C-B808-4E50-A783-C4461F81924D}" destId="{34773DDF-6545-45DB-A68F-E2A15B445DE7}" srcOrd="0" destOrd="0" presId="urn:microsoft.com/office/officeart/2018/2/layout/IconCircleList"/>
    <dgm:cxn modelId="{413B750E-6CB6-46FF-A37E-84A8210415F6}" type="presOf" srcId="{9D926CD5-530D-4BC9-AFE1-53FFFBDD5697}" destId="{01DCEF8C-CFAE-4B22-952B-A26B54156D2E}" srcOrd="0" destOrd="0" presId="urn:microsoft.com/office/officeart/2018/2/layout/IconCircleList"/>
    <dgm:cxn modelId="{FDEFBE16-35B9-4AC7-8D08-C30DCB5DC58C}" type="presOf" srcId="{1FF22604-B93A-4C97-91B9-1FF0EAF51682}" destId="{91818A6D-3840-4815-AECC-E9D9A0C5A507}" srcOrd="0" destOrd="0" presId="urn:microsoft.com/office/officeart/2018/2/layout/IconCircleList"/>
    <dgm:cxn modelId="{D9F0021A-B377-4A9D-AA18-B43E650610B2}" type="presOf" srcId="{E766D685-D44C-4A8A-B4C5-690856A51593}" destId="{42B9DEA2-56F3-4932-94C8-15CEBDF44BD9}" srcOrd="0" destOrd="0" presId="urn:microsoft.com/office/officeart/2018/2/layout/IconCircleList"/>
    <dgm:cxn modelId="{52367722-097C-4EDB-A762-B1B915723297}" type="presOf" srcId="{D3F3A82E-A887-4977-978D-CAAC5AD98657}" destId="{43F13A6A-D44E-4903-80D7-761077CD16A3}" srcOrd="0" destOrd="0" presId="urn:microsoft.com/office/officeart/2018/2/layout/IconCircleList"/>
    <dgm:cxn modelId="{16C67223-36E1-479D-BB52-F0505179A96F}" type="presOf" srcId="{9C29B53E-675F-452D-862A-5225F7A35497}" destId="{03661D47-0B56-4CC9-B9BB-06EB35B4DC97}" srcOrd="0" destOrd="0" presId="urn:microsoft.com/office/officeart/2018/2/layout/IconCircleList"/>
    <dgm:cxn modelId="{5D438B23-90C5-4444-87F3-444C49C6E04B}" type="presOf" srcId="{E8CAD2C3-8F9C-4745-BAE5-F102474DB837}" destId="{6D59E967-66B0-4ED0-8389-91D03C36F80E}" srcOrd="0" destOrd="0" presId="urn:microsoft.com/office/officeart/2018/2/layout/IconCircleList"/>
    <dgm:cxn modelId="{7272B923-D3AD-4D42-969D-7974433190D1}" srcId="{0CEFD9B0-D670-4E1E-8B5E-6FF05F4B6DE3}" destId="{E8CAD2C3-8F9C-4745-BAE5-F102474DB837}" srcOrd="6" destOrd="0" parTransId="{754E4B36-DBA9-42AA-BEB2-F20B4301A3AC}" sibTransId="{C5FB24E9-970B-402F-A5F1-03292699DD35}"/>
    <dgm:cxn modelId="{48B90F37-FA9B-48FD-BB22-D48DF2E2B422}" type="presOf" srcId="{91DB2542-120D-414C-B108-0863EED663C9}" destId="{5D952D1E-4F9E-4DB9-BEB0-19A10E81C535}" srcOrd="0" destOrd="0" presId="urn:microsoft.com/office/officeart/2018/2/layout/IconCircleList"/>
    <dgm:cxn modelId="{90B1F23C-C5FC-4856-B2FF-C08AA24B2C1E}" srcId="{0CEFD9B0-D670-4E1E-8B5E-6FF05F4B6DE3}" destId="{0BF9180C-B808-4E50-A783-C4461F81924D}" srcOrd="2" destOrd="0" parTransId="{C1EF345F-0B3B-411F-80E5-28C8DDE812D0}" sibTransId="{E766D685-D44C-4A8A-B4C5-690856A51593}"/>
    <dgm:cxn modelId="{11734E48-CB29-4B36-ADD9-25662DC80754}" srcId="{0CEFD9B0-D670-4E1E-8B5E-6FF05F4B6DE3}" destId="{8A951AF4-0066-4C5E-BCE5-32E7EA4E6CDF}" srcOrd="1" destOrd="0" parTransId="{BD734187-D23C-41E3-8464-AFFDFBB51BBA}" sibTransId="{3DFBEE2C-1F32-42F4-9D1E-7AB8946A5A50}"/>
    <dgm:cxn modelId="{43831D69-F63F-4BD9-80D2-23CFABC0454D}" type="presOf" srcId="{FB356FBA-D657-40A8-994F-AB6E1CF424FD}" destId="{CC004524-F4EB-404C-B695-69B24B31B8FC}" srcOrd="0" destOrd="0" presId="urn:microsoft.com/office/officeart/2018/2/layout/IconCircleList"/>
    <dgm:cxn modelId="{8FFFD849-55E7-4A4F-A190-A7AE0DA22CD7}" type="presOf" srcId="{C5FB24E9-970B-402F-A5F1-03292699DD35}" destId="{2480CA1B-C9D9-4B09-B50F-366040303347}" srcOrd="0" destOrd="0" presId="urn:microsoft.com/office/officeart/2018/2/layout/IconCircleList"/>
    <dgm:cxn modelId="{2CB5C16F-49F3-4F9C-98D7-277054063172}" type="presOf" srcId="{0CEFD9B0-D670-4E1E-8B5E-6FF05F4B6DE3}" destId="{60227C5C-3EBB-4A05-87FC-E78B72BBF0A3}" srcOrd="0" destOrd="0" presId="urn:microsoft.com/office/officeart/2018/2/layout/IconCircleList"/>
    <dgm:cxn modelId="{E7A4BF54-3338-4668-9264-CBFA3D3BCED8}" type="presOf" srcId="{920C3409-4A64-43CC-9A45-088C364AD20D}" destId="{A615763B-BC11-441C-B36E-F195D0F6D53B}" srcOrd="0" destOrd="0" presId="urn:microsoft.com/office/officeart/2018/2/layout/IconCircleList"/>
    <dgm:cxn modelId="{150A0558-751D-48AB-95BB-E41F11BC082E}" srcId="{0CEFD9B0-D670-4E1E-8B5E-6FF05F4B6DE3}" destId="{9D926CD5-530D-4BC9-AFE1-53FFFBDD5697}" srcOrd="5" destOrd="0" parTransId="{C744C62A-7C97-4CA6-BF34-ABF7B75251E1}" sibTransId="{FB356FBA-D657-40A8-994F-AB6E1CF424FD}"/>
    <dgm:cxn modelId="{B064E87B-DD6E-4299-8A6B-A3F279C5AE21}" type="presOf" srcId="{8A951AF4-0066-4C5E-BCE5-32E7EA4E6CDF}" destId="{3E52CA81-C32E-4D48-88EC-742296E2183F}" srcOrd="0" destOrd="0" presId="urn:microsoft.com/office/officeart/2018/2/layout/IconCircleList"/>
    <dgm:cxn modelId="{C5F72D87-4539-45E9-A1D8-268A495E98F1}" srcId="{0CEFD9B0-D670-4E1E-8B5E-6FF05F4B6DE3}" destId="{920C3409-4A64-43CC-9A45-088C364AD20D}" srcOrd="4" destOrd="0" parTransId="{5EA01B6D-1BE5-4E76-9A97-0F81609F3EEA}" sibTransId="{D3F3A82E-A887-4977-978D-CAAC5AD98657}"/>
    <dgm:cxn modelId="{456BDCA3-3B6B-47FC-9D00-78C9B443F47D}" type="presOf" srcId="{83DAB8EF-D698-4E84-9B81-9EFA6D101BC8}" destId="{AE720180-4A06-4B43-8722-05F731EA5604}" srcOrd="0" destOrd="0" presId="urn:microsoft.com/office/officeart/2018/2/layout/IconCircleList"/>
    <dgm:cxn modelId="{09391FC0-B9CB-44FE-A19F-62F9437FA03A}" srcId="{0CEFD9B0-D670-4E1E-8B5E-6FF05F4B6DE3}" destId="{1FF22604-B93A-4C97-91B9-1FF0EAF51682}" srcOrd="7" destOrd="0" parTransId="{2867FFF2-AADD-4884-BEB8-D7F5541897C0}" sibTransId="{9E69176B-B6B2-495C-A932-FABA91E15B12}"/>
    <dgm:cxn modelId="{8C4F55D2-0437-44B7-B768-1A0696AF1200}" srcId="{0CEFD9B0-D670-4E1E-8B5E-6FF05F4B6DE3}" destId="{83DAB8EF-D698-4E84-9B81-9EFA6D101BC8}" srcOrd="3" destOrd="0" parTransId="{1102D84B-979E-4D3F-8956-0EED30EB4515}" sibTransId="{91DB2542-120D-414C-B108-0863EED663C9}"/>
    <dgm:cxn modelId="{F7E50CD7-8967-43F9-9761-21B9134CDDB5}" srcId="{0CEFD9B0-D670-4E1E-8B5E-6FF05F4B6DE3}" destId="{85181416-261B-427F-8F42-27653BF7D973}" srcOrd="0" destOrd="0" parTransId="{C0395D98-E16E-48F4-8B8F-7F9FC204D8D3}" sibTransId="{9C29B53E-675F-452D-862A-5225F7A35497}"/>
    <dgm:cxn modelId="{5108CCF3-93DC-43C6-A5B1-BCA9BF1CFC31}" type="presOf" srcId="{3DFBEE2C-1F32-42F4-9D1E-7AB8946A5A50}" destId="{14F35408-2AAF-4F83-AF6F-133CDE3301D2}" srcOrd="0" destOrd="0" presId="urn:microsoft.com/office/officeart/2018/2/layout/IconCircleList"/>
    <dgm:cxn modelId="{A21AFFED-90F3-403C-AEAB-E56AAF24D41F}" type="presParOf" srcId="{60227C5C-3EBB-4A05-87FC-E78B72BBF0A3}" destId="{B258D5B2-3B2D-47E4-9EAE-E1FC2F5F0F86}" srcOrd="0" destOrd="0" presId="urn:microsoft.com/office/officeart/2018/2/layout/IconCircleList"/>
    <dgm:cxn modelId="{1FBEA497-E982-4FF0-9981-45081D0D0DDA}" type="presParOf" srcId="{B258D5B2-3B2D-47E4-9EAE-E1FC2F5F0F86}" destId="{BA761C9A-301E-48BF-AC77-325CD36C6AC1}" srcOrd="0" destOrd="0" presId="urn:microsoft.com/office/officeart/2018/2/layout/IconCircleList"/>
    <dgm:cxn modelId="{EE351869-B3E3-40ED-A4CF-726E6F7DBDE5}" type="presParOf" srcId="{BA761C9A-301E-48BF-AC77-325CD36C6AC1}" destId="{ABE60C96-580F-442B-9A8D-C1B9052BAD76}" srcOrd="0" destOrd="0" presId="urn:microsoft.com/office/officeart/2018/2/layout/IconCircleList"/>
    <dgm:cxn modelId="{D16BF567-B120-4435-B1F7-04AF5EFFE1C2}" type="presParOf" srcId="{BA761C9A-301E-48BF-AC77-325CD36C6AC1}" destId="{D491E030-6760-40EA-8879-993CA15E001C}" srcOrd="1" destOrd="0" presId="urn:microsoft.com/office/officeart/2018/2/layout/IconCircleList"/>
    <dgm:cxn modelId="{F0AC5D88-EA3A-4A25-AFA8-7D6FA22BBF33}" type="presParOf" srcId="{BA761C9A-301E-48BF-AC77-325CD36C6AC1}" destId="{2890E938-D41A-4728-82E2-BFED36633AD4}" srcOrd="2" destOrd="0" presId="urn:microsoft.com/office/officeart/2018/2/layout/IconCircleList"/>
    <dgm:cxn modelId="{A7532D4C-0B83-4025-A542-F63938AAA9AF}" type="presParOf" srcId="{BA761C9A-301E-48BF-AC77-325CD36C6AC1}" destId="{D37AAA8D-6BF2-48B5-AE6E-4C71554558D3}" srcOrd="3" destOrd="0" presId="urn:microsoft.com/office/officeart/2018/2/layout/IconCircleList"/>
    <dgm:cxn modelId="{1535931B-FB3D-4638-BCCD-AB4B337818FA}" type="presParOf" srcId="{B258D5B2-3B2D-47E4-9EAE-E1FC2F5F0F86}" destId="{03661D47-0B56-4CC9-B9BB-06EB35B4DC97}" srcOrd="1" destOrd="0" presId="urn:microsoft.com/office/officeart/2018/2/layout/IconCircleList"/>
    <dgm:cxn modelId="{3EB30101-2C27-45F6-8BBC-0584A4C438A9}" type="presParOf" srcId="{B258D5B2-3B2D-47E4-9EAE-E1FC2F5F0F86}" destId="{024C2835-7A11-48D2-8CED-B38EA1CDEFB9}" srcOrd="2" destOrd="0" presId="urn:microsoft.com/office/officeart/2018/2/layout/IconCircleList"/>
    <dgm:cxn modelId="{8B714919-8155-4FED-8C66-C85861CE9964}" type="presParOf" srcId="{024C2835-7A11-48D2-8CED-B38EA1CDEFB9}" destId="{3A1220F5-F44C-4973-8D0D-7DA0744A1F35}" srcOrd="0" destOrd="0" presId="urn:microsoft.com/office/officeart/2018/2/layout/IconCircleList"/>
    <dgm:cxn modelId="{0CA27652-AE3F-4173-AE88-6A2C03DAA84D}" type="presParOf" srcId="{024C2835-7A11-48D2-8CED-B38EA1CDEFB9}" destId="{3FF1F8A0-6067-4188-821D-0BB257766488}" srcOrd="1" destOrd="0" presId="urn:microsoft.com/office/officeart/2018/2/layout/IconCircleList"/>
    <dgm:cxn modelId="{88499FD3-35F2-4A07-A051-E53702861624}" type="presParOf" srcId="{024C2835-7A11-48D2-8CED-B38EA1CDEFB9}" destId="{00B58FA3-740D-432E-905F-62D2C3626C65}" srcOrd="2" destOrd="0" presId="urn:microsoft.com/office/officeart/2018/2/layout/IconCircleList"/>
    <dgm:cxn modelId="{6DDF0756-25D5-4B96-A331-0AA969A45301}" type="presParOf" srcId="{024C2835-7A11-48D2-8CED-B38EA1CDEFB9}" destId="{3E52CA81-C32E-4D48-88EC-742296E2183F}" srcOrd="3" destOrd="0" presId="urn:microsoft.com/office/officeart/2018/2/layout/IconCircleList"/>
    <dgm:cxn modelId="{03CC4F66-E40C-46EE-ADAE-C4B2ECCAE2F6}" type="presParOf" srcId="{B258D5B2-3B2D-47E4-9EAE-E1FC2F5F0F86}" destId="{14F35408-2AAF-4F83-AF6F-133CDE3301D2}" srcOrd="3" destOrd="0" presId="urn:microsoft.com/office/officeart/2018/2/layout/IconCircleList"/>
    <dgm:cxn modelId="{54EB479F-55EC-49D4-900D-26A0F9405287}" type="presParOf" srcId="{B258D5B2-3B2D-47E4-9EAE-E1FC2F5F0F86}" destId="{6394C17D-4636-435E-A416-164C863E17F3}" srcOrd="4" destOrd="0" presId="urn:microsoft.com/office/officeart/2018/2/layout/IconCircleList"/>
    <dgm:cxn modelId="{3DFDDFAA-9557-4A6D-88A0-7114796B8FC4}" type="presParOf" srcId="{6394C17D-4636-435E-A416-164C863E17F3}" destId="{A91EE194-C21D-4992-A3AE-E5FE421E1A54}" srcOrd="0" destOrd="0" presId="urn:microsoft.com/office/officeart/2018/2/layout/IconCircleList"/>
    <dgm:cxn modelId="{1DF61670-B97F-4E3D-B80D-CA656652BFB5}" type="presParOf" srcId="{6394C17D-4636-435E-A416-164C863E17F3}" destId="{C806386C-F032-45F4-90F4-42E75DAAC795}" srcOrd="1" destOrd="0" presId="urn:microsoft.com/office/officeart/2018/2/layout/IconCircleList"/>
    <dgm:cxn modelId="{BD373D3F-BD14-4E2C-87AF-A09CB9229ACC}" type="presParOf" srcId="{6394C17D-4636-435E-A416-164C863E17F3}" destId="{76E4D51E-1A87-404A-8029-C80FF3BB9633}" srcOrd="2" destOrd="0" presId="urn:microsoft.com/office/officeart/2018/2/layout/IconCircleList"/>
    <dgm:cxn modelId="{BA7F0471-407C-44EF-9D0B-BDF8095FAD7A}" type="presParOf" srcId="{6394C17D-4636-435E-A416-164C863E17F3}" destId="{34773DDF-6545-45DB-A68F-E2A15B445DE7}" srcOrd="3" destOrd="0" presId="urn:microsoft.com/office/officeart/2018/2/layout/IconCircleList"/>
    <dgm:cxn modelId="{DD537791-5D32-4F8C-A31D-C97E643A675C}" type="presParOf" srcId="{B258D5B2-3B2D-47E4-9EAE-E1FC2F5F0F86}" destId="{42B9DEA2-56F3-4932-94C8-15CEBDF44BD9}" srcOrd="5" destOrd="0" presId="urn:microsoft.com/office/officeart/2018/2/layout/IconCircleList"/>
    <dgm:cxn modelId="{5B20C0AD-3626-42EB-9F04-881ADC6A0EA6}" type="presParOf" srcId="{B258D5B2-3B2D-47E4-9EAE-E1FC2F5F0F86}" destId="{10006D6B-5BDE-4728-BB54-FF0FCA951221}" srcOrd="6" destOrd="0" presId="urn:microsoft.com/office/officeart/2018/2/layout/IconCircleList"/>
    <dgm:cxn modelId="{45A12A3D-97E4-4D18-8878-60BAFB00C3F6}" type="presParOf" srcId="{10006D6B-5BDE-4728-BB54-FF0FCA951221}" destId="{2D821A59-E3E6-4897-AAC1-11DDE7EAEF23}" srcOrd="0" destOrd="0" presId="urn:microsoft.com/office/officeart/2018/2/layout/IconCircleList"/>
    <dgm:cxn modelId="{B9805033-E83B-43C9-83C5-A8D16173784A}" type="presParOf" srcId="{10006D6B-5BDE-4728-BB54-FF0FCA951221}" destId="{065AFCF4-1BC1-4558-AC71-2DAF5C712667}" srcOrd="1" destOrd="0" presId="urn:microsoft.com/office/officeart/2018/2/layout/IconCircleList"/>
    <dgm:cxn modelId="{6520A428-29F5-4778-A081-3643EBFFE9A1}" type="presParOf" srcId="{10006D6B-5BDE-4728-BB54-FF0FCA951221}" destId="{3AD0D4D4-7530-4913-A94E-8A4D6F03548E}" srcOrd="2" destOrd="0" presId="urn:microsoft.com/office/officeart/2018/2/layout/IconCircleList"/>
    <dgm:cxn modelId="{C5FEDBB0-9541-4669-9A31-21B71ABC8DA9}" type="presParOf" srcId="{10006D6B-5BDE-4728-BB54-FF0FCA951221}" destId="{AE720180-4A06-4B43-8722-05F731EA5604}" srcOrd="3" destOrd="0" presId="urn:microsoft.com/office/officeart/2018/2/layout/IconCircleList"/>
    <dgm:cxn modelId="{C3513DF9-F025-4A0F-970A-E5D420E88BB0}" type="presParOf" srcId="{B258D5B2-3B2D-47E4-9EAE-E1FC2F5F0F86}" destId="{5D952D1E-4F9E-4DB9-BEB0-19A10E81C535}" srcOrd="7" destOrd="0" presId="urn:microsoft.com/office/officeart/2018/2/layout/IconCircleList"/>
    <dgm:cxn modelId="{EE9F256F-8567-40D9-9F76-ECE8A9649DD4}" type="presParOf" srcId="{B258D5B2-3B2D-47E4-9EAE-E1FC2F5F0F86}" destId="{13A3F34F-B579-4D8D-9DD1-839E61B587E7}" srcOrd="8" destOrd="0" presId="urn:microsoft.com/office/officeart/2018/2/layout/IconCircleList"/>
    <dgm:cxn modelId="{F602B329-64E9-4170-ADD6-27E64E6BE44B}" type="presParOf" srcId="{13A3F34F-B579-4D8D-9DD1-839E61B587E7}" destId="{DB63CC8A-BEC7-4A11-950D-29445CD19F90}" srcOrd="0" destOrd="0" presId="urn:microsoft.com/office/officeart/2018/2/layout/IconCircleList"/>
    <dgm:cxn modelId="{BE27FEBA-2561-492F-86DD-2F7F0A65403C}" type="presParOf" srcId="{13A3F34F-B579-4D8D-9DD1-839E61B587E7}" destId="{D29DD9AF-29C7-4FD1-9046-B709B59E1F87}" srcOrd="1" destOrd="0" presId="urn:microsoft.com/office/officeart/2018/2/layout/IconCircleList"/>
    <dgm:cxn modelId="{0A3F874E-ABA1-419E-9022-D818A6EB24BF}" type="presParOf" srcId="{13A3F34F-B579-4D8D-9DD1-839E61B587E7}" destId="{4DF1C1D1-9259-464F-BB0F-4EA900D73F00}" srcOrd="2" destOrd="0" presId="urn:microsoft.com/office/officeart/2018/2/layout/IconCircleList"/>
    <dgm:cxn modelId="{F35D185E-D264-408A-BF52-CEE1C568FC90}" type="presParOf" srcId="{13A3F34F-B579-4D8D-9DD1-839E61B587E7}" destId="{A615763B-BC11-441C-B36E-F195D0F6D53B}" srcOrd="3" destOrd="0" presId="urn:microsoft.com/office/officeart/2018/2/layout/IconCircleList"/>
    <dgm:cxn modelId="{BF20C777-01A6-4E9B-8764-F158E3C34220}" type="presParOf" srcId="{B258D5B2-3B2D-47E4-9EAE-E1FC2F5F0F86}" destId="{43F13A6A-D44E-4903-80D7-761077CD16A3}" srcOrd="9" destOrd="0" presId="urn:microsoft.com/office/officeart/2018/2/layout/IconCircleList"/>
    <dgm:cxn modelId="{E5FDE15C-4F1E-4A7F-8F4C-11A757D77346}" type="presParOf" srcId="{B258D5B2-3B2D-47E4-9EAE-E1FC2F5F0F86}" destId="{E335FA08-9791-439D-8FE9-8E566EA4DC48}" srcOrd="10" destOrd="0" presId="urn:microsoft.com/office/officeart/2018/2/layout/IconCircleList"/>
    <dgm:cxn modelId="{EABBDE14-AC72-416C-B0CB-D9B3C58E691F}" type="presParOf" srcId="{E335FA08-9791-439D-8FE9-8E566EA4DC48}" destId="{963A6B3F-2390-4180-A2AA-116715C14229}" srcOrd="0" destOrd="0" presId="urn:microsoft.com/office/officeart/2018/2/layout/IconCircleList"/>
    <dgm:cxn modelId="{FADE7C06-76E8-4D73-98C3-FC071F0FB946}" type="presParOf" srcId="{E335FA08-9791-439D-8FE9-8E566EA4DC48}" destId="{60F2B118-137F-4768-9EE1-08BCACF722E3}" srcOrd="1" destOrd="0" presId="urn:microsoft.com/office/officeart/2018/2/layout/IconCircleList"/>
    <dgm:cxn modelId="{F581AD94-52F5-41DF-95A7-51FAFC3C11F0}" type="presParOf" srcId="{E335FA08-9791-439D-8FE9-8E566EA4DC48}" destId="{FCE779F1-09CA-463C-BF65-A13C537CC8CE}" srcOrd="2" destOrd="0" presId="urn:microsoft.com/office/officeart/2018/2/layout/IconCircleList"/>
    <dgm:cxn modelId="{5D9C0E9B-9BB0-4C79-94D4-2AA311A284C7}" type="presParOf" srcId="{E335FA08-9791-439D-8FE9-8E566EA4DC48}" destId="{01DCEF8C-CFAE-4B22-952B-A26B54156D2E}" srcOrd="3" destOrd="0" presId="urn:microsoft.com/office/officeart/2018/2/layout/IconCircleList"/>
    <dgm:cxn modelId="{C061C188-10D4-4819-A4E3-DA9A2093D047}" type="presParOf" srcId="{B258D5B2-3B2D-47E4-9EAE-E1FC2F5F0F86}" destId="{CC004524-F4EB-404C-B695-69B24B31B8FC}" srcOrd="11" destOrd="0" presId="urn:microsoft.com/office/officeart/2018/2/layout/IconCircleList"/>
    <dgm:cxn modelId="{F53C7E92-4416-42C0-A107-BD0378EF92AF}" type="presParOf" srcId="{B258D5B2-3B2D-47E4-9EAE-E1FC2F5F0F86}" destId="{EFB7A9AB-0675-44F0-B6D2-D6BFB235AA22}" srcOrd="12" destOrd="0" presId="urn:microsoft.com/office/officeart/2018/2/layout/IconCircleList"/>
    <dgm:cxn modelId="{0B58536C-69A6-47FF-82E8-DE78C66915B0}" type="presParOf" srcId="{EFB7A9AB-0675-44F0-B6D2-D6BFB235AA22}" destId="{154EE08F-E98D-4F45-B464-B49BE3423063}" srcOrd="0" destOrd="0" presId="urn:microsoft.com/office/officeart/2018/2/layout/IconCircleList"/>
    <dgm:cxn modelId="{288CF77A-841F-488C-9CCF-B84F442352C4}" type="presParOf" srcId="{EFB7A9AB-0675-44F0-B6D2-D6BFB235AA22}" destId="{226D50F4-1348-4B75-B5CC-9226C0122DE1}" srcOrd="1" destOrd="0" presId="urn:microsoft.com/office/officeart/2018/2/layout/IconCircleList"/>
    <dgm:cxn modelId="{48424A09-467B-4FFD-894D-3E035E3A84A2}" type="presParOf" srcId="{EFB7A9AB-0675-44F0-B6D2-D6BFB235AA22}" destId="{00B2519E-FC91-4C53-9E97-9B1E41E260AD}" srcOrd="2" destOrd="0" presId="urn:microsoft.com/office/officeart/2018/2/layout/IconCircleList"/>
    <dgm:cxn modelId="{3137F8A7-2025-408E-98EE-2503F99014CA}" type="presParOf" srcId="{EFB7A9AB-0675-44F0-B6D2-D6BFB235AA22}" destId="{6D59E967-66B0-4ED0-8389-91D03C36F80E}" srcOrd="3" destOrd="0" presId="urn:microsoft.com/office/officeart/2018/2/layout/IconCircleList"/>
    <dgm:cxn modelId="{B3422EA0-D917-47A1-8765-7DE3D0A24769}" type="presParOf" srcId="{B258D5B2-3B2D-47E4-9EAE-E1FC2F5F0F86}" destId="{2480CA1B-C9D9-4B09-B50F-366040303347}" srcOrd="13" destOrd="0" presId="urn:microsoft.com/office/officeart/2018/2/layout/IconCircleList"/>
    <dgm:cxn modelId="{B5CC928B-8387-495E-92C4-57D99D63DE32}" type="presParOf" srcId="{B258D5B2-3B2D-47E4-9EAE-E1FC2F5F0F86}" destId="{F1F11011-E085-43C7-A227-ECFBE7DF0C38}" srcOrd="14" destOrd="0" presId="urn:microsoft.com/office/officeart/2018/2/layout/IconCircleList"/>
    <dgm:cxn modelId="{3D051689-C158-4EC8-B66D-AF39FB8F9560}" type="presParOf" srcId="{F1F11011-E085-43C7-A227-ECFBE7DF0C38}" destId="{DCAF141F-0413-477D-BBF0-5444068DB8A0}" srcOrd="0" destOrd="0" presId="urn:microsoft.com/office/officeart/2018/2/layout/IconCircleList"/>
    <dgm:cxn modelId="{81D29FD3-4AB3-49F0-B3AB-AB44AF396E5F}" type="presParOf" srcId="{F1F11011-E085-43C7-A227-ECFBE7DF0C38}" destId="{2599A860-8D60-40D7-90A6-3C2E15FA3B2D}" srcOrd="1" destOrd="0" presId="urn:microsoft.com/office/officeart/2018/2/layout/IconCircleList"/>
    <dgm:cxn modelId="{D184AC17-6EDC-4CC5-AEE7-FC18BB46CE16}" type="presParOf" srcId="{F1F11011-E085-43C7-A227-ECFBE7DF0C38}" destId="{9EAEFDAA-C963-4038-9219-D9821202825A}" srcOrd="2" destOrd="0" presId="urn:microsoft.com/office/officeart/2018/2/layout/IconCircleList"/>
    <dgm:cxn modelId="{1F2BBD6D-8651-4F38-AC20-836CFFEA7B03}" type="presParOf" srcId="{F1F11011-E085-43C7-A227-ECFBE7DF0C38}" destId="{91818A6D-3840-4815-AECC-E9D9A0C5A50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6549AF-7B23-464F-8431-7C3A5241E0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A1DA1E-A322-499B-BC5E-A8848516C4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Tags are </a:t>
          </a:r>
          <a:r>
            <a:rPr lang="en-US" b="1" i="0" baseline="0"/>
            <a:t>labels in key-value format</a:t>
          </a:r>
          <a:r>
            <a:rPr lang="en-US" b="0" i="0" baseline="0"/>
            <a:t> that you attach to AWS resources like EC2, S3, RDS, etc.</a:t>
          </a:r>
          <a:endParaRPr lang="en-US"/>
        </a:p>
      </dgm:t>
    </dgm:pt>
    <dgm:pt modelId="{CC8278A6-FB6B-40DC-82F2-5418A27F5365}" type="parTrans" cxnId="{7715CD4A-A776-409D-8878-FDF0CB4EB11C}">
      <dgm:prSet/>
      <dgm:spPr/>
      <dgm:t>
        <a:bodyPr/>
        <a:lstStyle/>
        <a:p>
          <a:endParaRPr lang="en-US"/>
        </a:p>
      </dgm:t>
    </dgm:pt>
    <dgm:pt modelId="{A6A0E622-F6F9-4CE3-B84D-026FC0392424}" type="sibTrans" cxnId="{7715CD4A-A776-409D-8878-FDF0CB4EB11C}">
      <dgm:prSet/>
      <dgm:spPr/>
      <dgm:t>
        <a:bodyPr/>
        <a:lstStyle/>
        <a:p>
          <a:endParaRPr lang="en-US"/>
        </a:p>
      </dgm:t>
    </dgm:pt>
    <dgm:pt modelId="{C7D0C295-1FE8-4F4A-BFB0-AE2A0FFA73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Example: Key = Name, Value = WebServer1.</a:t>
          </a:r>
          <a:endParaRPr lang="en-US" dirty="0"/>
        </a:p>
      </dgm:t>
    </dgm:pt>
    <dgm:pt modelId="{9F0117CE-0B52-4B51-95EC-AA707F07051F}" type="parTrans" cxnId="{30BCA102-F72B-4639-BEF2-983593F7D43D}">
      <dgm:prSet/>
      <dgm:spPr/>
      <dgm:t>
        <a:bodyPr/>
        <a:lstStyle/>
        <a:p>
          <a:endParaRPr lang="en-US"/>
        </a:p>
      </dgm:t>
    </dgm:pt>
    <dgm:pt modelId="{A805779E-396D-4F0A-8F93-4D532CDBA4BC}" type="sibTrans" cxnId="{30BCA102-F72B-4639-BEF2-983593F7D43D}">
      <dgm:prSet/>
      <dgm:spPr/>
      <dgm:t>
        <a:bodyPr/>
        <a:lstStyle/>
        <a:p>
          <a:endParaRPr lang="en-US"/>
        </a:p>
      </dgm:t>
    </dgm:pt>
    <dgm:pt modelId="{EF32EDC6-0A2E-4A04-9318-336434DD512A}" type="pres">
      <dgm:prSet presAssocID="{386549AF-7B23-464F-8431-7C3A5241E060}" presName="root" presStyleCnt="0">
        <dgm:presLayoutVars>
          <dgm:dir/>
          <dgm:resizeHandles val="exact"/>
        </dgm:presLayoutVars>
      </dgm:prSet>
      <dgm:spPr/>
    </dgm:pt>
    <dgm:pt modelId="{066B142F-79EA-4315-A466-8FD0239D4E0E}" type="pres">
      <dgm:prSet presAssocID="{2DA1DA1E-A322-499B-BC5E-A8848516C4EE}" presName="compNode" presStyleCnt="0"/>
      <dgm:spPr/>
    </dgm:pt>
    <dgm:pt modelId="{D765C8A6-FA8F-4906-B5EC-E26C74158C42}" type="pres">
      <dgm:prSet presAssocID="{2DA1DA1E-A322-499B-BC5E-A8848516C4EE}" presName="bgRect" presStyleLbl="bgShp" presStyleIdx="0" presStyleCnt="2"/>
      <dgm:spPr/>
    </dgm:pt>
    <dgm:pt modelId="{1A3CB86B-457D-40CD-8384-C0C112C2D5B4}" type="pres">
      <dgm:prSet presAssocID="{2DA1DA1E-A322-499B-BC5E-A8848516C4E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E69EDDF6-9F06-4326-9B9A-12DD731941E2}" type="pres">
      <dgm:prSet presAssocID="{2DA1DA1E-A322-499B-BC5E-A8848516C4EE}" presName="spaceRect" presStyleCnt="0"/>
      <dgm:spPr/>
    </dgm:pt>
    <dgm:pt modelId="{5A9C6E13-AF2B-479B-ADEC-537EF8E9F3DA}" type="pres">
      <dgm:prSet presAssocID="{2DA1DA1E-A322-499B-BC5E-A8848516C4EE}" presName="parTx" presStyleLbl="revTx" presStyleIdx="0" presStyleCnt="2">
        <dgm:presLayoutVars>
          <dgm:chMax val="0"/>
          <dgm:chPref val="0"/>
        </dgm:presLayoutVars>
      </dgm:prSet>
      <dgm:spPr/>
    </dgm:pt>
    <dgm:pt modelId="{2DC5D902-7626-4118-9C0D-7CC66C658D69}" type="pres">
      <dgm:prSet presAssocID="{A6A0E622-F6F9-4CE3-B84D-026FC0392424}" presName="sibTrans" presStyleCnt="0"/>
      <dgm:spPr/>
    </dgm:pt>
    <dgm:pt modelId="{D6960E91-A2D2-4D9D-92AB-9A5870A67A6F}" type="pres">
      <dgm:prSet presAssocID="{C7D0C295-1FE8-4F4A-BFB0-AE2A0FFA7395}" presName="compNode" presStyleCnt="0"/>
      <dgm:spPr/>
    </dgm:pt>
    <dgm:pt modelId="{D110B58D-19F4-4C4D-A7AD-0E09BDB52CFE}" type="pres">
      <dgm:prSet presAssocID="{C7D0C295-1FE8-4F4A-BFB0-AE2A0FFA7395}" presName="bgRect" presStyleLbl="bgShp" presStyleIdx="1" presStyleCnt="2"/>
      <dgm:spPr/>
    </dgm:pt>
    <dgm:pt modelId="{D4149B56-25D5-4399-8FB3-5051564507A4}" type="pres">
      <dgm:prSet presAssocID="{C7D0C295-1FE8-4F4A-BFB0-AE2A0FFA739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D95600C-7010-4769-B187-ED945ED5C5AC}" type="pres">
      <dgm:prSet presAssocID="{C7D0C295-1FE8-4F4A-BFB0-AE2A0FFA7395}" presName="spaceRect" presStyleCnt="0"/>
      <dgm:spPr/>
    </dgm:pt>
    <dgm:pt modelId="{717CAF86-A86C-4220-848C-571CE46E21D0}" type="pres">
      <dgm:prSet presAssocID="{C7D0C295-1FE8-4F4A-BFB0-AE2A0FFA739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0BCA102-F72B-4639-BEF2-983593F7D43D}" srcId="{386549AF-7B23-464F-8431-7C3A5241E060}" destId="{C7D0C295-1FE8-4F4A-BFB0-AE2A0FFA7395}" srcOrd="1" destOrd="0" parTransId="{9F0117CE-0B52-4B51-95EC-AA707F07051F}" sibTransId="{A805779E-396D-4F0A-8F93-4D532CDBA4BC}"/>
    <dgm:cxn modelId="{7715CD4A-A776-409D-8878-FDF0CB4EB11C}" srcId="{386549AF-7B23-464F-8431-7C3A5241E060}" destId="{2DA1DA1E-A322-499B-BC5E-A8848516C4EE}" srcOrd="0" destOrd="0" parTransId="{CC8278A6-FB6B-40DC-82F2-5418A27F5365}" sibTransId="{A6A0E622-F6F9-4CE3-B84D-026FC0392424}"/>
    <dgm:cxn modelId="{F5465D8C-E73B-4694-AD43-085FDB674147}" type="presOf" srcId="{2DA1DA1E-A322-499B-BC5E-A8848516C4EE}" destId="{5A9C6E13-AF2B-479B-ADEC-537EF8E9F3DA}" srcOrd="0" destOrd="0" presId="urn:microsoft.com/office/officeart/2018/2/layout/IconVerticalSolidList"/>
    <dgm:cxn modelId="{D43FB9B7-4A1B-44CF-AB1D-5EDABBB125DA}" type="presOf" srcId="{C7D0C295-1FE8-4F4A-BFB0-AE2A0FFA7395}" destId="{717CAF86-A86C-4220-848C-571CE46E21D0}" srcOrd="0" destOrd="0" presId="urn:microsoft.com/office/officeart/2018/2/layout/IconVerticalSolidList"/>
    <dgm:cxn modelId="{EB024EF3-A978-4EBC-87E2-8780C37B3E62}" type="presOf" srcId="{386549AF-7B23-464F-8431-7C3A5241E060}" destId="{EF32EDC6-0A2E-4A04-9318-336434DD512A}" srcOrd="0" destOrd="0" presId="urn:microsoft.com/office/officeart/2018/2/layout/IconVerticalSolidList"/>
    <dgm:cxn modelId="{522E717E-6648-4EA7-B7CD-293216AC6926}" type="presParOf" srcId="{EF32EDC6-0A2E-4A04-9318-336434DD512A}" destId="{066B142F-79EA-4315-A466-8FD0239D4E0E}" srcOrd="0" destOrd="0" presId="urn:microsoft.com/office/officeart/2018/2/layout/IconVerticalSolidList"/>
    <dgm:cxn modelId="{1B207884-B4D0-485E-8C11-15C2C88E245C}" type="presParOf" srcId="{066B142F-79EA-4315-A466-8FD0239D4E0E}" destId="{D765C8A6-FA8F-4906-B5EC-E26C74158C42}" srcOrd="0" destOrd="0" presId="urn:microsoft.com/office/officeart/2018/2/layout/IconVerticalSolidList"/>
    <dgm:cxn modelId="{F5DE45AB-CB5E-43A2-BE51-396977912CC0}" type="presParOf" srcId="{066B142F-79EA-4315-A466-8FD0239D4E0E}" destId="{1A3CB86B-457D-40CD-8384-C0C112C2D5B4}" srcOrd="1" destOrd="0" presId="urn:microsoft.com/office/officeart/2018/2/layout/IconVerticalSolidList"/>
    <dgm:cxn modelId="{4B76116A-E85C-4DA0-BC0A-0267EDB793F1}" type="presParOf" srcId="{066B142F-79EA-4315-A466-8FD0239D4E0E}" destId="{E69EDDF6-9F06-4326-9B9A-12DD731941E2}" srcOrd="2" destOrd="0" presId="urn:microsoft.com/office/officeart/2018/2/layout/IconVerticalSolidList"/>
    <dgm:cxn modelId="{FC779FDF-35F2-4933-AD5E-395758EC4C73}" type="presParOf" srcId="{066B142F-79EA-4315-A466-8FD0239D4E0E}" destId="{5A9C6E13-AF2B-479B-ADEC-537EF8E9F3DA}" srcOrd="3" destOrd="0" presId="urn:microsoft.com/office/officeart/2018/2/layout/IconVerticalSolidList"/>
    <dgm:cxn modelId="{B0E73FF6-36A5-4E1C-AD35-B806F2C7C5E6}" type="presParOf" srcId="{EF32EDC6-0A2E-4A04-9318-336434DD512A}" destId="{2DC5D902-7626-4118-9C0D-7CC66C658D69}" srcOrd="1" destOrd="0" presId="urn:microsoft.com/office/officeart/2018/2/layout/IconVerticalSolidList"/>
    <dgm:cxn modelId="{268D05A8-DD70-4142-8B65-5AD0BB3971FC}" type="presParOf" srcId="{EF32EDC6-0A2E-4A04-9318-336434DD512A}" destId="{D6960E91-A2D2-4D9D-92AB-9A5870A67A6F}" srcOrd="2" destOrd="0" presId="urn:microsoft.com/office/officeart/2018/2/layout/IconVerticalSolidList"/>
    <dgm:cxn modelId="{08A71CBF-6166-442C-8F00-6EDF94C2C342}" type="presParOf" srcId="{D6960E91-A2D2-4D9D-92AB-9A5870A67A6F}" destId="{D110B58D-19F4-4C4D-A7AD-0E09BDB52CFE}" srcOrd="0" destOrd="0" presId="urn:microsoft.com/office/officeart/2018/2/layout/IconVerticalSolidList"/>
    <dgm:cxn modelId="{00C2E0F8-1A39-4C60-8C8C-B94D4FA16A6F}" type="presParOf" srcId="{D6960E91-A2D2-4D9D-92AB-9A5870A67A6F}" destId="{D4149B56-25D5-4399-8FB3-5051564507A4}" srcOrd="1" destOrd="0" presId="urn:microsoft.com/office/officeart/2018/2/layout/IconVerticalSolidList"/>
    <dgm:cxn modelId="{6CF615CE-0135-4F95-9473-19345FE707E3}" type="presParOf" srcId="{D6960E91-A2D2-4D9D-92AB-9A5870A67A6F}" destId="{BD95600C-7010-4769-B187-ED945ED5C5AC}" srcOrd="2" destOrd="0" presId="urn:microsoft.com/office/officeart/2018/2/layout/IconVerticalSolidList"/>
    <dgm:cxn modelId="{7823E137-E336-4D55-81E5-3D480AA92362}" type="presParOf" srcId="{D6960E91-A2D2-4D9D-92AB-9A5870A67A6F}" destId="{717CAF86-A86C-4220-848C-571CE46E21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AE3717-1CD7-4F1A-B9DD-0BCD0E1E1269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D470EE-8DD2-449D-963E-E51415B6A5D2}">
      <dgm:prSet/>
      <dgm:spPr/>
      <dgm:t>
        <a:bodyPr/>
        <a:lstStyle/>
        <a:p>
          <a:r>
            <a:rPr lang="en-US" b="0" i="0" baseline="0"/>
            <a:t>Pre-configured template for EC2</a:t>
          </a:r>
          <a:endParaRPr lang="en-US"/>
        </a:p>
      </dgm:t>
    </dgm:pt>
    <dgm:pt modelId="{0527032F-CA01-43C2-90C2-1128A3A02C14}" type="parTrans" cxnId="{67D38177-5AF1-4F1B-AE55-CC1D55EE3A72}">
      <dgm:prSet/>
      <dgm:spPr/>
      <dgm:t>
        <a:bodyPr/>
        <a:lstStyle/>
        <a:p>
          <a:endParaRPr lang="en-US"/>
        </a:p>
      </dgm:t>
    </dgm:pt>
    <dgm:pt modelId="{7AA14C3A-510F-4E72-B8DF-AB726F90222E}" type="sibTrans" cxnId="{67D38177-5AF1-4F1B-AE55-CC1D55EE3A72}">
      <dgm:prSet/>
      <dgm:spPr/>
      <dgm:t>
        <a:bodyPr/>
        <a:lstStyle/>
        <a:p>
          <a:endParaRPr lang="en-US"/>
        </a:p>
      </dgm:t>
    </dgm:pt>
    <dgm:pt modelId="{52440410-926B-4298-B361-153C6389FFF2}">
      <dgm:prSet/>
      <dgm:spPr/>
      <dgm:t>
        <a:bodyPr/>
        <a:lstStyle/>
        <a:p>
          <a:r>
            <a:rPr lang="en-US" b="0" i="0" baseline="0"/>
            <a:t>Includes: OS, application server, software</a:t>
          </a:r>
          <a:endParaRPr lang="en-US"/>
        </a:p>
      </dgm:t>
    </dgm:pt>
    <dgm:pt modelId="{4B64411E-9023-4A37-B0D9-7E4235B8F046}" type="parTrans" cxnId="{31BD0C03-0BF2-43E0-A8C7-FD4B33CA65CC}">
      <dgm:prSet/>
      <dgm:spPr/>
      <dgm:t>
        <a:bodyPr/>
        <a:lstStyle/>
        <a:p>
          <a:endParaRPr lang="en-US"/>
        </a:p>
      </dgm:t>
    </dgm:pt>
    <dgm:pt modelId="{3F3BEAD4-8A12-4B34-B715-5C8BCF651ABF}" type="sibTrans" cxnId="{31BD0C03-0BF2-43E0-A8C7-FD4B33CA65CC}">
      <dgm:prSet/>
      <dgm:spPr/>
      <dgm:t>
        <a:bodyPr/>
        <a:lstStyle/>
        <a:p>
          <a:endParaRPr lang="en-US"/>
        </a:p>
      </dgm:t>
    </dgm:pt>
    <dgm:pt modelId="{3430C1ED-F202-4C3A-B201-41566E2FCA14}">
      <dgm:prSet/>
      <dgm:spPr/>
      <dgm:t>
        <a:bodyPr/>
        <a:lstStyle/>
        <a:p>
          <a:r>
            <a:rPr lang="en-US" b="0" i="0" baseline="0"/>
            <a:t>Types: AWS AMIs, Marketplace AMIs, Community AMIs, Custom AMIs</a:t>
          </a:r>
          <a:endParaRPr lang="en-US"/>
        </a:p>
      </dgm:t>
    </dgm:pt>
    <dgm:pt modelId="{1BDB2B05-9239-41DB-A38F-FC2C5736E543}" type="parTrans" cxnId="{2B0FB1B8-B745-444A-BEAC-595095920AFE}">
      <dgm:prSet/>
      <dgm:spPr/>
      <dgm:t>
        <a:bodyPr/>
        <a:lstStyle/>
        <a:p>
          <a:endParaRPr lang="en-US"/>
        </a:p>
      </dgm:t>
    </dgm:pt>
    <dgm:pt modelId="{16BF7230-9BA8-4D09-B94C-E6D510CA1927}" type="sibTrans" cxnId="{2B0FB1B8-B745-444A-BEAC-595095920AFE}">
      <dgm:prSet/>
      <dgm:spPr/>
      <dgm:t>
        <a:bodyPr/>
        <a:lstStyle/>
        <a:p>
          <a:endParaRPr lang="en-US"/>
        </a:p>
      </dgm:t>
    </dgm:pt>
    <dgm:pt modelId="{BEBCA75E-3A3F-4B54-812B-6F660236FFD4}">
      <dgm:prSet/>
      <dgm:spPr/>
      <dgm:t>
        <a:bodyPr/>
        <a:lstStyle/>
        <a:p>
          <a:r>
            <a:rPr lang="en-US" b="0" i="0" baseline="0"/>
            <a:t>Region-specific</a:t>
          </a:r>
          <a:endParaRPr lang="en-US"/>
        </a:p>
      </dgm:t>
    </dgm:pt>
    <dgm:pt modelId="{755ABC28-C69B-45B8-B3F0-C1EF6F652538}" type="parTrans" cxnId="{7D5D8FBA-B7B0-4430-9AE1-4C86845BDD90}">
      <dgm:prSet/>
      <dgm:spPr/>
      <dgm:t>
        <a:bodyPr/>
        <a:lstStyle/>
        <a:p>
          <a:endParaRPr lang="en-US"/>
        </a:p>
      </dgm:t>
    </dgm:pt>
    <dgm:pt modelId="{4B85B9CF-66F5-4BAE-BFA6-555E6EA9E893}" type="sibTrans" cxnId="{7D5D8FBA-B7B0-4430-9AE1-4C86845BDD90}">
      <dgm:prSet/>
      <dgm:spPr/>
      <dgm:t>
        <a:bodyPr/>
        <a:lstStyle/>
        <a:p>
          <a:endParaRPr lang="en-US"/>
        </a:p>
      </dgm:t>
    </dgm:pt>
    <dgm:pt modelId="{78F4F35C-FC31-43AF-B08E-5664EA513600}">
      <dgm:prSet/>
      <dgm:spPr/>
      <dgm:t>
        <a:bodyPr/>
        <a:lstStyle/>
        <a:p>
          <a:r>
            <a:rPr lang="en-US" b="0" i="0" baseline="0"/>
            <a:t>Used to launch multiple identical instances</a:t>
          </a:r>
          <a:endParaRPr lang="en-US"/>
        </a:p>
      </dgm:t>
    </dgm:pt>
    <dgm:pt modelId="{8E497262-2933-452F-A3A1-F89542834B12}" type="parTrans" cxnId="{9E845E5B-86A6-427D-839B-70C9BA067888}">
      <dgm:prSet/>
      <dgm:spPr/>
      <dgm:t>
        <a:bodyPr/>
        <a:lstStyle/>
        <a:p>
          <a:endParaRPr lang="en-US"/>
        </a:p>
      </dgm:t>
    </dgm:pt>
    <dgm:pt modelId="{F57335D9-2805-4AB4-B709-673DA592F5B8}" type="sibTrans" cxnId="{9E845E5B-86A6-427D-839B-70C9BA067888}">
      <dgm:prSet/>
      <dgm:spPr/>
      <dgm:t>
        <a:bodyPr/>
        <a:lstStyle/>
        <a:p>
          <a:endParaRPr lang="en-US"/>
        </a:p>
      </dgm:t>
    </dgm:pt>
    <dgm:pt modelId="{5D67E278-6877-406A-B29F-7E42ACE77C94}" type="pres">
      <dgm:prSet presAssocID="{A5AE3717-1CD7-4F1A-B9DD-0BCD0E1E1269}" presName="vert0" presStyleCnt="0">
        <dgm:presLayoutVars>
          <dgm:dir/>
          <dgm:animOne val="branch"/>
          <dgm:animLvl val="lvl"/>
        </dgm:presLayoutVars>
      </dgm:prSet>
      <dgm:spPr/>
    </dgm:pt>
    <dgm:pt modelId="{3114A945-B257-4116-ADD9-99930D60BEF8}" type="pres">
      <dgm:prSet presAssocID="{71D470EE-8DD2-449D-963E-E51415B6A5D2}" presName="thickLine" presStyleLbl="alignNode1" presStyleIdx="0" presStyleCnt="5"/>
      <dgm:spPr/>
    </dgm:pt>
    <dgm:pt modelId="{6643BF12-1D9D-4653-ACDE-577AAC0C9FCC}" type="pres">
      <dgm:prSet presAssocID="{71D470EE-8DD2-449D-963E-E51415B6A5D2}" presName="horz1" presStyleCnt="0"/>
      <dgm:spPr/>
    </dgm:pt>
    <dgm:pt modelId="{34697FAE-DB98-4B2E-925D-676CEC8B6C9E}" type="pres">
      <dgm:prSet presAssocID="{71D470EE-8DD2-449D-963E-E51415B6A5D2}" presName="tx1" presStyleLbl="revTx" presStyleIdx="0" presStyleCnt="5"/>
      <dgm:spPr/>
    </dgm:pt>
    <dgm:pt modelId="{91BD7D94-68DC-40F8-A464-571790B68486}" type="pres">
      <dgm:prSet presAssocID="{71D470EE-8DD2-449D-963E-E51415B6A5D2}" presName="vert1" presStyleCnt="0"/>
      <dgm:spPr/>
    </dgm:pt>
    <dgm:pt modelId="{CF7D7859-65ED-4D2E-8859-ED1BF5412C1F}" type="pres">
      <dgm:prSet presAssocID="{52440410-926B-4298-B361-153C6389FFF2}" presName="thickLine" presStyleLbl="alignNode1" presStyleIdx="1" presStyleCnt="5"/>
      <dgm:spPr/>
    </dgm:pt>
    <dgm:pt modelId="{295E34F1-D284-4494-9FDD-23B0420C4748}" type="pres">
      <dgm:prSet presAssocID="{52440410-926B-4298-B361-153C6389FFF2}" presName="horz1" presStyleCnt="0"/>
      <dgm:spPr/>
    </dgm:pt>
    <dgm:pt modelId="{14BB4E70-00CA-42C8-BDDA-365855EAF9DF}" type="pres">
      <dgm:prSet presAssocID="{52440410-926B-4298-B361-153C6389FFF2}" presName="tx1" presStyleLbl="revTx" presStyleIdx="1" presStyleCnt="5"/>
      <dgm:spPr/>
    </dgm:pt>
    <dgm:pt modelId="{75F42FEC-0F0C-48BA-95B3-E891922F3494}" type="pres">
      <dgm:prSet presAssocID="{52440410-926B-4298-B361-153C6389FFF2}" presName="vert1" presStyleCnt="0"/>
      <dgm:spPr/>
    </dgm:pt>
    <dgm:pt modelId="{04FD254D-E485-4FE0-9715-6293F1D2D921}" type="pres">
      <dgm:prSet presAssocID="{3430C1ED-F202-4C3A-B201-41566E2FCA14}" presName="thickLine" presStyleLbl="alignNode1" presStyleIdx="2" presStyleCnt="5"/>
      <dgm:spPr/>
    </dgm:pt>
    <dgm:pt modelId="{A0107E91-7525-4D42-8B5B-3321C2832A50}" type="pres">
      <dgm:prSet presAssocID="{3430C1ED-F202-4C3A-B201-41566E2FCA14}" presName="horz1" presStyleCnt="0"/>
      <dgm:spPr/>
    </dgm:pt>
    <dgm:pt modelId="{C3F39449-C66C-4F45-A4EB-0944B903BEB4}" type="pres">
      <dgm:prSet presAssocID="{3430C1ED-F202-4C3A-B201-41566E2FCA14}" presName="tx1" presStyleLbl="revTx" presStyleIdx="2" presStyleCnt="5"/>
      <dgm:spPr/>
    </dgm:pt>
    <dgm:pt modelId="{F5697B2B-1718-44B6-8D96-5ACD49739465}" type="pres">
      <dgm:prSet presAssocID="{3430C1ED-F202-4C3A-B201-41566E2FCA14}" presName="vert1" presStyleCnt="0"/>
      <dgm:spPr/>
    </dgm:pt>
    <dgm:pt modelId="{D6119F40-E324-45FD-90A8-C79EC587BA89}" type="pres">
      <dgm:prSet presAssocID="{BEBCA75E-3A3F-4B54-812B-6F660236FFD4}" presName="thickLine" presStyleLbl="alignNode1" presStyleIdx="3" presStyleCnt="5"/>
      <dgm:spPr/>
    </dgm:pt>
    <dgm:pt modelId="{945F6C45-9B4F-417B-9ABA-5CFA97A1E8B9}" type="pres">
      <dgm:prSet presAssocID="{BEBCA75E-3A3F-4B54-812B-6F660236FFD4}" presName="horz1" presStyleCnt="0"/>
      <dgm:spPr/>
    </dgm:pt>
    <dgm:pt modelId="{2D1BCC9A-12E9-48B2-AC3E-CCCFFA88654F}" type="pres">
      <dgm:prSet presAssocID="{BEBCA75E-3A3F-4B54-812B-6F660236FFD4}" presName="tx1" presStyleLbl="revTx" presStyleIdx="3" presStyleCnt="5"/>
      <dgm:spPr/>
    </dgm:pt>
    <dgm:pt modelId="{4CD465E4-71C2-495D-A1B0-9749FDC19EF7}" type="pres">
      <dgm:prSet presAssocID="{BEBCA75E-3A3F-4B54-812B-6F660236FFD4}" presName="vert1" presStyleCnt="0"/>
      <dgm:spPr/>
    </dgm:pt>
    <dgm:pt modelId="{BE31FD3D-3DB7-4EEF-B4B4-B90AF27244B9}" type="pres">
      <dgm:prSet presAssocID="{78F4F35C-FC31-43AF-B08E-5664EA513600}" presName="thickLine" presStyleLbl="alignNode1" presStyleIdx="4" presStyleCnt="5"/>
      <dgm:spPr/>
    </dgm:pt>
    <dgm:pt modelId="{16A5D8CC-506E-4C76-80A9-437594D61B9D}" type="pres">
      <dgm:prSet presAssocID="{78F4F35C-FC31-43AF-B08E-5664EA513600}" presName="horz1" presStyleCnt="0"/>
      <dgm:spPr/>
    </dgm:pt>
    <dgm:pt modelId="{55103BD2-F7EE-41EB-ABEB-5B1128B4130B}" type="pres">
      <dgm:prSet presAssocID="{78F4F35C-FC31-43AF-B08E-5664EA513600}" presName="tx1" presStyleLbl="revTx" presStyleIdx="4" presStyleCnt="5"/>
      <dgm:spPr/>
    </dgm:pt>
    <dgm:pt modelId="{E4CD1787-F6AF-4400-A371-D14A6180A485}" type="pres">
      <dgm:prSet presAssocID="{78F4F35C-FC31-43AF-B08E-5664EA513600}" presName="vert1" presStyleCnt="0"/>
      <dgm:spPr/>
    </dgm:pt>
  </dgm:ptLst>
  <dgm:cxnLst>
    <dgm:cxn modelId="{31BD0C03-0BF2-43E0-A8C7-FD4B33CA65CC}" srcId="{A5AE3717-1CD7-4F1A-B9DD-0BCD0E1E1269}" destId="{52440410-926B-4298-B361-153C6389FFF2}" srcOrd="1" destOrd="0" parTransId="{4B64411E-9023-4A37-B0D9-7E4235B8F046}" sibTransId="{3F3BEAD4-8A12-4B34-B715-5C8BCF651ABF}"/>
    <dgm:cxn modelId="{5502B41C-FDA7-4972-9233-9EAA98E10D2B}" type="presOf" srcId="{A5AE3717-1CD7-4F1A-B9DD-0BCD0E1E1269}" destId="{5D67E278-6877-406A-B29F-7E42ACE77C94}" srcOrd="0" destOrd="0" presId="urn:microsoft.com/office/officeart/2008/layout/LinedList"/>
    <dgm:cxn modelId="{4DF5E827-0E6F-4273-A251-29D0BF4A5C18}" type="presOf" srcId="{BEBCA75E-3A3F-4B54-812B-6F660236FFD4}" destId="{2D1BCC9A-12E9-48B2-AC3E-CCCFFA88654F}" srcOrd="0" destOrd="0" presId="urn:microsoft.com/office/officeart/2008/layout/LinedList"/>
    <dgm:cxn modelId="{94320F28-CEC3-4AEB-84AC-B2EF8AA94EEB}" type="presOf" srcId="{3430C1ED-F202-4C3A-B201-41566E2FCA14}" destId="{C3F39449-C66C-4F45-A4EB-0944B903BEB4}" srcOrd="0" destOrd="0" presId="urn:microsoft.com/office/officeart/2008/layout/LinedList"/>
    <dgm:cxn modelId="{9E845E5B-86A6-427D-839B-70C9BA067888}" srcId="{A5AE3717-1CD7-4F1A-B9DD-0BCD0E1E1269}" destId="{78F4F35C-FC31-43AF-B08E-5664EA513600}" srcOrd="4" destOrd="0" parTransId="{8E497262-2933-452F-A3A1-F89542834B12}" sibTransId="{F57335D9-2805-4AB4-B709-673DA592F5B8}"/>
    <dgm:cxn modelId="{6C629C65-ABFB-4E78-8821-C1C23C6E218D}" type="presOf" srcId="{52440410-926B-4298-B361-153C6389FFF2}" destId="{14BB4E70-00CA-42C8-BDDA-365855EAF9DF}" srcOrd="0" destOrd="0" presId="urn:microsoft.com/office/officeart/2008/layout/LinedList"/>
    <dgm:cxn modelId="{6FB48D4F-059A-42AC-9D72-7DBC7BFC5B1A}" type="presOf" srcId="{71D470EE-8DD2-449D-963E-E51415B6A5D2}" destId="{34697FAE-DB98-4B2E-925D-676CEC8B6C9E}" srcOrd="0" destOrd="0" presId="urn:microsoft.com/office/officeart/2008/layout/LinedList"/>
    <dgm:cxn modelId="{67D38177-5AF1-4F1B-AE55-CC1D55EE3A72}" srcId="{A5AE3717-1CD7-4F1A-B9DD-0BCD0E1E1269}" destId="{71D470EE-8DD2-449D-963E-E51415B6A5D2}" srcOrd="0" destOrd="0" parTransId="{0527032F-CA01-43C2-90C2-1128A3A02C14}" sibTransId="{7AA14C3A-510F-4E72-B8DF-AB726F90222E}"/>
    <dgm:cxn modelId="{2B0FB1B8-B745-444A-BEAC-595095920AFE}" srcId="{A5AE3717-1CD7-4F1A-B9DD-0BCD0E1E1269}" destId="{3430C1ED-F202-4C3A-B201-41566E2FCA14}" srcOrd="2" destOrd="0" parTransId="{1BDB2B05-9239-41DB-A38F-FC2C5736E543}" sibTransId="{16BF7230-9BA8-4D09-B94C-E6D510CA1927}"/>
    <dgm:cxn modelId="{7D5D8FBA-B7B0-4430-9AE1-4C86845BDD90}" srcId="{A5AE3717-1CD7-4F1A-B9DD-0BCD0E1E1269}" destId="{BEBCA75E-3A3F-4B54-812B-6F660236FFD4}" srcOrd="3" destOrd="0" parTransId="{755ABC28-C69B-45B8-B3F0-C1EF6F652538}" sibTransId="{4B85B9CF-66F5-4BAE-BFA6-555E6EA9E893}"/>
    <dgm:cxn modelId="{7CDFC8C8-552F-46AE-A687-6608BF37173A}" type="presOf" srcId="{78F4F35C-FC31-43AF-B08E-5664EA513600}" destId="{55103BD2-F7EE-41EB-ABEB-5B1128B4130B}" srcOrd="0" destOrd="0" presId="urn:microsoft.com/office/officeart/2008/layout/LinedList"/>
    <dgm:cxn modelId="{832447CB-1C2A-4252-927A-345A32DC98A4}" type="presParOf" srcId="{5D67E278-6877-406A-B29F-7E42ACE77C94}" destId="{3114A945-B257-4116-ADD9-99930D60BEF8}" srcOrd="0" destOrd="0" presId="urn:microsoft.com/office/officeart/2008/layout/LinedList"/>
    <dgm:cxn modelId="{CC6F4F87-F721-4E2B-A341-09163A0AE3F8}" type="presParOf" srcId="{5D67E278-6877-406A-B29F-7E42ACE77C94}" destId="{6643BF12-1D9D-4653-ACDE-577AAC0C9FCC}" srcOrd="1" destOrd="0" presId="urn:microsoft.com/office/officeart/2008/layout/LinedList"/>
    <dgm:cxn modelId="{B2B1C996-B32D-4141-9F49-AC40DA19702A}" type="presParOf" srcId="{6643BF12-1D9D-4653-ACDE-577AAC0C9FCC}" destId="{34697FAE-DB98-4B2E-925D-676CEC8B6C9E}" srcOrd="0" destOrd="0" presId="urn:microsoft.com/office/officeart/2008/layout/LinedList"/>
    <dgm:cxn modelId="{ADAA2DB4-FCC0-42D0-90B3-0A3686272571}" type="presParOf" srcId="{6643BF12-1D9D-4653-ACDE-577AAC0C9FCC}" destId="{91BD7D94-68DC-40F8-A464-571790B68486}" srcOrd="1" destOrd="0" presId="urn:microsoft.com/office/officeart/2008/layout/LinedList"/>
    <dgm:cxn modelId="{E69D6525-5EF7-4141-8E51-9BA9730E33C0}" type="presParOf" srcId="{5D67E278-6877-406A-B29F-7E42ACE77C94}" destId="{CF7D7859-65ED-4D2E-8859-ED1BF5412C1F}" srcOrd="2" destOrd="0" presId="urn:microsoft.com/office/officeart/2008/layout/LinedList"/>
    <dgm:cxn modelId="{B76366CD-4494-4E29-8D3D-E9F3AEB2A351}" type="presParOf" srcId="{5D67E278-6877-406A-B29F-7E42ACE77C94}" destId="{295E34F1-D284-4494-9FDD-23B0420C4748}" srcOrd="3" destOrd="0" presId="urn:microsoft.com/office/officeart/2008/layout/LinedList"/>
    <dgm:cxn modelId="{E4D0D23D-6090-4EDE-BE8E-46E750AF99A0}" type="presParOf" srcId="{295E34F1-D284-4494-9FDD-23B0420C4748}" destId="{14BB4E70-00CA-42C8-BDDA-365855EAF9DF}" srcOrd="0" destOrd="0" presId="urn:microsoft.com/office/officeart/2008/layout/LinedList"/>
    <dgm:cxn modelId="{D15457FA-3D72-4954-ADAB-7A2F49475576}" type="presParOf" srcId="{295E34F1-D284-4494-9FDD-23B0420C4748}" destId="{75F42FEC-0F0C-48BA-95B3-E891922F3494}" srcOrd="1" destOrd="0" presId="urn:microsoft.com/office/officeart/2008/layout/LinedList"/>
    <dgm:cxn modelId="{7377D770-C01A-4527-B4C7-097D4F8008DE}" type="presParOf" srcId="{5D67E278-6877-406A-B29F-7E42ACE77C94}" destId="{04FD254D-E485-4FE0-9715-6293F1D2D921}" srcOrd="4" destOrd="0" presId="urn:microsoft.com/office/officeart/2008/layout/LinedList"/>
    <dgm:cxn modelId="{513AD807-D73F-4DCC-B883-BF321444FBFB}" type="presParOf" srcId="{5D67E278-6877-406A-B29F-7E42ACE77C94}" destId="{A0107E91-7525-4D42-8B5B-3321C2832A50}" srcOrd="5" destOrd="0" presId="urn:microsoft.com/office/officeart/2008/layout/LinedList"/>
    <dgm:cxn modelId="{38949081-920F-4DC8-9BCF-A7369F5FD370}" type="presParOf" srcId="{A0107E91-7525-4D42-8B5B-3321C2832A50}" destId="{C3F39449-C66C-4F45-A4EB-0944B903BEB4}" srcOrd="0" destOrd="0" presId="urn:microsoft.com/office/officeart/2008/layout/LinedList"/>
    <dgm:cxn modelId="{770D2703-AD60-4E23-92B4-374BC57D7A23}" type="presParOf" srcId="{A0107E91-7525-4D42-8B5B-3321C2832A50}" destId="{F5697B2B-1718-44B6-8D96-5ACD49739465}" srcOrd="1" destOrd="0" presId="urn:microsoft.com/office/officeart/2008/layout/LinedList"/>
    <dgm:cxn modelId="{3C9B87EE-B802-4A8F-91FB-9B1C6BF6D812}" type="presParOf" srcId="{5D67E278-6877-406A-B29F-7E42ACE77C94}" destId="{D6119F40-E324-45FD-90A8-C79EC587BA89}" srcOrd="6" destOrd="0" presId="urn:microsoft.com/office/officeart/2008/layout/LinedList"/>
    <dgm:cxn modelId="{DD65BF93-3286-4F56-ADA4-6F17247C0E3F}" type="presParOf" srcId="{5D67E278-6877-406A-B29F-7E42ACE77C94}" destId="{945F6C45-9B4F-417B-9ABA-5CFA97A1E8B9}" srcOrd="7" destOrd="0" presId="urn:microsoft.com/office/officeart/2008/layout/LinedList"/>
    <dgm:cxn modelId="{C64A3A57-0379-4F78-ADA6-6A745577EC21}" type="presParOf" srcId="{945F6C45-9B4F-417B-9ABA-5CFA97A1E8B9}" destId="{2D1BCC9A-12E9-48B2-AC3E-CCCFFA88654F}" srcOrd="0" destOrd="0" presId="urn:microsoft.com/office/officeart/2008/layout/LinedList"/>
    <dgm:cxn modelId="{FAE6FC2B-C2E0-4DDE-BF81-C50B3C4BCC5B}" type="presParOf" srcId="{945F6C45-9B4F-417B-9ABA-5CFA97A1E8B9}" destId="{4CD465E4-71C2-495D-A1B0-9749FDC19EF7}" srcOrd="1" destOrd="0" presId="urn:microsoft.com/office/officeart/2008/layout/LinedList"/>
    <dgm:cxn modelId="{8243B81D-7F5C-464E-B0B8-C5AD6E34B401}" type="presParOf" srcId="{5D67E278-6877-406A-B29F-7E42ACE77C94}" destId="{BE31FD3D-3DB7-4EEF-B4B4-B90AF27244B9}" srcOrd="8" destOrd="0" presId="urn:microsoft.com/office/officeart/2008/layout/LinedList"/>
    <dgm:cxn modelId="{F06BB1D2-CBEA-4528-8083-DDEB1FD3B342}" type="presParOf" srcId="{5D67E278-6877-406A-B29F-7E42ACE77C94}" destId="{16A5D8CC-506E-4C76-80A9-437594D61B9D}" srcOrd="9" destOrd="0" presId="urn:microsoft.com/office/officeart/2008/layout/LinedList"/>
    <dgm:cxn modelId="{43673481-D050-4118-89CD-DD65843D3102}" type="presParOf" srcId="{16A5D8CC-506E-4C76-80A9-437594D61B9D}" destId="{55103BD2-F7EE-41EB-ABEB-5B1128B4130B}" srcOrd="0" destOrd="0" presId="urn:microsoft.com/office/officeart/2008/layout/LinedList"/>
    <dgm:cxn modelId="{F0945CCB-0223-47FD-8D74-F7F56D396886}" type="presParOf" srcId="{16A5D8CC-506E-4C76-80A9-437594D61B9D}" destId="{E4CD1787-F6AF-4400-A371-D14A6180A4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9BBC53-B86D-46FA-A760-BE92ACAE9F4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47DED65-44AC-4656-8BD2-A42D7095C021}">
      <dgm:prSet/>
      <dgm:spPr/>
      <dgm:t>
        <a:bodyPr/>
        <a:lstStyle/>
        <a:p>
          <a:r>
            <a:rPr lang="en-US" b="0" i="0" baseline="0" dirty="0"/>
            <a:t>An EC2 instance type defines the </a:t>
          </a:r>
          <a:r>
            <a:rPr lang="en-US" b="1" i="0" baseline="0" dirty="0"/>
            <a:t>hardware configuration</a:t>
          </a:r>
          <a:r>
            <a:rPr lang="en-US" b="0" i="0" baseline="0" dirty="0"/>
            <a:t> for your virtual server.</a:t>
          </a:r>
          <a:endParaRPr lang="en-US" dirty="0"/>
        </a:p>
      </dgm:t>
    </dgm:pt>
    <dgm:pt modelId="{F6D7E138-A853-43C3-8B71-86F871CB010C}" type="parTrans" cxnId="{54DB21ED-34A9-4A38-9A0C-7F146651A10B}">
      <dgm:prSet/>
      <dgm:spPr/>
      <dgm:t>
        <a:bodyPr/>
        <a:lstStyle/>
        <a:p>
          <a:endParaRPr lang="en-US"/>
        </a:p>
      </dgm:t>
    </dgm:pt>
    <dgm:pt modelId="{898B5DE5-F3D1-45E9-9F15-3A1099C8A0A4}" type="sibTrans" cxnId="{54DB21ED-34A9-4A38-9A0C-7F146651A10B}">
      <dgm:prSet/>
      <dgm:spPr/>
      <dgm:t>
        <a:bodyPr/>
        <a:lstStyle/>
        <a:p>
          <a:endParaRPr lang="en-US"/>
        </a:p>
      </dgm:t>
    </dgm:pt>
    <dgm:pt modelId="{34A5EC2B-65E3-4F83-BDF6-D2791A2EC558}">
      <dgm:prSet/>
      <dgm:spPr/>
      <dgm:t>
        <a:bodyPr/>
        <a:lstStyle/>
        <a:p>
          <a:r>
            <a:rPr lang="en-US" b="0" i="0" baseline="0"/>
            <a:t>It includes </a:t>
          </a:r>
          <a:r>
            <a:rPr lang="en-US" b="1" i="0" baseline="0"/>
            <a:t>vCPUs, RAM, storage options, and network bandwidth</a:t>
          </a:r>
          <a:r>
            <a:rPr lang="en-US" b="0" i="0" baseline="0"/>
            <a:t>.</a:t>
          </a:r>
          <a:endParaRPr lang="en-US"/>
        </a:p>
      </dgm:t>
    </dgm:pt>
    <dgm:pt modelId="{8653D179-6DFA-42DF-B5C4-709532CE8BDA}" type="parTrans" cxnId="{6B2AF3D8-C6F0-49AC-84ED-55DA0B95B151}">
      <dgm:prSet/>
      <dgm:spPr/>
      <dgm:t>
        <a:bodyPr/>
        <a:lstStyle/>
        <a:p>
          <a:endParaRPr lang="en-US"/>
        </a:p>
      </dgm:t>
    </dgm:pt>
    <dgm:pt modelId="{74D85B98-AC72-4D90-910B-E370C3339819}" type="sibTrans" cxnId="{6B2AF3D8-C6F0-49AC-84ED-55DA0B95B151}">
      <dgm:prSet/>
      <dgm:spPr/>
      <dgm:t>
        <a:bodyPr/>
        <a:lstStyle/>
        <a:p>
          <a:endParaRPr lang="en-US"/>
        </a:p>
      </dgm:t>
    </dgm:pt>
    <dgm:pt modelId="{0252B2B2-C3DF-4D63-9C47-CF1F6ADE5D17}">
      <dgm:prSet/>
      <dgm:spPr/>
      <dgm:t>
        <a:bodyPr/>
        <a:lstStyle/>
        <a:p>
          <a:r>
            <a:rPr lang="en-US" b="0" i="0" baseline="0" dirty="0"/>
            <a:t>Choosing the right instance type ensures your workload runs </a:t>
          </a:r>
          <a:r>
            <a:rPr lang="en-US" b="1" i="0" baseline="0" dirty="0"/>
            <a:t>efficiently and cost-effectively</a:t>
          </a:r>
          <a:r>
            <a:rPr lang="en-US" b="0" i="0" baseline="0" dirty="0"/>
            <a:t>.</a:t>
          </a:r>
          <a:endParaRPr lang="en-US" dirty="0"/>
        </a:p>
      </dgm:t>
    </dgm:pt>
    <dgm:pt modelId="{ADA55698-7A3F-4972-9E73-8FFEF99FEE0F}" type="parTrans" cxnId="{12A6D076-EC9E-4EDA-B201-D7C0B0F1F565}">
      <dgm:prSet/>
      <dgm:spPr/>
      <dgm:t>
        <a:bodyPr/>
        <a:lstStyle/>
        <a:p>
          <a:endParaRPr lang="en-US"/>
        </a:p>
      </dgm:t>
    </dgm:pt>
    <dgm:pt modelId="{A836887B-82EE-4D6D-88BB-E6413371389B}" type="sibTrans" cxnId="{12A6D076-EC9E-4EDA-B201-D7C0B0F1F565}">
      <dgm:prSet/>
      <dgm:spPr/>
      <dgm:t>
        <a:bodyPr/>
        <a:lstStyle/>
        <a:p>
          <a:endParaRPr lang="en-US"/>
        </a:p>
      </dgm:t>
    </dgm:pt>
    <dgm:pt modelId="{A831A607-39BF-4FE3-A753-C5E91B89CDD6}">
      <dgm:prSet/>
      <dgm:spPr/>
      <dgm:t>
        <a:bodyPr/>
        <a:lstStyle/>
        <a:p>
          <a:r>
            <a:rPr lang="en-US" b="0" i="0" baseline="0"/>
            <a:t>Wrong selection cost more money.</a:t>
          </a:r>
          <a:endParaRPr lang="en-US"/>
        </a:p>
      </dgm:t>
    </dgm:pt>
    <dgm:pt modelId="{3B383231-8937-44FE-A728-E0366E0978F5}" type="parTrans" cxnId="{9C92C2FC-A691-4878-B7A9-9D8C08D22569}">
      <dgm:prSet/>
      <dgm:spPr/>
      <dgm:t>
        <a:bodyPr/>
        <a:lstStyle/>
        <a:p>
          <a:endParaRPr lang="en-US"/>
        </a:p>
      </dgm:t>
    </dgm:pt>
    <dgm:pt modelId="{4E6AA71D-EA6C-403E-B2CD-DE2CC49C213A}" type="sibTrans" cxnId="{9C92C2FC-A691-4878-B7A9-9D8C08D22569}">
      <dgm:prSet/>
      <dgm:spPr/>
      <dgm:t>
        <a:bodyPr/>
        <a:lstStyle/>
        <a:p>
          <a:endParaRPr lang="en-US"/>
        </a:p>
      </dgm:t>
    </dgm:pt>
    <dgm:pt modelId="{CAD0F0C5-8AAA-4793-A8AD-117A04665761}" type="pres">
      <dgm:prSet presAssocID="{4A9BBC53-B86D-46FA-A760-BE92ACAE9F4F}" presName="root" presStyleCnt="0">
        <dgm:presLayoutVars>
          <dgm:dir/>
          <dgm:resizeHandles val="exact"/>
        </dgm:presLayoutVars>
      </dgm:prSet>
      <dgm:spPr/>
    </dgm:pt>
    <dgm:pt modelId="{2DC0BFEC-9A13-4088-8B02-018C2DE329A9}" type="pres">
      <dgm:prSet presAssocID="{347DED65-44AC-4656-8BD2-A42D7095C021}" presName="compNode" presStyleCnt="0"/>
      <dgm:spPr/>
    </dgm:pt>
    <dgm:pt modelId="{DEEACA84-7511-4765-B749-A7B0BBF1D7A3}" type="pres">
      <dgm:prSet presAssocID="{347DED65-44AC-4656-8BD2-A42D7095C021}" presName="bgRect" presStyleLbl="bgShp" presStyleIdx="0" presStyleCnt="4"/>
      <dgm:spPr/>
    </dgm:pt>
    <dgm:pt modelId="{90C72D11-863B-45BF-9CB8-58573E2CE8A6}" type="pres">
      <dgm:prSet presAssocID="{347DED65-44AC-4656-8BD2-A42D7095C02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340BC99-6E82-4EF4-9633-A21A321A61E1}" type="pres">
      <dgm:prSet presAssocID="{347DED65-44AC-4656-8BD2-A42D7095C021}" presName="spaceRect" presStyleCnt="0"/>
      <dgm:spPr/>
    </dgm:pt>
    <dgm:pt modelId="{87DE6415-AA89-4CB6-8990-71AF3FBF1B3F}" type="pres">
      <dgm:prSet presAssocID="{347DED65-44AC-4656-8BD2-A42D7095C021}" presName="parTx" presStyleLbl="revTx" presStyleIdx="0" presStyleCnt="4">
        <dgm:presLayoutVars>
          <dgm:chMax val="0"/>
          <dgm:chPref val="0"/>
        </dgm:presLayoutVars>
      </dgm:prSet>
      <dgm:spPr/>
    </dgm:pt>
    <dgm:pt modelId="{7C988784-6845-4B24-A850-6DDE4AD4BF70}" type="pres">
      <dgm:prSet presAssocID="{898B5DE5-F3D1-45E9-9F15-3A1099C8A0A4}" presName="sibTrans" presStyleCnt="0"/>
      <dgm:spPr/>
    </dgm:pt>
    <dgm:pt modelId="{391111D2-9890-4C82-A0A6-5D6A742A3C6C}" type="pres">
      <dgm:prSet presAssocID="{34A5EC2B-65E3-4F83-BDF6-D2791A2EC558}" presName="compNode" presStyleCnt="0"/>
      <dgm:spPr/>
    </dgm:pt>
    <dgm:pt modelId="{EA208EC7-E95A-4BB4-A02D-B0356BDC6EE8}" type="pres">
      <dgm:prSet presAssocID="{34A5EC2B-65E3-4F83-BDF6-D2791A2EC558}" presName="bgRect" presStyleLbl="bgShp" presStyleIdx="1" presStyleCnt="4"/>
      <dgm:spPr/>
    </dgm:pt>
    <dgm:pt modelId="{7B0469E2-C300-4F57-8D67-8336328CA7B5}" type="pres">
      <dgm:prSet presAssocID="{34A5EC2B-65E3-4F83-BDF6-D2791A2EC55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0466436-79F2-4D49-B763-723E63A13147}" type="pres">
      <dgm:prSet presAssocID="{34A5EC2B-65E3-4F83-BDF6-D2791A2EC558}" presName="spaceRect" presStyleCnt="0"/>
      <dgm:spPr/>
    </dgm:pt>
    <dgm:pt modelId="{C30133CD-0C5F-4D1E-B5A9-1D68A256CC96}" type="pres">
      <dgm:prSet presAssocID="{34A5EC2B-65E3-4F83-BDF6-D2791A2EC558}" presName="parTx" presStyleLbl="revTx" presStyleIdx="1" presStyleCnt="4">
        <dgm:presLayoutVars>
          <dgm:chMax val="0"/>
          <dgm:chPref val="0"/>
        </dgm:presLayoutVars>
      </dgm:prSet>
      <dgm:spPr/>
    </dgm:pt>
    <dgm:pt modelId="{7E445350-A09C-4F18-BF1A-08D673E22719}" type="pres">
      <dgm:prSet presAssocID="{74D85B98-AC72-4D90-910B-E370C3339819}" presName="sibTrans" presStyleCnt="0"/>
      <dgm:spPr/>
    </dgm:pt>
    <dgm:pt modelId="{D895F8C7-A26A-4660-A856-C738B8836994}" type="pres">
      <dgm:prSet presAssocID="{0252B2B2-C3DF-4D63-9C47-CF1F6ADE5D17}" presName="compNode" presStyleCnt="0"/>
      <dgm:spPr/>
    </dgm:pt>
    <dgm:pt modelId="{E682AA6C-A5D1-495B-A1E1-CB56F58CE1DA}" type="pres">
      <dgm:prSet presAssocID="{0252B2B2-C3DF-4D63-9C47-CF1F6ADE5D17}" presName="bgRect" presStyleLbl="bgShp" presStyleIdx="2" presStyleCnt="4"/>
      <dgm:spPr/>
    </dgm:pt>
    <dgm:pt modelId="{FEB89F88-7065-4A26-90F6-673D30641119}" type="pres">
      <dgm:prSet presAssocID="{0252B2B2-C3DF-4D63-9C47-CF1F6ADE5D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321780F-25C5-4319-A4E8-6BB8DF7F0182}" type="pres">
      <dgm:prSet presAssocID="{0252B2B2-C3DF-4D63-9C47-CF1F6ADE5D17}" presName="spaceRect" presStyleCnt="0"/>
      <dgm:spPr/>
    </dgm:pt>
    <dgm:pt modelId="{F11ACCE8-5BA9-46A9-A0E6-2DC45E03893C}" type="pres">
      <dgm:prSet presAssocID="{0252B2B2-C3DF-4D63-9C47-CF1F6ADE5D17}" presName="parTx" presStyleLbl="revTx" presStyleIdx="2" presStyleCnt="4">
        <dgm:presLayoutVars>
          <dgm:chMax val="0"/>
          <dgm:chPref val="0"/>
        </dgm:presLayoutVars>
      </dgm:prSet>
      <dgm:spPr/>
    </dgm:pt>
    <dgm:pt modelId="{043504C4-23CD-4561-94DB-31DEB80C428F}" type="pres">
      <dgm:prSet presAssocID="{A836887B-82EE-4D6D-88BB-E6413371389B}" presName="sibTrans" presStyleCnt="0"/>
      <dgm:spPr/>
    </dgm:pt>
    <dgm:pt modelId="{2DE2CB4A-E5E6-4A7D-B1FE-AEB5286E85B5}" type="pres">
      <dgm:prSet presAssocID="{A831A607-39BF-4FE3-A753-C5E91B89CDD6}" presName="compNode" presStyleCnt="0"/>
      <dgm:spPr/>
    </dgm:pt>
    <dgm:pt modelId="{7BF71892-E3B4-48E9-8C58-E1BF54A6D2E1}" type="pres">
      <dgm:prSet presAssocID="{A831A607-39BF-4FE3-A753-C5E91B89CDD6}" presName="bgRect" presStyleLbl="bgShp" presStyleIdx="3" presStyleCnt="4"/>
      <dgm:spPr/>
    </dgm:pt>
    <dgm:pt modelId="{F9D9168A-51EA-4849-B3B5-80E43F6313C3}" type="pres">
      <dgm:prSet presAssocID="{A831A607-39BF-4FE3-A753-C5E91B89CD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C917D80-05AD-4F1D-BFDA-863296DCCB69}" type="pres">
      <dgm:prSet presAssocID="{A831A607-39BF-4FE3-A753-C5E91B89CDD6}" presName="spaceRect" presStyleCnt="0"/>
      <dgm:spPr/>
    </dgm:pt>
    <dgm:pt modelId="{36665FA6-58F1-49AD-8CF6-9C7B6926C620}" type="pres">
      <dgm:prSet presAssocID="{A831A607-39BF-4FE3-A753-C5E91B89CDD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9DB3A22-27DB-4205-9C8B-C020BD194085}" type="presOf" srcId="{0252B2B2-C3DF-4D63-9C47-CF1F6ADE5D17}" destId="{F11ACCE8-5BA9-46A9-A0E6-2DC45E03893C}" srcOrd="0" destOrd="0" presId="urn:microsoft.com/office/officeart/2018/2/layout/IconVerticalSolidList"/>
    <dgm:cxn modelId="{64B65D29-01B8-4A6A-A286-AF6853E9304A}" type="presOf" srcId="{347DED65-44AC-4656-8BD2-A42D7095C021}" destId="{87DE6415-AA89-4CB6-8990-71AF3FBF1B3F}" srcOrd="0" destOrd="0" presId="urn:microsoft.com/office/officeart/2018/2/layout/IconVerticalSolidList"/>
    <dgm:cxn modelId="{12A6D076-EC9E-4EDA-B201-D7C0B0F1F565}" srcId="{4A9BBC53-B86D-46FA-A760-BE92ACAE9F4F}" destId="{0252B2B2-C3DF-4D63-9C47-CF1F6ADE5D17}" srcOrd="2" destOrd="0" parTransId="{ADA55698-7A3F-4972-9E73-8FFEF99FEE0F}" sibTransId="{A836887B-82EE-4D6D-88BB-E6413371389B}"/>
    <dgm:cxn modelId="{37751C59-0712-45DC-8B26-52B4233AB785}" type="presOf" srcId="{4A9BBC53-B86D-46FA-A760-BE92ACAE9F4F}" destId="{CAD0F0C5-8AAA-4793-A8AD-117A04665761}" srcOrd="0" destOrd="0" presId="urn:microsoft.com/office/officeart/2018/2/layout/IconVerticalSolidList"/>
    <dgm:cxn modelId="{98EDA6C2-325F-453E-BACA-EBBC407A58AE}" type="presOf" srcId="{34A5EC2B-65E3-4F83-BDF6-D2791A2EC558}" destId="{C30133CD-0C5F-4D1E-B5A9-1D68A256CC96}" srcOrd="0" destOrd="0" presId="urn:microsoft.com/office/officeart/2018/2/layout/IconVerticalSolidList"/>
    <dgm:cxn modelId="{6B2AF3D8-C6F0-49AC-84ED-55DA0B95B151}" srcId="{4A9BBC53-B86D-46FA-A760-BE92ACAE9F4F}" destId="{34A5EC2B-65E3-4F83-BDF6-D2791A2EC558}" srcOrd="1" destOrd="0" parTransId="{8653D179-6DFA-42DF-B5C4-709532CE8BDA}" sibTransId="{74D85B98-AC72-4D90-910B-E370C3339819}"/>
    <dgm:cxn modelId="{54DB21ED-34A9-4A38-9A0C-7F146651A10B}" srcId="{4A9BBC53-B86D-46FA-A760-BE92ACAE9F4F}" destId="{347DED65-44AC-4656-8BD2-A42D7095C021}" srcOrd="0" destOrd="0" parTransId="{F6D7E138-A853-43C3-8B71-86F871CB010C}" sibTransId="{898B5DE5-F3D1-45E9-9F15-3A1099C8A0A4}"/>
    <dgm:cxn modelId="{FBDECCF6-4783-4EC4-9B05-C36A28A9AC42}" type="presOf" srcId="{A831A607-39BF-4FE3-A753-C5E91B89CDD6}" destId="{36665FA6-58F1-49AD-8CF6-9C7B6926C620}" srcOrd="0" destOrd="0" presId="urn:microsoft.com/office/officeart/2018/2/layout/IconVerticalSolidList"/>
    <dgm:cxn modelId="{9C92C2FC-A691-4878-B7A9-9D8C08D22569}" srcId="{4A9BBC53-B86D-46FA-A760-BE92ACAE9F4F}" destId="{A831A607-39BF-4FE3-A753-C5E91B89CDD6}" srcOrd="3" destOrd="0" parTransId="{3B383231-8937-44FE-A728-E0366E0978F5}" sibTransId="{4E6AA71D-EA6C-403E-B2CD-DE2CC49C213A}"/>
    <dgm:cxn modelId="{1D77A6BC-7142-4EA8-BCDF-27D213483073}" type="presParOf" srcId="{CAD0F0C5-8AAA-4793-A8AD-117A04665761}" destId="{2DC0BFEC-9A13-4088-8B02-018C2DE329A9}" srcOrd="0" destOrd="0" presId="urn:microsoft.com/office/officeart/2018/2/layout/IconVerticalSolidList"/>
    <dgm:cxn modelId="{CE996631-3920-409F-B9EA-FB0AA3AADE87}" type="presParOf" srcId="{2DC0BFEC-9A13-4088-8B02-018C2DE329A9}" destId="{DEEACA84-7511-4765-B749-A7B0BBF1D7A3}" srcOrd="0" destOrd="0" presId="urn:microsoft.com/office/officeart/2018/2/layout/IconVerticalSolidList"/>
    <dgm:cxn modelId="{9955B0F4-4C16-4724-A094-41E5C0586415}" type="presParOf" srcId="{2DC0BFEC-9A13-4088-8B02-018C2DE329A9}" destId="{90C72D11-863B-45BF-9CB8-58573E2CE8A6}" srcOrd="1" destOrd="0" presId="urn:microsoft.com/office/officeart/2018/2/layout/IconVerticalSolidList"/>
    <dgm:cxn modelId="{64ECE095-2486-4EA5-8DCD-40353B71DE18}" type="presParOf" srcId="{2DC0BFEC-9A13-4088-8B02-018C2DE329A9}" destId="{1340BC99-6E82-4EF4-9633-A21A321A61E1}" srcOrd="2" destOrd="0" presId="urn:microsoft.com/office/officeart/2018/2/layout/IconVerticalSolidList"/>
    <dgm:cxn modelId="{0359DA71-894F-4CE1-824C-DBBF726D7F24}" type="presParOf" srcId="{2DC0BFEC-9A13-4088-8B02-018C2DE329A9}" destId="{87DE6415-AA89-4CB6-8990-71AF3FBF1B3F}" srcOrd="3" destOrd="0" presId="urn:microsoft.com/office/officeart/2018/2/layout/IconVerticalSolidList"/>
    <dgm:cxn modelId="{EC98BCD2-7469-414D-BB97-FA1EC9243968}" type="presParOf" srcId="{CAD0F0C5-8AAA-4793-A8AD-117A04665761}" destId="{7C988784-6845-4B24-A850-6DDE4AD4BF70}" srcOrd="1" destOrd="0" presId="urn:microsoft.com/office/officeart/2018/2/layout/IconVerticalSolidList"/>
    <dgm:cxn modelId="{90A7E22E-8E57-48BA-BEE9-E04096CAC972}" type="presParOf" srcId="{CAD0F0C5-8AAA-4793-A8AD-117A04665761}" destId="{391111D2-9890-4C82-A0A6-5D6A742A3C6C}" srcOrd="2" destOrd="0" presId="urn:microsoft.com/office/officeart/2018/2/layout/IconVerticalSolidList"/>
    <dgm:cxn modelId="{1F7D9F30-9F22-4C3D-AC30-EEFFF0B07CFB}" type="presParOf" srcId="{391111D2-9890-4C82-A0A6-5D6A742A3C6C}" destId="{EA208EC7-E95A-4BB4-A02D-B0356BDC6EE8}" srcOrd="0" destOrd="0" presId="urn:microsoft.com/office/officeart/2018/2/layout/IconVerticalSolidList"/>
    <dgm:cxn modelId="{85EAF327-0FF7-4B79-97E3-A438884665C0}" type="presParOf" srcId="{391111D2-9890-4C82-A0A6-5D6A742A3C6C}" destId="{7B0469E2-C300-4F57-8D67-8336328CA7B5}" srcOrd="1" destOrd="0" presId="urn:microsoft.com/office/officeart/2018/2/layout/IconVerticalSolidList"/>
    <dgm:cxn modelId="{C1B66A80-9183-4D46-9FEC-BFF3C0B2D1D7}" type="presParOf" srcId="{391111D2-9890-4C82-A0A6-5D6A742A3C6C}" destId="{30466436-79F2-4D49-B763-723E63A13147}" srcOrd="2" destOrd="0" presId="urn:microsoft.com/office/officeart/2018/2/layout/IconVerticalSolidList"/>
    <dgm:cxn modelId="{A8332453-2E4C-4ACF-9526-C67C037CB243}" type="presParOf" srcId="{391111D2-9890-4C82-A0A6-5D6A742A3C6C}" destId="{C30133CD-0C5F-4D1E-B5A9-1D68A256CC96}" srcOrd="3" destOrd="0" presId="urn:microsoft.com/office/officeart/2018/2/layout/IconVerticalSolidList"/>
    <dgm:cxn modelId="{0B239FE4-77E2-439C-9B9C-99689097BD0C}" type="presParOf" srcId="{CAD0F0C5-8AAA-4793-A8AD-117A04665761}" destId="{7E445350-A09C-4F18-BF1A-08D673E22719}" srcOrd="3" destOrd="0" presId="urn:microsoft.com/office/officeart/2018/2/layout/IconVerticalSolidList"/>
    <dgm:cxn modelId="{06189532-C7E6-466D-9D87-FD1A1EAEB4AC}" type="presParOf" srcId="{CAD0F0C5-8AAA-4793-A8AD-117A04665761}" destId="{D895F8C7-A26A-4660-A856-C738B8836994}" srcOrd="4" destOrd="0" presId="urn:microsoft.com/office/officeart/2018/2/layout/IconVerticalSolidList"/>
    <dgm:cxn modelId="{831B0B32-C17C-4997-BB77-A193624878D0}" type="presParOf" srcId="{D895F8C7-A26A-4660-A856-C738B8836994}" destId="{E682AA6C-A5D1-495B-A1E1-CB56F58CE1DA}" srcOrd="0" destOrd="0" presId="urn:microsoft.com/office/officeart/2018/2/layout/IconVerticalSolidList"/>
    <dgm:cxn modelId="{6C626013-F97D-41E9-B699-F50C03450FF9}" type="presParOf" srcId="{D895F8C7-A26A-4660-A856-C738B8836994}" destId="{FEB89F88-7065-4A26-90F6-673D30641119}" srcOrd="1" destOrd="0" presId="urn:microsoft.com/office/officeart/2018/2/layout/IconVerticalSolidList"/>
    <dgm:cxn modelId="{CEBA9A76-F4D9-46FA-BEC6-018221DE7F40}" type="presParOf" srcId="{D895F8C7-A26A-4660-A856-C738B8836994}" destId="{8321780F-25C5-4319-A4E8-6BB8DF7F0182}" srcOrd="2" destOrd="0" presId="urn:microsoft.com/office/officeart/2018/2/layout/IconVerticalSolidList"/>
    <dgm:cxn modelId="{C2DA0A8F-D198-4518-A632-48BF892D1B19}" type="presParOf" srcId="{D895F8C7-A26A-4660-A856-C738B8836994}" destId="{F11ACCE8-5BA9-46A9-A0E6-2DC45E03893C}" srcOrd="3" destOrd="0" presId="urn:microsoft.com/office/officeart/2018/2/layout/IconVerticalSolidList"/>
    <dgm:cxn modelId="{B41F1CE2-AF1B-489D-AAFA-4BC391485F2B}" type="presParOf" srcId="{CAD0F0C5-8AAA-4793-A8AD-117A04665761}" destId="{043504C4-23CD-4561-94DB-31DEB80C428F}" srcOrd="5" destOrd="0" presId="urn:microsoft.com/office/officeart/2018/2/layout/IconVerticalSolidList"/>
    <dgm:cxn modelId="{39024FBA-34BA-486F-B90C-17BA114944FB}" type="presParOf" srcId="{CAD0F0C5-8AAA-4793-A8AD-117A04665761}" destId="{2DE2CB4A-E5E6-4A7D-B1FE-AEB5286E85B5}" srcOrd="6" destOrd="0" presId="urn:microsoft.com/office/officeart/2018/2/layout/IconVerticalSolidList"/>
    <dgm:cxn modelId="{F70D6C25-F4BE-4116-A68D-2C2A2FA8EB3B}" type="presParOf" srcId="{2DE2CB4A-E5E6-4A7D-B1FE-AEB5286E85B5}" destId="{7BF71892-E3B4-48E9-8C58-E1BF54A6D2E1}" srcOrd="0" destOrd="0" presId="urn:microsoft.com/office/officeart/2018/2/layout/IconVerticalSolidList"/>
    <dgm:cxn modelId="{BEEC828E-68B0-477A-8B9B-A2991E5F1A8F}" type="presParOf" srcId="{2DE2CB4A-E5E6-4A7D-B1FE-AEB5286E85B5}" destId="{F9D9168A-51EA-4849-B3B5-80E43F6313C3}" srcOrd="1" destOrd="0" presId="urn:microsoft.com/office/officeart/2018/2/layout/IconVerticalSolidList"/>
    <dgm:cxn modelId="{ABACB6F4-D730-40DB-BCEF-9C33557F4E9C}" type="presParOf" srcId="{2DE2CB4A-E5E6-4A7D-B1FE-AEB5286E85B5}" destId="{0C917D80-05AD-4F1D-BFDA-863296DCCB69}" srcOrd="2" destOrd="0" presId="urn:microsoft.com/office/officeart/2018/2/layout/IconVerticalSolidList"/>
    <dgm:cxn modelId="{72609B28-AE06-4D2B-8444-2F86AEF1659E}" type="presParOf" srcId="{2DE2CB4A-E5E6-4A7D-B1FE-AEB5286E85B5}" destId="{36665FA6-58F1-49AD-8CF6-9C7B6926C6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17261DD-8F0E-4969-9A27-B52C48560BA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1931C00-9C53-4D31-BBE6-FE2ECE086F82}">
      <dgm:prSet/>
      <dgm:spPr/>
      <dgm:t>
        <a:bodyPr/>
        <a:lstStyle/>
        <a:p>
          <a:r>
            <a:rPr lang="en-IN" b="1" dirty="0"/>
            <a:t>General Purpose (e.g., T, M family)</a:t>
          </a:r>
          <a:endParaRPr lang="en-US" dirty="0"/>
        </a:p>
      </dgm:t>
    </dgm:pt>
    <dgm:pt modelId="{F2444A4B-566A-45A0-90DE-6595F50AB8D1}" type="parTrans" cxnId="{7EE4126D-3B2D-4033-BF16-81B7ED1A5CF0}">
      <dgm:prSet/>
      <dgm:spPr/>
      <dgm:t>
        <a:bodyPr/>
        <a:lstStyle/>
        <a:p>
          <a:endParaRPr lang="en-US"/>
        </a:p>
      </dgm:t>
    </dgm:pt>
    <dgm:pt modelId="{091DB620-2BF2-41AA-BC62-1AD874DDB89F}" type="sibTrans" cxnId="{7EE4126D-3B2D-4033-BF16-81B7ED1A5CF0}">
      <dgm:prSet/>
      <dgm:spPr/>
      <dgm:t>
        <a:bodyPr/>
        <a:lstStyle/>
        <a:p>
          <a:endParaRPr lang="en-US"/>
        </a:p>
      </dgm:t>
    </dgm:pt>
    <dgm:pt modelId="{7103D5F3-5A9D-4113-9986-3BE3F9EBF9B0}">
      <dgm:prSet custT="1"/>
      <dgm:spPr/>
      <dgm:t>
        <a:bodyPr/>
        <a:lstStyle/>
        <a:p>
          <a:r>
            <a:rPr lang="en-IN" sz="1500"/>
            <a:t>Balanced compute, memory, network</a:t>
          </a:r>
          <a:endParaRPr lang="en-US" sz="1500"/>
        </a:p>
      </dgm:t>
    </dgm:pt>
    <dgm:pt modelId="{17D26E33-9489-4228-8A9A-EE6A1C6EB2F4}" type="parTrans" cxnId="{399D8AD2-8F17-4BBE-BB02-AD3665408080}">
      <dgm:prSet/>
      <dgm:spPr/>
      <dgm:t>
        <a:bodyPr/>
        <a:lstStyle/>
        <a:p>
          <a:endParaRPr lang="en-US"/>
        </a:p>
      </dgm:t>
    </dgm:pt>
    <dgm:pt modelId="{7ADDE6EA-D6E3-4B64-9FA2-9AFD7ADE1A88}" type="sibTrans" cxnId="{399D8AD2-8F17-4BBE-BB02-AD3665408080}">
      <dgm:prSet/>
      <dgm:spPr/>
      <dgm:t>
        <a:bodyPr/>
        <a:lstStyle/>
        <a:p>
          <a:endParaRPr lang="en-US"/>
        </a:p>
      </dgm:t>
    </dgm:pt>
    <dgm:pt modelId="{BDB95420-A459-4C5E-9C8A-07A5ED5222B4}">
      <dgm:prSet custT="1"/>
      <dgm:spPr/>
      <dgm:t>
        <a:bodyPr/>
        <a:lstStyle/>
        <a:p>
          <a:r>
            <a:rPr lang="en-IN" sz="1500" dirty="0"/>
            <a:t>Example: t2.micro (Free Tier), m5.large</a:t>
          </a:r>
          <a:endParaRPr lang="en-US" sz="1500" dirty="0"/>
        </a:p>
      </dgm:t>
    </dgm:pt>
    <dgm:pt modelId="{3FB22889-16A0-4F6F-9C96-CA3DBAFDA65B}" type="parTrans" cxnId="{2A64F4CB-94E7-4E98-AEBE-C7AC617B2F98}">
      <dgm:prSet/>
      <dgm:spPr/>
      <dgm:t>
        <a:bodyPr/>
        <a:lstStyle/>
        <a:p>
          <a:endParaRPr lang="en-US"/>
        </a:p>
      </dgm:t>
    </dgm:pt>
    <dgm:pt modelId="{1C349B21-0A6C-410F-9887-D53720B01C57}" type="sibTrans" cxnId="{2A64F4CB-94E7-4E98-AEBE-C7AC617B2F98}">
      <dgm:prSet/>
      <dgm:spPr/>
      <dgm:t>
        <a:bodyPr/>
        <a:lstStyle/>
        <a:p>
          <a:endParaRPr lang="en-US"/>
        </a:p>
      </dgm:t>
    </dgm:pt>
    <dgm:pt modelId="{AC86DC50-DA9F-458B-A0D4-853A843B8C4C}">
      <dgm:prSet custT="1"/>
      <dgm:spPr/>
      <dgm:t>
        <a:bodyPr/>
        <a:lstStyle/>
        <a:p>
          <a:r>
            <a:rPr lang="en-IN" sz="1500" dirty="0"/>
            <a:t>Good for web servers, dev/test, small apps</a:t>
          </a:r>
          <a:endParaRPr lang="en-US" sz="1500" dirty="0"/>
        </a:p>
      </dgm:t>
    </dgm:pt>
    <dgm:pt modelId="{7A52999C-E3E3-4FB4-8C9C-0ED31210EE1B}" type="parTrans" cxnId="{6241DE34-58A0-4041-BB4C-94F6B3B9270D}">
      <dgm:prSet/>
      <dgm:spPr/>
      <dgm:t>
        <a:bodyPr/>
        <a:lstStyle/>
        <a:p>
          <a:endParaRPr lang="en-US"/>
        </a:p>
      </dgm:t>
    </dgm:pt>
    <dgm:pt modelId="{CBE8BD35-8EA7-4EAA-B4C4-6385E8BA2E47}" type="sibTrans" cxnId="{6241DE34-58A0-4041-BB4C-94F6B3B9270D}">
      <dgm:prSet/>
      <dgm:spPr/>
      <dgm:t>
        <a:bodyPr/>
        <a:lstStyle/>
        <a:p>
          <a:endParaRPr lang="en-US"/>
        </a:p>
      </dgm:t>
    </dgm:pt>
    <dgm:pt modelId="{B9FA9E98-A6CD-4CF1-BD9D-D98218127D1C}">
      <dgm:prSet/>
      <dgm:spPr/>
      <dgm:t>
        <a:bodyPr/>
        <a:lstStyle/>
        <a:p>
          <a:r>
            <a:rPr lang="en-IN" b="1"/>
            <a:t>Compute Optimized (C family)</a:t>
          </a:r>
          <a:endParaRPr lang="en-US"/>
        </a:p>
      </dgm:t>
    </dgm:pt>
    <dgm:pt modelId="{0C909BE7-B1A1-45E6-9B4E-26BCB886B4BE}" type="parTrans" cxnId="{FC20B89E-2676-49EF-9BF1-DF5077D5CBA8}">
      <dgm:prSet/>
      <dgm:spPr/>
      <dgm:t>
        <a:bodyPr/>
        <a:lstStyle/>
        <a:p>
          <a:endParaRPr lang="en-US"/>
        </a:p>
      </dgm:t>
    </dgm:pt>
    <dgm:pt modelId="{12F3E40C-E15F-4E7F-BA31-4C22249E8D77}" type="sibTrans" cxnId="{FC20B89E-2676-49EF-9BF1-DF5077D5CBA8}">
      <dgm:prSet/>
      <dgm:spPr/>
      <dgm:t>
        <a:bodyPr/>
        <a:lstStyle/>
        <a:p>
          <a:endParaRPr lang="en-US"/>
        </a:p>
      </dgm:t>
    </dgm:pt>
    <dgm:pt modelId="{4F6C9E18-5AE6-4A74-BBB2-00E7EA98AB5E}">
      <dgm:prSet custT="1"/>
      <dgm:spPr/>
      <dgm:t>
        <a:bodyPr/>
        <a:lstStyle/>
        <a:p>
          <a:r>
            <a:rPr lang="en-IN" sz="1500" dirty="0"/>
            <a:t>High-performance CPUs</a:t>
          </a:r>
          <a:endParaRPr lang="en-US" sz="1500" dirty="0"/>
        </a:p>
      </dgm:t>
    </dgm:pt>
    <dgm:pt modelId="{7D9B5D4A-834B-47B0-B375-BC82B896A484}" type="parTrans" cxnId="{414C69A1-24DA-4DD5-97F3-92974078E2BB}">
      <dgm:prSet/>
      <dgm:spPr/>
      <dgm:t>
        <a:bodyPr/>
        <a:lstStyle/>
        <a:p>
          <a:endParaRPr lang="en-US"/>
        </a:p>
      </dgm:t>
    </dgm:pt>
    <dgm:pt modelId="{FA6D57E8-E638-4FA8-BD48-71A84E99E96A}" type="sibTrans" cxnId="{414C69A1-24DA-4DD5-97F3-92974078E2BB}">
      <dgm:prSet/>
      <dgm:spPr/>
      <dgm:t>
        <a:bodyPr/>
        <a:lstStyle/>
        <a:p>
          <a:endParaRPr lang="en-US"/>
        </a:p>
      </dgm:t>
    </dgm:pt>
    <dgm:pt modelId="{8A9F2DE9-0856-49AE-84EE-D721F3EB4C2F}">
      <dgm:prSet custT="1"/>
      <dgm:spPr/>
      <dgm:t>
        <a:bodyPr/>
        <a:lstStyle/>
        <a:p>
          <a:r>
            <a:rPr lang="en-IN" sz="1500" dirty="0"/>
            <a:t>Example: c5.xlarge</a:t>
          </a:r>
          <a:endParaRPr lang="en-US" sz="1500" dirty="0"/>
        </a:p>
      </dgm:t>
    </dgm:pt>
    <dgm:pt modelId="{6353FA6D-B9B6-4BCE-803B-089862704FD5}" type="parTrans" cxnId="{92E0D478-2C8F-4271-B97F-BC1B8996D5DA}">
      <dgm:prSet/>
      <dgm:spPr/>
      <dgm:t>
        <a:bodyPr/>
        <a:lstStyle/>
        <a:p>
          <a:endParaRPr lang="en-US"/>
        </a:p>
      </dgm:t>
    </dgm:pt>
    <dgm:pt modelId="{9DCD4D70-5674-4A3D-94DE-3B81B93EF14E}" type="sibTrans" cxnId="{92E0D478-2C8F-4271-B97F-BC1B8996D5DA}">
      <dgm:prSet/>
      <dgm:spPr/>
      <dgm:t>
        <a:bodyPr/>
        <a:lstStyle/>
        <a:p>
          <a:endParaRPr lang="en-US"/>
        </a:p>
      </dgm:t>
    </dgm:pt>
    <dgm:pt modelId="{70EDD728-7110-4CC7-8EDE-A095C53AD789}">
      <dgm:prSet custT="1"/>
      <dgm:spPr/>
      <dgm:t>
        <a:bodyPr/>
        <a:lstStyle/>
        <a:p>
          <a:r>
            <a:rPr lang="en-IN" sz="1500" dirty="0"/>
            <a:t>Good for batch processing, scientific models, game servers</a:t>
          </a:r>
          <a:endParaRPr lang="en-US" sz="1500" dirty="0"/>
        </a:p>
      </dgm:t>
    </dgm:pt>
    <dgm:pt modelId="{54B52594-2C47-40A7-A76A-97FE2C9805A8}" type="parTrans" cxnId="{CBE47830-FA4A-4023-A916-1BB85864DD06}">
      <dgm:prSet/>
      <dgm:spPr/>
      <dgm:t>
        <a:bodyPr/>
        <a:lstStyle/>
        <a:p>
          <a:endParaRPr lang="en-US"/>
        </a:p>
      </dgm:t>
    </dgm:pt>
    <dgm:pt modelId="{9E675EE8-34CA-4F52-80D1-C1F91D373DA4}" type="sibTrans" cxnId="{CBE47830-FA4A-4023-A916-1BB85864DD06}">
      <dgm:prSet/>
      <dgm:spPr/>
      <dgm:t>
        <a:bodyPr/>
        <a:lstStyle/>
        <a:p>
          <a:endParaRPr lang="en-US"/>
        </a:p>
      </dgm:t>
    </dgm:pt>
    <dgm:pt modelId="{F1B95AA7-77D9-4D1E-94AC-63B5B157F9F7}">
      <dgm:prSet/>
      <dgm:spPr/>
      <dgm:t>
        <a:bodyPr/>
        <a:lstStyle/>
        <a:p>
          <a:r>
            <a:rPr lang="en-IN" b="1" dirty="0"/>
            <a:t>Memory Optimized (R, X family)</a:t>
          </a:r>
          <a:endParaRPr lang="en-US" dirty="0"/>
        </a:p>
      </dgm:t>
    </dgm:pt>
    <dgm:pt modelId="{A467726D-F438-49AB-B1E2-C27A85AA5D9F}" type="parTrans" cxnId="{B36D3431-3CFC-466E-A73F-10B2575303FF}">
      <dgm:prSet/>
      <dgm:spPr/>
      <dgm:t>
        <a:bodyPr/>
        <a:lstStyle/>
        <a:p>
          <a:endParaRPr lang="en-US"/>
        </a:p>
      </dgm:t>
    </dgm:pt>
    <dgm:pt modelId="{12186E75-3170-443E-837E-FEA62F2A7FD0}" type="sibTrans" cxnId="{B36D3431-3CFC-466E-A73F-10B2575303FF}">
      <dgm:prSet/>
      <dgm:spPr/>
      <dgm:t>
        <a:bodyPr/>
        <a:lstStyle/>
        <a:p>
          <a:endParaRPr lang="en-US"/>
        </a:p>
      </dgm:t>
    </dgm:pt>
    <dgm:pt modelId="{9B3E23FC-434F-4CD8-8060-26EBD7601680}">
      <dgm:prSet custT="1"/>
      <dgm:spPr/>
      <dgm:t>
        <a:bodyPr/>
        <a:lstStyle/>
        <a:p>
          <a:r>
            <a:rPr lang="en-IN" sz="1500" dirty="0"/>
            <a:t>Large RAM for big datasets</a:t>
          </a:r>
          <a:endParaRPr lang="en-US" sz="1500" dirty="0"/>
        </a:p>
      </dgm:t>
    </dgm:pt>
    <dgm:pt modelId="{8AE14384-798C-40D9-A092-1C70F9240281}" type="parTrans" cxnId="{5FA6E384-0EA9-4908-9E17-878B5FDA9E82}">
      <dgm:prSet/>
      <dgm:spPr/>
      <dgm:t>
        <a:bodyPr/>
        <a:lstStyle/>
        <a:p>
          <a:endParaRPr lang="en-US"/>
        </a:p>
      </dgm:t>
    </dgm:pt>
    <dgm:pt modelId="{750F3C89-F432-4DB0-91C6-865DDB5598D3}" type="sibTrans" cxnId="{5FA6E384-0EA9-4908-9E17-878B5FDA9E82}">
      <dgm:prSet/>
      <dgm:spPr/>
      <dgm:t>
        <a:bodyPr/>
        <a:lstStyle/>
        <a:p>
          <a:endParaRPr lang="en-US"/>
        </a:p>
      </dgm:t>
    </dgm:pt>
    <dgm:pt modelId="{A8DF2311-3367-4130-9940-243DB7D765E7}">
      <dgm:prSet custT="1"/>
      <dgm:spPr/>
      <dgm:t>
        <a:bodyPr/>
        <a:lstStyle/>
        <a:p>
          <a:r>
            <a:rPr lang="en-IN" sz="1500" dirty="0"/>
            <a:t>Example: r5.2xlarge, x1e.8xlarge</a:t>
          </a:r>
          <a:endParaRPr lang="en-US" sz="1500" dirty="0"/>
        </a:p>
      </dgm:t>
    </dgm:pt>
    <dgm:pt modelId="{1BC3C8CD-0491-466B-9284-DC22AE56DF8A}" type="parTrans" cxnId="{9AF51C9A-01F0-47AB-8441-66845467B2B2}">
      <dgm:prSet/>
      <dgm:spPr/>
      <dgm:t>
        <a:bodyPr/>
        <a:lstStyle/>
        <a:p>
          <a:endParaRPr lang="en-US"/>
        </a:p>
      </dgm:t>
    </dgm:pt>
    <dgm:pt modelId="{C70DC113-3450-4FC1-AE90-08350082815A}" type="sibTrans" cxnId="{9AF51C9A-01F0-47AB-8441-66845467B2B2}">
      <dgm:prSet/>
      <dgm:spPr/>
      <dgm:t>
        <a:bodyPr/>
        <a:lstStyle/>
        <a:p>
          <a:endParaRPr lang="en-US"/>
        </a:p>
      </dgm:t>
    </dgm:pt>
    <dgm:pt modelId="{B53AC9BB-25B5-4B1E-985B-321162DCC3C7}">
      <dgm:prSet custT="1"/>
      <dgm:spPr/>
      <dgm:t>
        <a:bodyPr/>
        <a:lstStyle/>
        <a:p>
          <a:r>
            <a:rPr lang="en-IN" sz="1500" dirty="0"/>
            <a:t>Good for databases, in-memory caching, analytics</a:t>
          </a:r>
          <a:endParaRPr lang="en-US" sz="1500" dirty="0"/>
        </a:p>
      </dgm:t>
    </dgm:pt>
    <dgm:pt modelId="{F3D76649-56E3-4230-BA43-1A7F5AB9B9C1}" type="parTrans" cxnId="{ED0548FD-2157-4573-B5B6-F8C65F071C77}">
      <dgm:prSet/>
      <dgm:spPr/>
      <dgm:t>
        <a:bodyPr/>
        <a:lstStyle/>
        <a:p>
          <a:endParaRPr lang="en-US"/>
        </a:p>
      </dgm:t>
    </dgm:pt>
    <dgm:pt modelId="{822F0CA3-E969-4EDC-9073-F6D4E14F8D03}" type="sibTrans" cxnId="{ED0548FD-2157-4573-B5B6-F8C65F071C77}">
      <dgm:prSet/>
      <dgm:spPr/>
      <dgm:t>
        <a:bodyPr/>
        <a:lstStyle/>
        <a:p>
          <a:endParaRPr lang="en-US"/>
        </a:p>
      </dgm:t>
    </dgm:pt>
    <dgm:pt modelId="{734D3E40-8710-47FC-A318-48ECF9139C38}">
      <dgm:prSet/>
      <dgm:spPr/>
      <dgm:t>
        <a:bodyPr/>
        <a:lstStyle/>
        <a:p>
          <a:r>
            <a:rPr lang="en-IN" b="1"/>
            <a:t>Storage Optimized (I, D, H family)</a:t>
          </a:r>
          <a:endParaRPr lang="en-US"/>
        </a:p>
      </dgm:t>
    </dgm:pt>
    <dgm:pt modelId="{DBF040D9-B857-4165-8252-2CBF956AAA7B}" type="parTrans" cxnId="{FBF2774E-972D-48A9-8F86-361F706C13AB}">
      <dgm:prSet/>
      <dgm:spPr/>
      <dgm:t>
        <a:bodyPr/>
        <a:lstStyle/>
        <a:p>
          <a:endParaRPr lang="en-US"/>
        </a:p>
      </dgm:t>
    </dgm:pt>
    <dgm:pt modelId="{A8D6EF08-2847-4D28-BB6C-0887571B30CB}" type="sibTrans" cxnId="{FBF2774E-972D-48A9-8F86-361F706C13AB}">
      <dgm:prSet/>
      <dgm:spPr/>
      <dgm:t>
        <a:bodyPr/>
        <a:lstStyle/>
        <a:p>
          <a:endParaRPr lang="en-US"/>
        </a:p>
      </dgm:t>
    </dgm:pt>
    <dgm:pt modelId="{3DEB08FB-627E-4933-B174-7DB7120B8757}">
      <dgm:prSet custT="1"/>
      <dgm:spPr/>
      <dgm:t>
        <a:bodyPr/>
        <a:lstStyle/>
        <a:p>
          <a:r>
            <a:rPr lang="en-IN" sz="1500" dirty="0"/>
            <a:t>High disk throughput/IOPS</a:t>
          </a:r>
          <a:endParaRPr lang="en-US" sz="1500" dirty="0"/>
        </a:p>
      </dgm:t>
    </dgm:pt>
    <dgm:pt modelId="{CD41FFBE-7BAA-435C-8BF1-F385F45620D5}" type="parTrans" cxnId="{BFA3A803-9AC3-471A-8F09-6DE2D4478F78}">
      <dgm:prSet/>
      <dgm:spPr/>
      <dgm:t>
        <a:bodyPr/>
        <a:lstStyle/>
        <a:p>
          <a:endParaRPr lang="en-US"/>
        </a:p>
      </dgm:t>
    </dgm:pt>
    <dgm:pt modelId="{7B74ADCE-9051-4A07-A25C-FA2E9293C3D2}" type="sibTrans" cxnId="{BFA3A803-9AC3-471A-8F09-6DE2D4478F78}">
      <dgm:prSet/>
      <dgm:spPr/>
      <dgm:t>
        <a:bodyPr/>
        <a:lstStyle/>
        <a:p>
          <a:endParaRPr lang="en-US"/>
        </a:p>
      </dgm:t>
    </dgm:pt>
    <dgm:pt modelId="{1C54B8FE-1564-445B-90E7-320C8F6102CD}">
      <dgm:prSet custT="1"/>
      <dgm:spPr/>
      <dgm:t>
        <a:bodyPr/>
        <a:lstStyle/>
        <a:p>
          <a:r>
            <a:rPr lang="en-IN" sz="1500" dirty="0"/>
            <a:t>Example: i3.large, d2.xlarge</a:t>
          </a:r>
          <a:endParaRPr lang="en-US" sz="1500" dirty="0"/>
        </a:p>
      </dgm:t>
    </dgm:pt>
    <dgm:pt modelId="{B53ED9B6-DC08-4C41-83B9-E08A98EC89A7}" type="parTrans" cxnId="{8EFCB257-BA41-4484-8474-695F5C2FC4ED}">
      <dgm:prSet/>
      <dgm:spPr/>
      <dgm:t>
        <a:bodyPr/>
        <a:lstStyle/>
        <a:p>
          <a:endParaRPr lang="en-US"/>
        </a:p>
      </dgm:t>
    </dgm:pt>
    <dgm:pt modelId="{0431BA51-D28D-422D-B969-BE9B38613F22}" type="sibTrans" cxnId="{8EFCB257-BA41-4484-8474-695F5C2FC4ED}">
      <dgm:prSet/>
      <dgm:spPr/>
      <dgm:t>
        <a:bodyPr/>
        <a:lstStyle/>
        <a:p>
          <a:endParaRPr lang="en-US"/>
        </a:p>
      </dgm:t>
    </dgm:pt>
    <dgm:pt modelId="{9F40678A-59B5-421E-BDD7-116E7016B631}">
      <dgm:prSet custT="1"/>
      <dgm:spPr/>
      <dgm:t>
        <a:bodyPr/>
        <a:lstStyle/>
        <a:p>
          <a:r>
            <a:rPr lang="en-IN" sz="1500" dirty="0"/>
            <a:t>Good for NoSQL, data warehousing, big storage apps</a:t>
          </a:r>
          <a:endParaRPr lang="en-US" sz="1500" dirty="0"/>
        </a:p>
      </dgm:t>
    </dgm:pt>
    <dgm:pt modelId="{8EC74717-3600-4CDB-B00B-989F0D1480EA}" type="parTrans" cxnId="{99211A23-9918-4555-9AAF-A8B2DF3C0C3B}">
      <dgm:prSet/>
      <dgm:spPr/>
      <dgm:t>
        <a:bodyPr/>
        <a:lstStyle/>
        <a:p>
          <a:endParaRPr lang="en-US"/>
        </a:p>
      </dgm:t>
    </dgm:pt>
    <dgm:pt modelId="{828D9BCF-FE89-4D92-8A01-DC83C976A81E}" type="sibTrans" cxnId="{99211A23-9918-4555-9AAF-A8B2DF3C0C3B}">
      <dgm:prSet/>
      <dgm:spPr/>
      <dgm:t>
        <a:bodyPr/>
        <a:lstStyle/>
        <a:p>
          <a:endParaRPr lang="en-US"/>
        </a:p>
      </dgm:t>
    </dgm:pt>
    <dgm:pt modelId="{F73B1F41-04C0-493D-B0D8-1BFC0125DE06}">
      <dgm:prSet/>
      <dgm:spPr/>
      <dgm:t>
        <a:bodyPr/>
        <a:lstStyle/>
        <a:p>
          <a:r>
            <a:rPr lang="en-IN" b="1"/>
            <a:t>Accelerated Computing (P, G, Inf family)</a:t>
          </a:r>
          <a:endParaRPr lang="en-US"/>
        </a:p>
      </dgm:t>
    </dgm:pt>
    <dgm:pt modelId="{E96C9713-087A-4768-A407-30BD0F4CDF88}" type="parTrans" cxnId="{45BEA286-85B5-45BD-8B2C-DDABD9982436}">
      <dgm:prSet/>
      <dgm:spPr/>
      <dgm:t>
        <a:bodyPr/>
        <a:lstStyle/>
        <a:p>
          <a:endParaRPr lang="en-US"/>
        </a:p>
      </dgm:t>
    </dgm:pt>
    <dgm:pt modelId="{7B923FAE-A871-4465-8147-886117D3E6D3}" type="sibTrans" cxnId="{45BEA286-85B5-45BD-8B2C-DDABD9982436}">
      <dgm:prSet/>
      <dgm:spPr/>
      <dgm:t>
        <a:bodyPr/>
        <a:lstStyle/>
        <a:p>
          <a:endParaRPr lang="en-US"/>
        </a:p>
      </dgm:t>
    </dgm:pt>
    <dgm:pt modelId="{F89F8CE0-2048-4283-B3D6-E79AB265CA01}">
      <dgm:prSet custT="1"/>
      <dgm:spPr/>
      <dgm:t>
        <a:bodyPr/>
        <a:lstStyle/>
        <a:p>
          <a:r>
            <a:rPr lang="en-IN" sz="1500" dirty="0"/>
            <a:t>GPUs and specialized hardware</a:t>
          </a:r>
          <a:endParaRPr lang="en-US" sz="1500" dirty="0"/>
        </a:p>
      </dgm:t>
    </dgm:pt>
    <dgm:pt modelId="{B12204C7-8A0A-4575-804C-B3E899271CA6}" type="parTrans" cxnId="{06CF2DD8-AA26-4690-9CB8-93661C0F363E}">
      <dgm:prSet/>
      <dgm:spPr/>
      <dgm:t>
        <a:bodyPr/>
        <a:lstStyle/>
        <a:p>
          <a:endParaRPr lang="en-US"/>
        </a:p>
      </dgm:t>
    </dgm:pt>
    <dgm:pt modelId="{2C8568FC-DA09-4D46-B523-5507768CC4B0}" type="sibTrans" cxnId="{06CF2DD8-AA26-4690-9CB8-93661C0F363E}">
      <dgm:prSet/>
      <dgm:spPr/>
      <dgm:t>
        <a:bodyPr/>
        <a:lstStyle/>
        <a:p>
          <a:endParaRPr lang="en-US"/>
        </a:p>
      </dgm:t>
    </dgm:pt>
    <dgm:pt modelId="{03BF2CA9-8005-45C0-AFAF-C5B7301847E0}">
      <dgm:prSet custT="1"/>
      <dgm:spPr/>
      <dgm:t>
        <a:bodyPr/>
        <a:lstStyle/>
        <a:p>
          <a:r>
            <a:rPr lang="en-IN" sz="1500" dirty="0"/>
            <a:t>Example: p3.8xlarge (ML/AI), g4dn.xlarge (graphics)</a:t>
          </a:r>
          <a:endParaRPr lang="en-US" sz="1500" dirty="0"/>
        </a:p>
      </dgm:t>
    </dgm:pt>
    <dgm:pt modelId="{8CC718B7-309C-45CB-9E05-58631CE135B5}" type="parTrans" cxnId="{973C5C33-CE0F-4420-BF4F-7E6B502D7C9C}">
      <dgm:prSet/>
      <dgm:spPr/>
      <dgm:t>
        <a:bodyPr/>
        <a:lstStyle/>
        <a:p>
          <a:endParaRPr lang="en-US"/>
        </a:p>
      </dgm:t>
    </dgm:pt>
    <dgm:pt modelId="{AC79E40F-F780-4DD1-B346-0968E2068997}" type="sibTrans" cxnId="{973C5C33-CE0F-4420-BF4F-7E6B502D7C9C}">
      <dgm:prSet/>
      <dgm:spPr/>
      <dgm:t>
        <a:bodyPr/>
        <a:lstStyle/>
        <a:p>
          <a:endParaRPr lang="en-US"/>
        </a:p>
      </dgm:t>
    </dgm:pt>
    <dgm:pt modelId="{4FA66817-FB17-4319-8CD3-D0C01B679010}">
      <dgm:prSet custT="1"/>
      <dgm:spPr/>
      <dgm:t>
        <a:bodyPr/>
        <a:lstStyle/>
        <a:p>
          <a:r>
            <a:rPr lang="en-IN" sz="1500" dirty="0"/>
            <a:t>Good for AI/ML, deep learning, video rendering</a:t>
          </a:r>
          <a:endParaRPr lang="en-US" sz="1500" dirty="0"/>
        </a:p>
      </dgm:t>
    </dgm:pt>
    <dgm:pt modelId="{EDDF2A74-DB22-4B17-9CF1-F968D2DDD26F}" type="parTrans" cxnId="{71C0ABA9-4BD1-433C-AF3D-F10346A1D383}">
      <dgm:prSet/>
      <dgm:spPr/>
      <dgm:t>
        <a:bodyPr/>
        <a:lstStyle/>
        <a:p>
          <a:endParaRPr lang="en-US"/>
        </a:p>
      </dgm:t>
    </dgm:pt>
    <dgm:pt modelId="{F7025D24-A01F-40B4-96E3-AEC2FCC9318C}" type="sibTrans" cxnId="{71C0ABA9-4BD1-433C-AF3D-F10346A1D383}">
      <dgm:prSet/>
      <dgm:spPr/>
      <dgm:t>
        <a:bodyPr/>
        <a:lstStyle/>
        <a:p>
          <a:endParaRPr lang="en-US"/>
        </a:p>
      </dgm:t>
    </dgm:pt>
    <dgm:pt modelId="{0E3B6590-9F8D-4AF2-B528-17C1B6683946}" type="pres">
      <dgm:prSet presAssocID="{617261DD-8F0E-4969-9A27-B52C48560BAF}" presName="Name0" presStyleCnt="0">
        <dgm:presLayoutVars>
          <dgm:dir/>
          <dgm:animLvl val="lvl"/>
          <dgm:resizeHandles val="exact"/>
        </dgm:presLayoutVars>
      </dgm:prSet>
      <dgm:spPr/>
    </dgm:pt>
    <dgm:pt modelId="{30C5864F-A12A-4B35-817D-E581B293ABC1}" type="pres">
      <dgm:prSet presAssocID="{D1931C00-9C53-4D31-BBE6-FE2ECE086F82}" presName="linNode" presStyleCnt="0"/>
      <dgm:spPr/>
    </dgm:pt>
    <dgm:pt modelId="{37DB5321-0A19-459B-B7E8-24E89702E1F8}" type="pres">
      <dgm:prSet presAssocID="{D1931C00-9C53-4D31-BBE6-FE2ECE086F82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2378A606-E38C-4011-9197-09B2A0349CB5}" type="pres">
      <dgm:prSet presAssocID="{D1931C00-9C53-4D31-BBE6-FE2ECE086F82}" presName="descendantText" presStyleLbl="alignAccFollowNode1" presStyleIdx="0" presStyleCnt="5">
        <dgm:presLayoutVars>
          <dgm:bulletEnabled val="1"/>
        </dgm:presLayoutVars>
      </dgm:prSet>
      <dgm:spPr/>
    </dgm:pt>
    <dgm:pt modelId="{A51796E9-78B2-4CFB-978C-0BFCAE846B74}" type="pres">
      <dgm:prSet presAssocID="{091DB620-2BF2-41AA-BC62-1AD874DDB89F}" presName="sp" presStyleCnt="0"/>
      <dgm:spPr/>
    </dgm:pt>
    <dgm:pt modelId="{ED510718-67AE-4ED4-AFAA-9B5AE6B5F140}" type="pres">
      <dgm:prSet presAssocID="{B9FA9E98-A6CD-4CF1-BD9D-D98218127D1C}" presName="linNode" presStyleCnt="0"/>
      <dgm:spPr/>
    </dgm:pt>
    <dgm:pt modelId="{098165F9-CA7E-4AFA-BA5F-C844AC0AD609}" type="pres">
      <dgm:prSet presAssocID="{B9FA9E98-A6CD-4CF1-BD9D-D98218127D1C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A85258DC-872B-4120-86A7-60ABD465EB4F}" type="pres">
      <dgm:prSet presAssocID="{B9FA9E98-A6CD-4CF1-BD9D-D98218127D1C}" presName="descendantText" presStyleLbl="alignAccFollowNode1" presStyleIdx="1" presStyleCnt="5">
        <dgm:presLayoutVars>
          <dgm:bulletEnabled val="1"/>
        </dgm:presLayoutVars>
      </dgm:prSet>
      <dgm:spPr/>
    </dgm:pt>
    <dgm:pt modelId="{19573A26-6D40-4840-8263-2CADFA7DCD6A}" type="pres">
      <dgm:prSet presAssocID="{12F3E40C-E15F-4E7F-BA31-4C22249E8D77}" presName="sp" presStyleCnt="0"/>
      <dgm:spPr/>
    </dgm:pt>
    <dgm:pt modelId="{EC2854C3-9B8D-4E8B-8904-2B08EC2851FD}" type="pres">
      <dgm:prSet presAssocID="{F1B95AA7-77D9-4D1E-94AC-63B5B157F9F7}" presName="linNode" presStyleCnt="0"/>
      <dgm:spPr/>
    </dgm:pt>
    <dgm:pt modelId="{2E96204E-DE63-4B2E-83E1-8FA9E826329C}" type="pres">
      <dgm:prSet presAssocID="{F1B95AA7-77D9-4D1E-94AC-63B5B157F9F7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321820B2-6D1C-47B5-803D-B3512BA12D6D}" type="pres">
      <dgm:prSet presAssocID="{F1B95AA7-77D9-4D1E-94AC-63B5B157F9F7}" presName="descendantText" presStyleLbl="alignAccFollowNode1" presStyleIdx="2" presStyleCnt="5">
        <dgm:presLayoutVars>
          <dgm:bulletEnabled val="1"/>
        </dgm:presLayoutVars>
      </dgm:prSet>
      <dgm:spPr/>
    </dgm:pt>
    <dgm:pt modelId="{0CE72487-1DBF-43B2-9FCC-99381007EF70}" type="pres">
      <dgm:prSet presAssocID="{12186E75-3170-443E-837E-FEA62F2A7FD0}" presName="sp" presStyleCnt="0"/>
      <dgm:spPr/>
    </dgm:pt>
    <dgm:pt modelId="{131DD96D-D854-4FF8-BC8D-AD3D3DCFDA41}" type="pres">
      <dgm:prSet presAssocID="{734D3E40-8710-47FC-A318-48ECF9139C38}" presName="linNode" presStyleCnt="0"/>
      <dgm:spPr/>
    </dgm:pt>
    <dgm:pt modelId="{98D1F008-5E08-401C-B861-EF1C12ED879C}" type="pres">
      <dgm:prSet presAssocID="{734D3E40-8710-47FC-A318-48ECF9139C38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7AB47DAA-9C1C-4AF2-92AB-E615429E60E0}" type="pres">
      <dgm:prSet presAssocID="{734D3E40-8710-47FC-A318-48ECF9139C38}" presName="descendantText" presStyleLbl="alignAccFollowNode1" presStyleIdx="3" presStyleCnt="5">
        <dgm:presLayoutVars>
          <dgm:bulletEnabled val="1"/>
        </dgm:presLayoutVars>
      </dgm:prSet>
      <dgm:spPr/>
    </dgm:pt>
    <dgm:pt modelId="{4D4FADAB-9B7A-49E9-9F18-05C4D6D75A5C}" type="pres">
      <dgm:prSet presAssocID="{A8D6EF08-2847-4D28-BB6C-0887571B30CB}" presName="sp" presStyleCnt="0"/>
      <dgm:spPr/>
    </dgm:pt>
    <dgm:pt modelId="{85E09D65-2837-46ED-9E79-9BF38F3926E7}" type="pres">
      <dgm:prSet presAssocID="{F73B1F41-04C0-493D-B0D8-1BFC0125DE06}" presName="linNode" presStyleCnt="0"/>
      <dgm:spPr/>
    </dgm:pt>
    <dgm:pt modelId="{C00416BB-D8AD-48C9-8999-9BE96D54A639}" type="pres">
      <dgm:prSet presAssocID="{F73B1F41-04C0-493D-B0D8-1BFC0125DE06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2CF36629-AA0F-4696-B8AA-00D095198FA9}" type="pres">
      <dgm:prSet presAssocID="{F73B1F41-04C0-493D-B0D8-1BFC0125DE06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BFA3A803-9AC3-471A-8F09-6DE2D4478F78}" srcId="{734D3E40-8710-47FC-A318-48ECF9139C38}" destId="{3DEB08FB-627E-4933-B174-7DB7120B8757}" srcOrd="0" destOrd="0" parTransId="{CD41FFBE-7BAA-435C-8BF1-F385F45620D5}" sibTransId="{7B74ADCE-9051-4A07-A25C-FA2E9293C3D2}"/>
    <dgm:cxn modelId="{FD960706-0C53-4AED-8314-AB9F1CC64135}" type="presOf" srcId="{F1B95AA7-77D9-4D1E-94AC-63B5B157F9F7}" destId="{2E96204E-DE63-4B2E-83E1-8FA9E826329C}" srcOrd="0" destOrd="0" presId="urn:microsoft.com/office/officeart/2005/8/layout/vList5"/>
    <dgm:cxn modelId="{99211A23-9918-4555-9AAF-A8B2DF3C0C3B}" srcId="{734D3E40-8710-47FC-A318-48ECF9139C38}" destId="{9F40678A-59B5-421E-BDD7-116E7016B631}" srcOrd="2" destOrd="0" parTransId="{8EC74717-3600-4CDB-B00B-989F0D1480EA}" sibTransId="{828D9BCF-FE89-4D92-8A01-DC83C976A81E}"/>
    <dgm:cxn modelId="{AF8E3328-0D77-4F60-8243-568B93787984}" type="presOf" srcId="{617261DD-8F0E-4969-9A27-B52C48560BAF}" destId="{0E3B6590-9F8D-4AF2-B528-17C1B6683946}" srcOrd="0" destOrd="0" presId="urn:microsoft.com/office/officeart/2005/8/layout/vList5"/>
    <dgm:cxn modelId="{EEF4872A-5040-4D71-9A58-1023604E10A0}" type="presOf" srcId="{9F40678A-59B5-421E-BDD7-116E7016B631}" destId="{7AB47DAA-9C1C-4AF2-92AB-E615429E60E0}" srcOrd="0" destOrd="2" presId="urn:microsoft.com/office/officeart/2005/8/layout/vList5"/>
    <dgm:cxn modelId="{CBE47830-FA4A-4023-A916-1BB85864DD06}" srcId="{B9FA9E98-A6CD-4CF1-BD9D-D98218127D1C}" destId="{70EDD728-7110-4CC7-8EDE-A095C53AD789}" srcOrd="2" destOrd="0" parTransId="{54B52594-2C47-40A7-A76A-97FE2C9805A8}" sibTransId="{9E675EE8-34CA-4F52-80D1-C1F91D373DA4}"/>
    <dgm:cxn modelId="{B36D3431-3CFC-466E-A73F-10B2575303FF}" srcId="{617261DD-8F0E-4969-9A27-B52C48560BAF}" destId="{F1B95AA7-77D9-4D1E-94AC-63B5B157F9F7}" srcOrd="2" destOrd="0" parTransId="{A467726D-F438-49AB-B1E2-C27A85AA5D9F}" sibTransId="{12186E75-3170-443E-837E-FEA62F2A7FD0}"/>
    <dgm:cxn modelId="{973C5C33-CE0F-4420-BF4F-7E6B502D7C9C}" srcId="{F73B1F41-04C0-493D-B0D8-1BFC0125DE06}" destId="{03BF2CA9-8005-45C0-AFAF-C5B7301847E0}" srcOrd="1" destOrd="0" parTransId="{8CC718B7-309C-45CB-9E05-58631CE135B5}" sibTransId="{AC79E40F-F780-4DD1-B346-0968E2068997}"/>
    <dgm:cxn modelId="{6241DE34-58A0-4041-BB4C-94F6B3B9270D}" srcId="{D1931C00-9C53-4D31-BBE6-FE2ECE086F82}" destId="{AC86DC50-DA9F-458B-A0D4-853A843B8C4C}" srcOrd="2" destOrd="0" parTransId="{7A52999C-E3E3-4FB4-8C9C-0ED31210EE1B}" sibTransId="{CBE8BD35-8EA7-4EAA-B4C4-6385E8BA2E47}"/>
    <dgm:cxn modelId="{A6D8D23B-2E63-409B-883C-F9C2D0C93B5D}" type="presOf" srcId="{B9FA9E98-A6CD-4CF1-BD9D-D98218127D1C}" destId="{098165F9-CA7E-4AFA-BA5F-C844AC0AD609}" srcOrd="0" destOrd="0" presId="urn:microsoft.com/office/officeart/2005/8/layout/vList5"/>
    <dgm:cxn modelId="{7B20AE6C-843B-4A95-995F-27A919D13BE8}" type="presOf" srcId="{03BF2CA9-8005-45C0-AFAF-C5B7301847E0}" destId="{2CF36629-AA0F-4696-B8AA-00D095198FA9}" srcOrd="0" destOrd="1" presId="urn:microsoft.com/office/officeart/2005/8/layout/vList5"/>
    <dgm:cxn modelId="{7EE4126D-3B2D-4033-BF16-81B7ED1A5CF0}" srcId="{617261DD-8F0E-4969-9A27-B52C48560BAF}" destId="{D1931C00-9C53-4D31-BBE6-FE2ECE086F82}" srcOrd="0" destOrd="0" parTransId="{F2444A4B-566A-45A0-90DE-6595F50AB8D1}" sibTransId="{091DB620-2BF2-41AA-BC62-1AD874DDB89F}"/>
    <dgm:cxn modelId="{FBF2774E-972D-48A9-8F86-361F706C13AB}" srcId="{617261DD-8F0E-4969-9A27-B52C48560BAF}" destId="{734D3E40-8710-47FC-A318-48ECF9139C38}" srcOrd="3" destOrd="0" parTransId="{DBF040D9-B857-4165-8252-2CBF956AAA7B}" sibTransId="{A8D6EF08-2847-4D28-BB6C-0887571B30CB}"/>
    <dgm:cxn modelId="{70072873-22CE-4255-BCEB-8F782E17CE08}" type="presOf" srcId="{D1931C00-9C53-4D31-BBE6-FE2ECE086F82}" destId="{37DB5321-0A19-459B-B7E8-24E89702E1F8}" srcOrd="0" destOrd="0" presId="urn:microsoft.com/office/officeart/2005/8/layout/vList5"/>
    <dgm:cxn modelId="{5E262476-738C-403E-9A69-52E5D89D6E33}" type="presOf" srcId="{3DEB08FB-627E-4933-B174-7DB7120B8757}" destId="{7AB47DAA-9C1C-4AF2-92AB-E615429E60E0}" srcOrd="0" destOrd="0" presId="urn:microsoft.com/office/officeart/2005/8/layout/vList5"/>
    <dgm:cxn modelId="{8EFCB257-BA41-4484-8474-695F5C2FC4ED}" srcId="{734D3E40-8710-47FC-A318-48ECF9139C38}" destId="{1C54B8FE-1564-445B-90E7-320C8F6102CD}" srcOrd="1" destOrd="0" parTransId="{B53ED9B6-DC08-4C41-83B9-E08A98EC89A7}" sibTransId="{0431BA51-D28D-422D-B969-BE9B38613F22}"/>
    <dgm:cxn modelId="{92E0D478-2C8F-4271-B97F-BC1B8996D5DA}" srcId="{B9FA9E98-A6CD-4CF1-BD9D-D98218127D1C}" destId="{8A9F2DE9-0856-49AE-84EE-D721F3EB4C2F}" srcOrd="1" destOrd="0" parTransId="{6353FA6D-B9B6-4BCE-803B-089862704FD5}" sibTransId="{9DCD4D70-5674-4A3D-94DE-3B81B93EF14E}"/>
    <dgm:cxn modelId="{BCFD4A7D-24ED-4BC3-88C4-72FEE5234F40}" type="presOf" srcId="{BDB95420-A459-4C5E-9C8A-07A5ED5222B4}" destId="{2378A606-E38C-4011-9197-09B2A0349CB5}" srcOrd="0" destOrd="1" presId="urn:microsoft.com/office/officeart/2005/8/layout/vList5"/>
    <dgm:cxn modelId="{994C8D84-7B10-49C5-85C3-F5AEFFA1466A}" type="presOf" srcId="{1C54B8FE-1564-445B-90E7-320C8F6102CD}" destId="{7AB47DAA-9C1C-4AF2-92AB-E615429E60E0}" srcOrd="0" destOrd="1" presId="urn:microsoft.com/office/officeart/2005/8/layout/vList5"/>
    <dgm:cxn modelId="{5FA6E384-0EA9-4908-9E17-878B5FDA9E82}" srcId="{F1B95AA7-77D9-4D1E-94AC-63B5B157F9F7}" destId="{9B3E23FC-434F-4CD8-8060-26EBD7601680}" srcOrd="0" destOrd="0" parTransId="{8AE14384-798C-40D9-A092-1C70F9240281}" sibTransId="{750F3C89-F432-4DB0-91C6-865DDB5598D3}"/>
    <dgm:cxn modelId="{45BEA286-85B5-45BD-8B2C-DDABD9982436}" srcId="{617261DD-8F0E-4969-9A27-B52C48560BAF}" destId="{F73B1F41-04C0-493D-B0D8-1BFC0125DE06}" srcOrd="4" destOrd="0" parTransId="{E96C9713-087A-4768-A407-30BD0F4CDF88}" sibTransId="{7B923FAE-A871-4465-8147-886117D3E6D3}"/>
    <dgm:cxn modelId="{22121E87-9BF1-434F-85FC-E5238BD75182}" type="presOf" srcId="{8A9F2DE9-0856-49AE-84EE-D721F3EB4C2F}" destId="{A85258DC-872B-4120-86A7-60ABD465EB4F}" srcOrd="0" destOrd="1" presId="urn:microsoft.com/office/officeart/2005/8/layout/vList5"/>
    <dgm:cxn modelId="{916C6C91-EB11-4FD6-ABA2-9143B56CF2EB}" type="presOf" srcId="{4F6C9E18-5AE6-4A74-BBB2-00E7EA98AB5E}" destId="{A85258DC-872B-4120-86A7-60ABD465EB4F}" srcOrd="0" destOrd="0" presId="urn:microsoft.com/office/officeart/2005/8/layout/vList5"/>
    <dgm:cxn modelId="{AA4C5693-C2B1-4812-A6F9-9A7E56BE475A}" type="presOf" srcId="{B53AC9BB-25B5-4B1E-985B-321162DCC3C7}" destId="{321820B2-6D1C-47B5-803D-B3512BA12D6D}" srcOrd="0" destOrd="2" presId="urn:microsoft.com/office/officeart/2005/8/layout/vList5"/>
    <dgm:cxn modelId="{9D240F9A-D783-4DDE-B06F-F5AEA3DC3158}" type="presOf" srcId="{70EDD728-7110-4CC7-8EDE-A095C53AD789}" destId="{A85258DC-872B-4120-86A7-60ABD465EB4F}" srcOrd="0" destOrd="2" presId="urn:microsoft.com/office/officeart/2005/8/layout/vList5"/>
    <dgm:cxn modelId="{9AF51C9A-01F0-47AB-8441-66845467B2B2}" srcId="{F1B95AA7-77D9-4D1E-94AC-63B5B157F9F7}" destId="{A8DF2311-3367-4130-9940-243DB7D765E7}" srcOrd="1" destOrd="0" parTransId="{1BC3C8CD-0491-466B-9284-DC22AE56DF8A}" sibTransId="{C70DC113-3450-4FC1-AE90-08350082815A}"/>
    <dgm:cxn modelId="{FC20B89E-2676-49EF-9BF1-DF5077D5CBA8}" srcId="{617261DD-8F0E-4969-9A27-B52C48560BAF}" destId="{B9FA9E98-A6CD-4CF1-BD9D-D98218127D1C}" srcOrd="1" destOrd="0" parTransId="{0C909BE7-B1A1-45E6-9B4E-26BCB886B4BE}" sibTransId="{12F3E40C-E15F-4E7F-BA31-4C22249E8D77}"/>
    <dgm:cxn modelId="{414C69A1-24DA-4DD5-97F3-92974078E2BB}" srcId="{B9FA9E98-A6CD-4CF1-BD9D-D98218127D1C}" destId="{4F6C9E18-5AE6-4A74-BBB2-00E7EA98AB5E}" srcOrd="0" destOrd="0" parTransId="{7D9B5D4A-834B-47B0-B375-BC82B896A484}" sibTransId="{FA6D57E8-E638-4FA8-BD48-71A84E99E96A}"/>
    <dgm:cxn modelId="{71C0ABA9-4BD1-433C-AF3D-F10346A1D383}" srcId="{F73B1F41-04C0-493D-B0D8-1BFC0125DE06}" destId="{4FA66817-FB17-4319-8CD3-D0C01B679010}" srcOrd="2" destOrd="0" parTransId="{EDDF2A74-DB22-4B17-9CF1-F968D2DDD26F}" sibTransId="{F7025D24-A01F-40B4-96E3-AEC2FCC9318C}"/>
    <dgm:cxn modelId="{5541EDA9-CA6A-4F21-A684-69BEC8A158C6}" type="presOf" srcId="{7103D5F3-5A9D-4113-9986-3BE3F9EBF9B0}" destId="{2378A606-E38C-4011-9197-09B2A0349CB5}" srcOrd="0" destOrd="0" presId="urn:microsoft.com/office/officeart/2005/8/layout/vList5"/>
    <dgm:cxn modelId="{87ECCCC9-E13C-42FC-8E9C-89CAACC28910}" type="presOf" srcId="{F89F8CE0-2048-4283-B3D6-E79AB265CA01}" destId="{2CF36629-AA0F-4696-B8AA-00D095198FA9}" srcOrd="0" destOrd="0" presId="urn:microsoft.com/office/officeart/2005/8/layout/vList5"/>
    <dgm:cxn modelId="{2A64F4CB-94E7-4E98-AEBE-C7AC617B2F98}" srcId="{D1931C00-9C53-4D31-BBE6-FE2ECE086F82}" destId="{BDB95420-A459-4C5E-9C8A-07A5ED5222B4}" srcOrd="1" destOrd="0" parTransId="{3FB22889-16A0-4F6F-9C96-CA3DBAFDA65B}" sibTransId="{1C349B21-0A6C-410F-9887-D53720B01C57}"/>
    <dgm:cxn modelId="{399D8AD2-8F17-4BBE-BB02-AD3665408080}" srcId="{D1931C00-9C53-4D31-BBE6-FE2ECE086F82}" destId="{7103D5F3-5A9D-4113-9986-3BE3F9EBF9B0}" srcOrd="0" destOrd="0" parTransId="{17D26E33-9489-4228-8A9A-EE6A1C6EB2F4}" sibTransId="{7ADDE6EA-D6E3-4B64-9FA2-9AFD7ADE1A88}"/>
    <dgm:cxn modelId="{B48742D5-D411-4B27-88A1-27F256E518A0}" type="presOf" srcId="{A8DF2311-3367-4130-9940-243DB7D765E7}" destId="{321820B2-6D1C-47B5-803D-B3512BA12D6D}" srcOrd="0" destOrd="1" presId="urn:microsoft.com/office/officeart/2005/8/layout/vList5"/>
    <dgm:cxn modelId="{06CF2DD8-AA26-4690-9CB8-93661C0F363E}" srcId="{F73B1F41-04C0-493D-B0D8-1BFC0125DE06}" destId="{F89F8CE0-2048-4283-B3D6-E79AB265CA01}" srcOrd="0" destOrd="0" parTransId="{B12204C7-8A0A-4575-804C-B3E899271CA6}" sibTransId="{2C8568FC-DA09-4D46-B523-5507768CC4B0}"/>
    <dgm:cxn modelId="{F4B9C5DA-BF1F-4A43-B792-0DDD82CA334D}" type="presOf" srcId="{F73B1F41-04C0-493D-B0D8-1BFC0125DE06}" destId="{C00416BB-D8AD-48C9-8999-9BE96D54A639}" srcOrd="0" destOrd="0" presId="urn:microsoft.com/office/officeart/2005/8/layout/vList5"/>
    <dgm:cxn modelId="{297F4DEA-F4A7-4280-AC93-E6E56091D2B4}" type="presOf" srcId="{9B3E23FC-434F-4CD8-8060-26EBD7601680}" destId="{321820B2-6D1C-47B5-803D-B3512BA12D6D}" srcOrd="0" destOrd="0" presId="urn:microsoft.com/office/officeart/2005/8/layout/vList5"/>
    <dgm:cxn modelId="{7AAAFEEE-E7F1-43D6-B22C-9F0F942B4085}" type="presOf" srcId="{734D3E40-8710-47FC-A318-48ECF9139C38}" destId="{98D1F008-5E08-401C-B861-EF1C12ED879C}" srcOrd="0" destOrd="0" presId="urn:microsoft.com/office/officeart/2005/8/layout/vList5"/>
    <dgm:cxn modelId="{C75159F5-FA2A-4902-B6CD-94FBC2CEAFC9}" type="presOf" srcId="{4FA66817-FB17-4319-8CD3-D0C01B679010}" destId="{2CF36629-AA0F-4696-B8AA-00D095198FA9}" srcOrd="0" destOrd="2" presId="urn:microsoft.com/office/officeart/2005/8/layout/vList5"/>
    <dgm:cxn modelId="{58C55CF7-65ED-4346-88D2-01475E686637}" type="presOf" srcId="{AC86DC50-DA9F-458B-A0D4-853A843B8C4C}" destId="{2378A606-E38C-4011-9197-09B2A0349CB5}" srcOrd="0" destOrd="2" presId="urn:microsoft.com/office/officeart/2005/8/layout/vList5"/>
    <dgm:cxn modelId="{ED0548FD-2157-4573-B5B6-F8C65F071C77}" srcId="{F1B95AA7-77D9-4D1E-94AC-63B5B157F9F7}" destId="{B53AC9BB-25B5-4B1E-985B-321162DCC3C7}" srcOrd="2" destOrd="0" parTransId="{F3D76649-56E3-4230-BA43-1A7F5AB9B9C1}" sibTransId="{822F0CA3-E969-4EDC-9073-F6D4E14F8D03}"/>
    <dgm:cxn modelId="{A940112E-FD8E-4D41-94DB-19C357C68BE5}" type="presParOf" srcId="{0E3B6590-9F8D-4AF2-B528-17C1B6683946}" destId="{30C5864F-A12A-4B35-817D-E581B293ABC1}" srcOrd="0" destOrd="0" presId="urn:microsoft.com/office/officeart/2005/8/layout/vList5"/>
    <dgm:cxn modelId="{861697A8-0C99-4C7C-A9D2-727109ADCC19}" type="presParOf" srcId="{30C5864F-A12A-4B35-817D-E581B293ABC1}" destId="{37DB5321-0A19-459B-B7E8-24E89702E1F8}" srcOrd="0" destOrd="0" presId="urn:microsoft.com/office/officeart/2005/8/layout/vList5"/>
    <dgm:cxn modelId="{D416CE23-621B-4455-918B-D2D7F07BA20C}" type="presParOf" srcId="{30C5864F-A12A-4B35-817D-E581B293ABC1}" destId="{2378A606-E38C-4011-9197-09B2A0349CB5}" srcOrd="1" destOrd="0" presId="urn:microsoft.com/office/officeart/2005/8/layout/vList5"/>
    <dgm:cxn modelId="{AFED1438-BF88-4AD0-83DD-B96EEA0A7314}" type="presParOf" srcId="{0E3B6590-9F8D-4AF2-B528-17C1B6683946}" destId="{A51796E9-78B2-4CFB-978C-0BFCAE846B74}" srcOrd="1" destOrd="0" presId="urn:microsoft.com/office/officeart/2005/8/layout/vList5"/>
    <dgm:cxn modelId="{73A93D27-BA51-4499-A553-71BD533D3827}" type="presParOf" srcId="{0E3B6590-9F8D-4AF2-B528-17C1B6683946}" destId="{ED510718-67AE-4ED4-AFAA-9B5AE6B5F140}" srcOrd="2" destOrd="0" presId="urn:microsoft.com/office/officeart/2005/8/layout/vList5"/>
    <dgm:cxn modelId="{5378D591-89DB-42AF-BC66-0C3DCA6E920B}" type="presParOf" srcId="{ED510718-67AE-4ED4-AFAA-9B5AE6B5F140}" destId="{098165F9-CA7E-4AFA-BA5F-C844AC0AD609}" srcOrd="0" destOrd="0" presId="urn:microsoft.com/office/officeart/2005/8/layout/vList5"/>
    <dgm:cxn modelId="{E8A0A3E6-3F0A-470D-8F8B-83BE246E8914}" type="presParOf" srcId="{ED510718-67AE-4ED4-AFAA-9B5AE6B5F140}" destId="{A85258DC-872B-4120-86A7-60ABD465EB4F}" srcOrd="1" destOrd="0" presId="urn:microsoft.com/office/officeart/2005/8/layout/vList5"/>
    <dgm:cxn modelId="{D5FC4473-3FC7-4F29-9436-6F8848640591}" type="presParOf" srcId="{0E3B6590-9F8D-4AF2-B528-17C1B6683946}" destId="{19573A26-6D40-4840-8263-2CADFA7DCD6A}" srcOrd="3" destOrd="0" presId="urn:microsoft.com/office/officeart/2005/8/layout/vList5"/>
    <dgm:cxn modelId="{CA69F5D2-3302-4B2A-BA71-E572131D48F0}" type="presParOf" srcId="{0E3B6590-9F8D-4AF2-B528-17C1B6683946}" destId="{EC2854C3-9B8D-4E8B-8904-2B08EC2851FD}" srcOrd="4" destOrd="0" presId="urn:microsoft.com/office/officeart/2005/8/layout/vList5"/>
    <dgm:cxn modelId="{25D07EEA-E5D7-44FC-B899-EBD51BED4D2D}" type="presParOf" srcId="{EC2854C3-9B8D-4E8B-8904-2B08EC2851FD}" destId="{2E96204E-DE63-4B2E-83E1-8FA9E826329C}" srcOrd="0" destOrd="0" presId="urn:microsoft.com/office/officeart/2005/8/layout/vList5"/>
    <dgm:cxn modelId="{3E83D9E3-47BB-4BD4-85F5-CB1890814CB5}" type="presParOf" srcId="{EC2854C3-9B8D-4E8B-8904-2B08EC2851FD}" destId="{321820B2-6D1C-47B5-803D-B3512BA12D6D}" srcOrd="1" destOrd="0" presId="urn:microsoft.com/office/officeart/2005/8/layout/vList5"/>
    <dgm:cxn modelId="{5AE606D1-24A7-454E-B58C-79CBF1E4019E}" type="presParOf" srcId="{0E3B6590-9F8D-4AF2-B528-17C1B6683946}" destId="{0CE72487-1DBF-43B2-9FCC-99381007EF70}" srcOrd="5" destOrd="0" presId="urn:microsoft.com/office/officeart/2005/8/layout/vList5"/>
    <dgm:cxn modelId="{C45141D9-E548-4482-BE5B-2D1DFAC6480F}" type="presParOf" srcId="{0E3B6590-9F8D-4AF2-B528-17C1B6683946}" destId="{131DD96D-D854-4FF8-BC8D-AD3D3DCFDA41}" srcOrd="6" destOrd="0" presId="urn:microsoft.com/office/officeart/2005/8/layout/vList5"/>
    <dgm:cxn modelId="{A9B08182-8E38-4773-B0ED-1520BD33D84F}" type="presParOf" srcId="{131DD96D-D854-4FF8-BC8D-AD3D3DCFDA41}" destId="{98D1F008-5E08-401C-B861-EF1C12ED879C}" srcOrd="0" destOrd="0" presId="urn:microsoft.com/office/officeart/2005/8/layout/vList5"/>
    <dgm:cxn modelId="{CD1626D2-34A8-41AF-8AE4-A24B195D2C1B}" type="presParOf" srcId="{131DD96D-D854-4FF8-BC8D-AD3D3DCFDA41}" destId="{7AB47DAA-9C1C-4AF2-92AB-E615429E60E0}" srcOrd="1" destOrd="0" presId="urn:microsoft.com/office/officeart/2005/8/layout/vList5"/>
    <dgm:cxn modelId="{092D935B-500F-4DC0-BE76-D72A296750DB}" type="presParOf" srcId="{0E3B6590-9F8D-4AF2-B528-17C1B6683946}" destId="{4D4FADAB-9B7A-49E9-9F18-05C4D6D75A5C}" srcOrd="7" destOrd="0" presId="urn:microsoft.com/office/officeart/2005/8/layout/vList5"/>
    <dgm:cxn modelId="{1F4AFACF-32AD-4877-80B3-2EC3F5C236AA}" type="presParOf" srcId="{0E3B6590-9F8D-4AF2-B528-17C1B6683946}" destId="{85E09D65-2837-46ED-9E79-9BF38F3926E7}" srcOrd="8" destOrd="0" presId="urn:microsoft.com/office/officeart/2005/8/layout/vList5"/>
    <dgm:cxn modelId="{DCDFE8C3-FAA1-42A5-88FD-4B60BC2521C6}" type="presParOf" srcId="{85E09D65-2837-46ED-9E79-9BF38F3926E7}" destId="{C00416BB-D8AD-48C9-8999-9BE96D54A639}" srcOrd="0" destOrd="0" presId="urn:microsoft.com/office/officeart/2005/8/layout/vList5"/>
    <dgm:cxn modelId="{15D56E04-67CF-4329-8591-F841207F77F9}" type="presParOf" srcId="{85E09D65-2837-46ED-9E79-9BF38F3926E7}" destId="{2CF36629-AA0F-4696-B8AA-00D095198FA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54AA30-7F07-4599-9CE0-AF1F2EB9770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49A9DD-9420-4612-A554-56EF70423781}">
      <dgm:prSet/>
      <dgm:spPr/>
      <dgm:t>
        <a:bodyPr/>
        <a:lstStyle/>
        <a:p>
          <a:r>
            <a:rPr lang="en-US"/>
            <a:t>Combination of Public Key &amp; Private Key</a:t>
          </a:r>
        </a:p>
      </dgm:t>
    </dgm:pt>
    <dgm:pt modelId="{84874AFA-0E71-4E95-A2D9-703C8168B30E}" type="parTrans" cxnId="{6042DFFA-F5AF-465E-AC7C-CF2741D47C9C}">
      <dgm:prSet/>
      <dgm:spPr/>
      <dgm:t>
        <a:bodyPr/>
        <a:lstStyle/>
        <a:p>
          <a:endParaRPr lang="en-US"/>
        </a:p>
      </dgm:t>
    </dgm:pt>
    <dgm:pt modelId="{842F3E8A-492E-4E22-A542-4621E0FD6EAB}" type="sibTrans" cxnId="{6042DFFA-F5AF-465E-AC7C-CF2741D47C9C}">
      <dgm:prSet/>
      <dgm:spPr/>
      <dgm:t>
        <a:bodyPr/>
        <a:lstStyle/>
        <a:p>
          <a:endParaRPr lang="en-US"/>
        </a:p>
      </dgm:t>
    </dgm:pt>
    <dgm:pt modelId="{D2E53E99-6FDD-424A-B0B6-1106C0BB1AA8}">
      <dgm:prSet/>
      <dgm:spPr/>
      <dgm:t>
        <a:bodyPr/>
        <a:lstStyle/>
        <a:p>
          <a:r>
            <a:rPr lang="en-US"/>
            <a:t>Used for secure login (SSH for Linux, RDP for Windows)</a:t>
          </a:r>
        </a:p>
      </dgm:t>
    </dgm:pt>
    <dgm:pt modelId="{B60672AE-3A0B-41C8-886E-8E3C085E1EAD}" type="parTrans" cxnId="{243A1586-58BE-4C0D-BD34-4B5ACAC0CA1B}">
      <dgm:prSet/>
      <dgm:spPr/>
      <dgm:t>
        <a:bodyPr/>
        <a:lstStyle/>
        <a:p>
          <a:endParaRPr lang="en-US"/>
        </a:p>
      </dgm:t>
    </dgm:pt>
    <dgm:pt modelId="{F5658F37-AFC6-405D-BB1E-804C9303DF4F}" type="sibTrans" cxnId="{243A1586-58BE-4C0D-BD34-4B5ACAC0CA1B}">
      <dgm:prSet/>
      <dgm:spPr/>
      <dgm:t>
        <a:bodyPr/>
        <a:lstStyle/>
        <a:p>
          <a:endParaRPr lang="en-US"/>
        </a:p>
      </dgm:t>
    </dgm:pt>
    <dgm:pt modelId="{0A97BB6A-70BA-4595-95FA-EDA2AAAAB047}">
      <dgm:prSet/>
      <dgm:spPr/>
      <dgm:t>
        <a:bodyPr/>
        <a:lstStyle/>
        <a:p>
          <a:r>
            <a:rPr lang="en-US"/>
            <a:t>Private Key (.pem / .ppk) stays with you</a:t>
          </a:r>
        </a:p>
      </dgm:t>
    </dgm:pt>
    <dgm:pt modelId="{5796406A-7633-4B3E-A482-C87FB1553D0B}" type="parTrans" cxnId="{3892D386-7556-4849-BA67-733AA71BB79C}">
      <dgm:prSet/>
      <dgm:spPr/>
      <dgm:t>
        <a:bodyPr/>
        <a:lstStyle/>
        <a:p>
          <a:endParaRPr lang="en-US"/>
        </a:p>
      </dgm:t>
    </dgm:pt>
    <dgm:pt modelId="{4482F5E7-59FA-4A1C-B2B6-57D468F4CFAF}" type="sibTrans" cxnId="{3892D386-7556-4849-BA67-733AA71BB79C}">
      <dgm:prSet/>
      <dgm:spPr/>
      <dgm:t>
        <a:bodyPr/>
        <a:lstStyle/>
        <a:p>
          <a:endParaRPr lang="en-US"/>
        </a:p>
      </dgm:t>
    </dgm:pt>
    <dgm:pt modelId="{9B5A9801-ADAF-40C1-A0A6-54BBA1B8D844}">
      <dgm:prSet/>
      <dgm:spPr/>
      <dgm:t>
        <a:bodyPr/>
        <a:lstStyle/>
        <a:p>
          <a:r>
            <a:rPr lang="en-US"/>
            <a:t>Public Key stored in AWS</a:t>
          </a:r>
        </a:p>
      </dgm:t>
    </dgm:pt>
    <dgm:pt modelId="{F85459E9-285F-4661-A0BD-C039B2BC0489}" type="parTrans" cxnId="{2092C50E-CBDC-41D8-B15D-F4C55EFEF23E}">
      <dgm:prSet/>
      <dgm:spPr/>
      <dgm:t>
        <a:bodyPr/>
        <a:lstStyle/>
        <a:p>
          <a:endParaRPr lang="en-US"/>
        </a:p>
      </dgm:t>
    </dgm:pt>
    <dgm:pt modelId="{62D46B51-4513-4C98-AB3C-18AD42A5B5D1}" type="sibTrans" cxnId="{2092C50E-CBDC-41D8-B15D-F4C55EFEF23E}">
      <dgm:prSet/>
      <dgm:spPr/>
      <dgm:t>
        <a:bodyPr/>
        <a:lstStyle/>
        <a:p>
          <a:endParaRPr lang="en-US"/>
        </a:p>
      </dgm:t>
    </dgm:pt>
    <dgm:pt modelId="{C5A70BCF-AC30-40B9-AE51-9FDCD42F9A8D}">
      <dgm:prSet/>
      <dgm:spPr/>
      <dgm:t>
        <a:bodyPr/>
        <a:lstStyle/>
        <a:p>
          <a:r>
            <a:rPr lang="en-US"/>
            <a:t>Can reuse across multiple instances</a:t>
          </a:r>
        </a:p>
      </dgm:t>
    </dgm:pt>
    <dgm:pt modelId="{974E1B1C-4448-426B-99D2-3B12B0AE5309}" type="parTrans" cxnId="{EBF766CD-A426-44C3-B950-00C47C0C4C26}">
      <dgm:prSet/>
      <dgm:spPr/>
      <dgm:t>
        <a:bodyPr/>
        <a:lstStyle/>
        <a:p>
          <a:endParaRPr lang="en-US"/>
        </a:p>
      </dgm:t>
    </dgm:pt>
    <dgm:pt modelId="{3E2790FC-41E0-4F92-801E-38DAB933272E}" type="sibTrans" cxnId="{EBF766CD-A426-44C3-B950-00C47C0C4C26}">
      <dgm:prSet/>
      <dgm:spPr/>
      <dgm:t>
        <a:bodyPr/>
        <a:lstStyle/>
        <a:p>
          <a:endParaRPr lang="en-US"/>
        </a:p>
      </dgm:t>
    </dgm:pt>
    <dgm:pt modelId="{32A1DCBD-C1C7-4EDE-843E-9FC2AE21B3A8}" type="pres">
      <dgm:prSet presAssocID="{4054AA30-7F07-4599-9CE0-AF1F2EB97709}" presName="vert0" presStyleCnt="0">
        <dgm:presLayoutVars>
          <dgm:dir/>
          <dgm:animOne val="branch"/>
          <dgm:animLvl val="lvl"/>
        </dgm:presLayoutVars>
      </dgm:prSet>
      <dgm:spPr/>
    </dgm:pt>
    <dgm:pt modelId="{903932A8-768C-4BEC-9EF1-C2B83FF42D70}" type="pres">
      <dgm:prSet presAssocID="{2D49A9DD-9420-4612-A554-56EF70423781}" presName="thickLine" presStyleLbl="alignNode1" presStyleIdx="0" presStyleCnt="5"/>
      <dgm:spPr/>
    </dgm:pt>
    <dgm:pt modelId="{A724A026-9C05-49CD-B527-94C8E4F8BB69}" type="pres">
      <dgm:prSet presAssocID="{2D49A9DD-9420-4612-A554-56EF70423781}" presName="horz1" presStyleCnt="0"/>
      <dgm:spPr/>
    </dgm:pt>
    <dgm:pt modelId="{4A91B36E-D481-4FC9-87C8-DFA206D70445}" type="pres">
      <dgm:prSet presAssocID="{2D49A9DD-9420-4612-A554-56EF70423781}" presName="tx1" presStyleLbl="revTx" presStyleIdx="0" presStyleCnt="5"/>
      <dgm:spPr/>
    </dgm:pt>
    <dgm:pt modelId="{4B113C4E-C082-466A-8AD3-F8DD9D666E81}" type="pres">
      <dgm:prSet presAssocID="{2D49A9DD-9420-4612-A554-56EF70423781}" presName="vert1" presStyleCnt="0"/>
      <dgm:spPr/>
    </dgm:pt>
    <dgm:pt modelId="{5F7B2271-5920-4B48-B73B-4E5AFDDB421C}" type="pres">
      <dgm:prSet presAssocID="{D2E53E99-6FDD-424A-B0B6-1106C0BB1AA8}" presName="thickLine" presStyleLbl="alignNode1" presStyleIdx="1" presStyleCnt="5"/>
      <dgm:spPr/>
    </dgm:pt>
    <dgm:pt modelId="{5F6531B6-E5B9-4365-8B50-544E05D93096}" type="pres">
      <dgm:prSet presAssocID="{D2E53E99-6FDD-424A-B0B6-1106C0BB1AA8}" presName="horz1" presStyleCnt="0"/>
      <dgm:spPr/>
    </dgm:pt>
    <dgm:pt modelId="{790DE2DB-68E8-480C-B4B3-1F8EBD1A9370}" type="pres">
      <dgm:prSet presAssocID="{D2E53E99-6FDD-424A-B0B6-1106C0BB1AA8}" presName="tx1" presStyleLbl="revTx" presStyleIdx="1" presStyleCnt="5"/>
      <dgm:spPr/>
    </dgm:pt>
    <dgm:pt modelId="{95B1BC41-74EA-4306-86E5-28DF3E68918D}" type="pres">
      <dgm:prSet presAssocID="{D2E53E99-6FDD-424A-B0B6-1106C0BB1AA8}" presName="vert1" presStyleCnt="0"/>
      <dgm:spPr/>
    </dgm:pt>
    <dgm:pt modelId="{321AC60F-925B-46B5-BFA6-0D1A77EEB4BC}" type="pres">
      <dgm:prSet presAssocID="{0A97BB6A-70BA-4595-95FA-EDA2AAAAB047}" presName="thickLine" presStyleLbl="alignNode1" presStyleIdx="2" presStyleCnt="5"/>
      <dgm:spPr/>
    </dgm:pt>
    <dgm:pt modelId="{D910E727-0789-4B08-B2AB-F66EC5C87956}" type="pres">
      <dgm:prSet presAssocID="{0A97BB6A-70BA-4595-95FA-EDA2AAAAB047}" presName="horz1" presStyleCnt="0"/>
      <dgm:spPr/>
    </dgm:pt>
    <dgm:pt modelId="{77B43395-A5D8-455C-8369-C0D78B3319CD}" type="pres">
      <dgm:prSet presAssocID="{0A97BB6A-70BA-4595-95FA-EDA2AAAAB047}" presName="tx1" presStyleLbl="revTx" presStyleIdx="2" presStyleCnt="5"/>
      <dgm:spPr/>
    </dgm:pt>
    <dgm:pt modelId="{DCE6F9C0-3136-4E7E-8715-AEBC145839CE}" type="pres">
      <dgm:prSet presAssocID="{0A97BB6A-70BA-4595-95FA-EDA2AAAAB047}" presName="vert1" presStyleCnt="0"/>
      <dgm:spPr/>
    </dgm:pt>
    <dgm:pt modelId="{055DBB61-E11B-4E4F-8ECD-AF4E37AB2FD8}" type="pres">
      <dgm:prSet presAssocID="{9B5A9801-ADAF-40C1-A0A6-54BBA1B8D844}" presName="thickLine" presStyleLbl="alignNode1" presStyleIdx="3" presStyleCnt="5"/>
      <dgm:spPr/>
    </dgm:pt>
    <dgm:pt modelId="{A2CE8E78-6EF7-4A0B-843F-59B9EBEDFD0C}" type="pres">
      <dgm:prSet presAssocID="{9B5A9801-ADAF-40C1-A0A6-54BBA1B8D844}" presName="horz1" presStyleCnt="0"/>
      <dgm:spPr/>
    </dgm:pt>
    <dgm:pt modelId="{921AD7CF-98FD-409A-B5EB-57AB6AEB504B}" type="pres">
      <dgm:prSet presAssocID="{9B5A9801-ADAF-40C1-A0A6-54BBA1B8D844}" presName="tx1" presStyleLbl="revTx" presStyleIdx="3" presStyleCnt="5"/>
      <dgm:spPr/>
    </dgm:pt>
    <dgm:pt modelId="{B1425062-43D7-4C50-9E44-75A98AF46C0D}" type="pres">
      <dgm:prSet presAssocID="{9B5A9801-ADAF-40C1-A0A6-54BBA1B8D844}" presName="vert1" presStyleCnt="0"/>
      <dgm:spPr/>
    </dgm:pt>
    <dgm:pt modelId="{6FF33A5C-D417-4B41-BA3E-0B6B98AC0626}" type="pres">
      <dgm:prSet presAssocID="{C5A70BCF-AC30-40B9-AE51-9FDCD42F9A8D}" presName="thickLine" presStyleLbl="alignNode1" presStyleIdx="4" presStyleCnt="5"/>
      <dgm:spPr/>
    </dgm:pt>
    <dgm:pt modelId="{99F550E2-A802-47BD-8BA3-62F1B77E5AC4}" type="pres">
      <dgm:prSet presAssocID="{C5A70BCF-AC30-40B9-AE51-9FDCD42F9A8D}" presName="horz1" presStyleCnt="0"/>
      <dgm:spPr/>
    </dgm:pt>
    <dgm:pt modelId="{A9C43C1C-77FE-4774-86F6-1AEED720C640}" type="pres">
      <dgm:prSet presAssocID="{C5A70BCF-AC30-40B9-AE51-9FDCD42F9A8D}" presName="tx1" presStyleLbl="revTx" presStyleIdx="4" presStyleCnt="5"/>
      <dgm:spPr/>
    </dgm:pt>
    <dgm:pt modelId="{C2E582F1-0C04-4EC7-960B-73F6C114F38E}" type="pres">
      <dgm:prSet presAssocID="{C5A70BCF-AC30-40B9-AE51-9FDCD42F9A8D}" presName="vert1" presStyleCnt="0"/>
      <dgm:spPr/>
    </dgm:pt>
  </dgm:ptLst>
  <dgm:cxnLst>
    <dgm:cxn modelId="{2092C50E-CBDC-41D8-B15D-F4C55EFEF23E}" srcId="{4054AA30-7F07-4599-9CE0-AF1F2EB97709}" destId="{9B5A9801-ADAF-40C1-A0A6-54BBA1B8D844}" srcOrd="3" destOrd="0" parTransId="{F85459E9-285F-4661-A0BD-C039B2BC0489}" sibTransId="{62D46B51-4513-4C98-AB3C-18AD42A5B5D1}"/>
    <dgm:cxn modelId="{0FAD993A-B161-4261-B349-1B66DBC8989D}" type="presOf" srcId="{0A97BB6A-70BA-4595-95FA-EDA2AAAAB047}" destId="{77B43395-A5D8-455C-8369-C0D78B3319CD}" srcOrd="0" destOrd="0" presId="urn:microsoft.com/office/officeart/2008/layout/LinedList"/>
    <dgm:cxn modelId="{E5316E41-0E87-4052-8B93-45CC761497ED}" type="presOf" srcId="{9B5A9801-ADAF-40C1-A0A6-54BBA1B8D844}" destId="{921AD7CF-98FD-409A-B5EB-57AB6AEB504B}" srcOrd="0" destOrd="0" presId="urn:microsoft.com/office/officeart/2008/layout/LinedList"/>
    <dgm:cxn modelId="{D481C57D-371B-47CA-96D8-E73BD11F145D}" type="presOf" srcId="{4054AA30-7F07-4599-9CE0-AF1F2EB97709}" destId="{32A1DCBD-C1C7-4EDE-843E-9FC2AE21B3A8}" srcOrd="0" destOrd="0" presId="urn:microsoft.com/office/officeart/2008/layout/LinedList"/>
    <dgm:cxn modelId="{F75FFC81-6FCC-42AB-82C4-E24802398EFC}" type="presOf" srcId="{C5A70BCF-AC30-40B9-AE51-9FDCD42F9A8D}" destId="{A9C43C1C-77FE-4774-86F6-1AEED720C640}" srcOrd="0" destOrd="0" presId="urn:microsoft.com/office/officeart/2008/layout/LinedList"/>
    <dgm:cxn modelId="{243A1586-58BE-4C0D-BD34-4B5ACAC0CA1B}" srcId="{4054AA30-7F07-4599-9CE0-AF1F2EB97709}" destId="{D2E53E99-6FDD-424A-B0B6-1106C0BB1AA8}" srcOrd="1" destOrd="0" parTransId="{B60672AE-3A0B-41C8-886E-8E3C085E1EAD}" sibTransId="{F5658F37-AFC6-405D-BB1E-804C9303DF4F}"/>
    <dgm:cxn modelId="{3892D386-7556-4849-BA67-733AA71BB79C}" srcId="{4054AA30-7F07-4599-9CE0-AF1F2EB97709}" destId="{0A97BB6A-70BA-4595-95FA-EDA2AAAAB047}" srcOrd="2" destOrd="0" parTransId="{5796406A-7633-4B3E-A482-C87FB1553D0B}" sibTransId="{4482F5E7-59FA-4A1C-B2B6-57D468F4CFAF}"/>
    <dgm:cxn modelId="{0DF18EA4-02A4-45A3-884B-60574BFF863B}" type="presOf" srcId="{D2E53E99-6FDD-424A-B0B6-1106C0BB1AA8}" destId="{790DE2DB-68E8-480C-B4B3-1F8EBD1A9370}" srcOrd="0" destOrd="0" presId="urn:microsoft.com/office/officeart/2008/layout/LinedList"/>
    <dgm:cxn modelId="{EBF766CD-A426-44C3-B950-00C47C0C4C26}" srcId="{4054AA30-7F07-4599-9CE0-AF1F2EB97709}" destId="{C5A70BCF-AC30-40B9-AE51-9FDCD42F9A8D}" srcOrd="4" destOrd="0" parTransId="{974E1B1C-4448-426B-99D2-3B12B0AE5309}" sibTransId="{3E2790FC-41E0-4F92-801E-38DAB933272E}"/>
    <dgm:cxn modelId="{761404ED-799A-4CBE-AA5A-B0554B1454B0}" type="presOf" srcId="{2D49A9DD-9420-4612-A554-56EF70423781}" destId="{4A91B36E-D481-4FC9-87C8-DFA206D70445}" srcOrd="0" destOrd="0" presId="urn:microsoft.com/office/officeart/2008/layout/LinedList"/>
    <dgm:cxn modelId="{6042DFFA-F5AF-465E-AC7C-CF2741D47C9C}" srcId="{4054AA30-7F07-4599-9CE0-AF1F2EB97709}" destId="{2D49A9DD-9420-4612-A554-56EF70423781}" srcOrd="0" destOrd="0" parTransId="{84874AFA-0E71-4E95-A2D9-703C8168B30E}" sibTransId="{842F3E8A-492E-4E22-A542-4621E0FD6EAB}"/>
    <dgm:cxn modelId="{B95B4955-B93A-4DCD-8BC3-017AB888F2E0}" type="presParOf" srcId="{32A1DCBD-C1C7-4EDE-843E-9FC2AE21B3A8}" destId="{903932A8-768C-4BEC-9EF1-C2B83FF42D70}" srcOrd="0" destOrd="0" presId="urn:microsoft.com/office/officeart/2008/layout/LinedList"/>
    <dgm:cxn modelId="{4A91EF13-8F6E-404B-A43E-AAF39DBBA834}" type="presParOf" srcId="{32A1DCBD-C1C7-4EDE-843E-9FC2AE21B3A8}" destId="{A724A026-9C05-49CD-B527-94C8E4F8BB69}" srcOrd="1" destOrd="0" presId="urn:microsoft.com/office/officeart/2008/layout/LinedList"/>
    <dgm:cxn modelId="{BA4D8A7E-F748-41C9-B532-BCE17ACAB9DC}" type="presParOf" srcId="{A724A026-9C05-49CD-B527-94C8E4F8BB69}" destId="{4A91B36E-D481-4FC9-87C8-DFA206D70445}" srcOrd="0" destOrd="0" presId="urn:microsoft.com/office/officeart/2008/layout/LinedList"/>
    <dgm:cxn modelId="{12D87558-A789-46F6-88BD-1EC97F48D171}" type="presParOf" srcId="{A724A026-9C05-49CD-B527-94C8E4F8BB69}" destId="{4B113C4E-C082-466A-8AD3-F8DD9D666E81}" srcOrd="1" destOrd="0" presId="urn:microsoft.com/office/officeart/2008/layout/LinedList"/>
    <dgm:cxn modelId="{25522212-1F6D-4ACD-A15A-D447852AF115}" type="presParOf" srcId="{32A1DCBD-C1C7-4EDE-843E-9FC2AE21B3A8}" destId="{5F7B2271-5920-4B48-B73B-4E5AFDDB421C}" srcOrd="2" destOrd="0" presId="urn:microsoft.com/office/officeart/2008/layout/LinedList"/>
    <dgm:cxn modelId="{61A0B570-B8B1-40FF-BF33-0526F3469CB1}" type="presParOf" srcId="{32A1DCBD-C1C7-4EDE-843E-9FC2AE21B3A8}" destId="{5F6531B6-E5B9-4365-8B50-544E05D93096}" srcOrd="3" destOrd="0" presId="urn:microsoft.com/office/officeart/2008/layout/LinedList"/>
    <dgm:cxn modelId="{040E7E19-EE7E-4B82-B969-58216A1038B6}" type="presParOf" srcId="{5F6531B6-E5B9-4365-8B50-544E05D93096}" destId="{790DE2DB-68E8-480C-B4B3-1F8EBD1A9370}" srcOrd="0" destOrd="0" presId="urn:microsoft.com/office/officeart/2008/layout/LinedList"/>
    <dgm:cxn modelId="{363F9984-B17F-4133-9E7E-CEB86779A4B1}" type="presParOf" srcId="{5F6531B6-E5B9-4365-8B50-544E05D93096}" destId="{95B1BC41-74EA-4306-86E5-28DF3E68918D}" srcOrd="1" destOrd="0" presId="urn:microsoft.com/office/officeart/2008/layout/LinedList"/>
    <dgm:cxn modelId="{C925A441-6CAD-4801-81DE-0430D3346AD1}" type="presParOf" srcId="{32A1DCBD-C1C7-4EDE-843E-9FC2AE21B3A8}" destId="{321AC60F-925B-46B5-BFA6-0D1A77EEB4BC}" srcOrd="4" destOrd="0" presId="urn:microsoft.com/office/officeart/2008/layout/LinedList"/>
    <dgm:cxn modelId="{4A3E29AA-6F74-4444-82CD-A459F1389E29}" type="presParOf" srcId="{32A1DCBD-C1C7-4EDE-843E-9FC2AE21B3A8}" destId="{D910E727-0789-4B08-B2AB-F66EC5C87956}" srcOrd="5" destOrd="0" presId="urn:microsoft.com/office/officeart/2008/layout/LinedList"/>
    <dgm:cxn modelId="{0AF982C8-F5C3-4F73-80A2-8497F56E0242}" type="presParOf" srcId="{D910E727-0789-4B08-B2AB-F66EC5C87956}" destId="{77B43395-A5D8-455C-8369-C0D78B3319CD}" srcOrd="0" destOrd="0" presId="urn:microsoft.com/office/officeart/2008/layout/LinedList"/>
    <dgm:cxn modelId="{BE6D54BF-40AE-4774-953F-FCBAF8D7431A}" type="presParOf" srcId="{D910E727-0789-4B08-B2AB-F66EC5C87956}" destId="{DCE6F9C0-3136-4E7E-8715-AEBC145839CE}" srcOrd="1" destOrd="0" presId="urn:microsoft.com/office/officeart/2008/layout/LinedList"/>
    <dgm:cxn modelId="{8507A7E0-589E-4C26-AF92-735148FD28AF}" type="presParOf" srcId="{32A1DCBD-C1C7-4EDE-843E-9FC2AE21B3A8}" destId="{055DBB61-E11B-4E4F-8ECD-AF4E37AB2FD8}" srcOrd="6" destOrd="0" presId="urn:microsoft.com/office/officeart/2008/layout/LinedList"/>
    <dgm:cxn modelId="{C5B1B49F-630F-4D5C-83F4-396223C48687}" type="presParOf" srcId="{32A1DCBD-C1C7-4EDE-843E-9FC2AE21B3A8}" destId="{A2CE8E78-6EF7-4A0B-843F-59B9EBEDFD0C}" srcOrd="7" destOrd="0" presId="urn:microsoft.com/office/officeart/2008/layout/LinedList"/>
    <dgm:cxn modelId="{BC5F2309-2EBB-4B3C-8978-7B547B4C44D2}" type="presParOf" srcId="{A2CE8E78-6EF7-4A0B-843F-59B9EBEDFD0C}" destId="{921AD7CF-98FD-409A-B5EB-57AB6AEB504B}" srcOrd="0" destOrd="0" presId="urn:microsoft.com/office/officeart/2008/layout/LinedList"/>
    <dgm:cxn modelId="{46E71E12-C7D0-4042-BB31-3916D19C2043}" type="presParOf" srcId="{A2CE8E78-6EF7-4A0B-843F-59B9EBEDFD0C}" destId="{B1425062-43D7-4C50-9E44-75A98AF46C0D}" srcOrd="1" destOrd="0" presId="urn:microsoft.com/office/officeart/2008/layout/LinedList"/>
    <dgm:cxn modelId="{9E6E76E6-05F7-447F-ABFB-21C90500B511}" type="presParOf" srcId="{32A1DCBD-C1C7-4EDE-843E-9FC2AE21B3A8}" destId="{6FF33A5C-D417-4B41-BA3E-0B6B98AC0626}" srcOrd="8" destOrd="0" presId="urn:microsoft.com/office/officeart/2008/layout/LinedList"/>
    <dgm:cxn modelId="{146CAF7E-725F-4299-AB90-7815FC10B148}" type="presParOf" srcId="{32A1DCBD-C1C7-4EDE-843E-9FC2AE21B3A8}" destId="{99F550E2-A802-47BD-8BA3-62F1B77E5AC4}" srcOrd="9" destOrd="0" presId="urn:microsoft.com/office/officeart/2008/layout/LinedList"/>
    <dgm:cxn modelId="{E705169B-5219-48E2-ABC4-DB3D9BCE1953}" type="presParOf" srcId="{99F550E2-A802-47BD-8BA3-62F1B77E5AC4}" destId="{A9C43C1C-77FE-4774-86F6-1AEED720C640}" srcOrd="0" destOrd="0" presId="urn:microsoft.com/office/officeart/2008/layout/LinedList"/>
    <dgm:cxn modelId="{8CBCDF52-305B-405A-B903-3A66C52242C7}" type="presParOf" srcId="{99F550E2-A802-47BD-8BA3-62F1B77E5AC4}" destId="{C2E582F1-0C04-4EC7-960B-73F6C114F38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236A03A-0565-4134-AF86-BF28892AC83E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A41DE88-942A-4BD6-A6ED-3658848965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Choose </a:t>
          </a:r>
          <a:r>
            <a:rPr lang="en-US" b="1" i="0" baseline="0"/>
            <a:t>VPC</a:t>
          </a:r>
          <a:r>
            <a:rPr lang="en-US" b="0" i="0" baseline="0"/>
            <a:t> (default or custom)</a:t>
          </a:r>
          <a:endParaRPr lang="en-US"/>
        </a:p>
      </dgm:t>
    </dgm:pt>
    <dgm:pt modelId="{EE38B0E0-EDF0-4ACC-8DCF-5DD789C95DEE}" type="parTrans" cxnId="{725171C2-8EF4-4759-95FC-4BDE9C4D8B3C}">
      <dgm:prSet/>
      <dgm:spPr/>
      <dgm:t>
        <a:bodyPr/>
        <a:lstStyle/>
        <a:p>
          <a:endParaRPr lang="en-US"/>
        </a:p>
      </dgm:t>
    </dgm:pt>
    <dgm:pt modelId="{A0A9EFB9-9228-4BDB-B630-52C47AC13977}" type="sibTrans" cxnId="{725171C2-8EF4-4759-95FC-4BDE9C4D8B3C}">
      <dgm:prSet phldrT="01" phldr="0"/>
      <dgm:spPr/>
    </dgm:pt>
    <dgm:pt modelId="{D3282923-5730-4A60-96C3-3EF44FD664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Select </a:t>
          </a:r>
          <a:r>
            <a:rPr lang="en-US" b="1" i="0" baseline="0"/>
            <a:t>Subnet</a:t>
          </a:r>
          <a:r>
            <a:rPr lang="en-US" b="0" i="0" baseline="0"/>
            <a:t> (Availability Zone )</a:t>
          </a:r>
          <a:endParaRPr lang="en-US"/>
        </a:p>
      </dgm:t>
    </dgm:pt>
    <dgm:pt modelId="{EB4C932F-CD66-4A60-A0E2-450397C85A85}" type="parTrans" cxnId="{70117226-7C8A-41B3-836B-A0DC93E1EB50}">
      <dgm:prSet/>
      <dgm:spPr/>
      <dgm:t>
        <a:bodyPr/>
        <a:lstStyle/>
        <a:p>
          <a:endParaRPr lang="en-US"/>
        </a:p>
      </dgm:t>
    </dgm:pt>
    <dgm:pt modelId="{63A4E965-7A27-4F0E-B9FA-7E7A0FB7CD43}" type="sibTrans" cxnId="{70117226-7C8A-41B3-836B-A0DC93E1EB50}">
      <dgm:prSet phldrT="02" phldr="0"/>
      <dgm:spPr/>
    </dgm:pt>
    <dgm:pt modelId="{10EF1809-850E-478B-A10A-F8732B23F7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Auto-assign </a:t>
          </a:r>
          <a:r>
            <a:rPr lang="en-US" b="1" i="0" baseline="0"/>
            <a:t>Public IP</a:t>
          </a:r>
          <a:r>
            <a:rPr lang="en-US" b="0" i="0" baseline="0"/>
            <a:t> (Enable/Disable)</a:t>
          </a:r>
          <a:endParaRPr lang="en-US"/>
        </a:p>
      </dgm:t>
    </dgm:pt>
    <dgm:pt modelId="{309E2D94-C6F7-4EC8-82DE-3C7F97C117B3}" type="parTrans" cxnId="{DA470196-3E8C-47A5-9495-DD9B47C133EE}">
      <dgm:prSet/>
      <dgm:spPr/>
      <dgm:t>
        <a:bodyPr/>
        <a:lstStyle/>
        <a:p>
          <a:endParaRPr lang="en-US"/>
        </a:p>
      </dgm:t>
    </dgm:pt>
    <dgm:pt modelId="{F0B1C3BC-2B4B-4627-B800-85B8B6CD652E}" type="sibTrans" cxnId="{DA470196-3E8C-47A5-9495-DD9B47C133EE}">
      <dgm:prSet phldrT="03" phldr="0"/>
      <dgm:spPr/>
    </dgm:pt>
    <dgm:pt modelId="{B1AC5C4B-CFD1-4631-8383-D5A84D01F5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Attach </a:t>
          </a:r>
          <a:r>
            <a:rPr lang="en-US" b="1" i="0" baseline="0"/>
            <a:t>Security Group</a:t>
          </a:r>
          <a:r>
            <a:rPr lang="en-US" b="0" i="0" baseline="0"/>
            <a:t> (firewall rules)</a:t>
          </a:r>
          <a:endParaRPr lang="en-US"/>
        </a:p>
      </dgm:t>
    </dgm:pt>
    <dgm:pt modelId="{82897539-31EF-4E43-95A2-844AD7EEAEB3}" type="parTrans" cxnId="{60E956F8-849D-45A7-BAA7-376587C081B7}">
      <dgm:prSet/>
      <dgm:spPr/>
      <dgm:t>
        <a:bodyPr/>
        <a:lstStyle/>
        <a:p>
          <a:endParaRPr lang="en-US"/>
        </a:p>
      </dgm:t>
    </dgm:pt>
    <dgm:pt modelId="{197A0CBF-0C77-4BD9-AF29-1CD5E77BF1F3}" type="sibTrans" cxnId="{60E956F8-849D-45A7-BAA7-376587C081B7}">
      <dgm:prSet phldrT="04" phldr="0"/>
      <dgm:spPr/>
    </dgm:pt>
    <dgm:pt modelId="{006A30D7-272E-4C35-8DDA-712D48BAC7FF}" type="pres">
      <dgm:prSet presAssocID="{4236A03A-0565-4134-AF86-BF28892AC83E}" presName="root" presStyleCnt="0">
        <dgm:presLayoutVars>
          <dgm:dir/>
          <dgm:resizeHandles val="exact"/>
        </dgm:presLayoutVars>
      </dgm:prSet>
      <dgm:spPr/>
    </dgm:pt>
    <dgm:pt modelId="{6C7731C6-80F4-41D6-8EDA-B8319C1794EF}" type="pres">
      <dgm:prSet presAssocID="{8A41DE88-942A-4BD6-A6ED-3658848965BE}" presName="compNode" presStyleCnt="0"/>
      <dgm:spPr/>
    </dgm:pt>
    <dgm:pt modelId="{BC25B605-A393-4559-B54F-61ACBFF100B4}" type="pres">
      <dgm:prSet presAssocID="{8A41DE88-942A-4BD6-A6ED-3658848965BE}" presName="bgRect" presStyleLbl="bgShp" presStyleIdx="0" presStyleCnt="4"/>
      <dgm:spPr/>
    </dgm:pt>
    <dgm:pt modelId="{1D487DBF-483A-43F3-BB40-1929606E4E2F}" type="pres">
      <dgm:prSet presAssocID="{8A41DE88-942A-4BD6-A6ED-3658848965B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B545A87A-9553-476E-8697-A842090D01D6}" type="pres">
      <dgm:prSet presAssocID="{8A41DE88-942A-4BD6-A6ED-3658848965BE}" presName="spaceRect" presStyleCnt="0"/>
      <dgm:spPr/>
    </dgm:pt>
    <dgm:pt modelId="{4B553BFE-C99D-4DDC-BB53-5C402A2A8FDC}" type="pres">
      <dgm:prSet presAssocID="{8A41DE88-942A-4BD6-A6ED-3658848965BE}" presName="parTx" presStyleLbl="revTx" presStyleIdx="0" presStyleCnt="4">
        <dgm:presLayoutVars>
          <dgm:chMax val="0"/>
          <dgm:chPref val="0"/>
        </dgm:presLayoutVars>
      </dgm:prSet>
      <dgm:spPr/>
    </dgm:pt>
    <dgm:pt modelId="{7900D679-CB46-4A3C-A0A9-CF40E5896F47}" type="pres">
      <dgm:prSet presAssocID="{A0A9EFB9-9228-4BDB-B630-52C47AC13977}" presName="sibTrans" presStyleCnt="0"/>
      <dgm:spPr/>
    </dgm:pt>
    <dgm:pt modelId="{945D18E5-58CB-430E-8098-643C344C9F30}" type="pres">
      <dgm:prSet presAssocID="{D3282923-5730-4A60-96C3-3EF44FD664EF}" presName="compNode" presStyleCnt="0"/>
      <dgm:spPr/>
    </dgm:pt>
    <dgm:pt modelId="{70785479-2F3C-4E42-B41D-061A6575CDE3}" type="pres">
      <dgm:prSet presAssocID="{D3282923-5730-4A60-96C3-3EF44FD664EF}" presName="bgRect" presStyleLbl="bgShp" presStyleIdx="1" presStyleCnt="4"/>
      <dgm:spPr/>
    </dgm:pt>
    <dgm:pt modelId="{A186C6A8-9380-4B03-B38D-CA49CEE2C65F}" type="pres">
      <dgm:prSet presAssocID="{D3282923-5730-4A60-96C3-3EF44FD664E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A2BC6FD-CE69-4BE4-9F1B-0FA06E13F0C1}" type="pres">
      <dgm:prSet presAssocID="{D3282923-5730-4A60-96C3-3EF44FD664EF}" presName="spaceRect" presStyleCnt="0"/>
      <dgm:spPr/>
    </dgm:pt>
    <dgm:pt modelId="{BED88BA7-DA85-4744-A66B-353C4EF3B699}" type="pres">
      <dgm:prSet presAssocID="{D3282923-5730-4A60-96C3-3EF44FD664EF}" presName="parTx" presStyleLbl="revTx" presStyleIdx="1" presStyleCnt="4">
        <dgm:presLayoutVars>
          <dgm:chMax val="0"/>
          <dgm:chPref val="0"/>
        </dgm:presLayoutVars>
      </dgm:prSet>
      <dgm:spPr/>
    </dgm:pt>
    <dgm:pt modelId="{30E4BD97-F23E-448D-96CE-C480FF388928}" type="pres">
      <dgm:prSet presAssocID="{63A4E965-7A27-4F0E-B9FA-7E7A0FB7CD43}" presName="sibTrans" presStyleCnt="0"/>
      <dgm:spPr/>
    </dgm:pt>
    <dgm:pt modelId="{795F7DD4-A3B7-4479-8584-28F12A32BB7B}" type="pres">
      <dgm:prSet presAssocID="{10EF1809-850E-478B-A10A-F8732B23F705}" presName="compNode" presStyleCnt="0"/>
      <dgm:spPr/>
    </dgm:pt>
    <dgm:pt modelId="{CF674CE5-6792-466E-930E-358BAFE8A8AF}" type="pres">
      <dgm:prSet presAssocID="{10EF1809-850E-478B-A10A-F8732B23F705}" presName="bgRect" presStyleLbl="bgShp" presStyleIdx="2" presStyleCnt="4"/>
      <dgm:spPr/>
    </dgm:pt>
    <dgm:pt modelId="{AB994306-9EBC-4738-A18B-2B7ACD359984}" type="pres">
      <dgm:prSet presAssocID="{10EF1809-850E-478B-A10A-F8732B23F70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712E1D26-1ED5-43AE-94F8-746F2D13E9C3}" type="pres">
      <dgm:prSet presAssocID="{10EF1809-850E-478B-A10A-F8732B23F705}" presName="spaceRect" presStyleCnt="0"/>
      <dgm:spPr/>
    </dgm:pt>
    <dgm:pt modelId="{E8E99305-88F0-437D-9136-1F8854BEACB3}" type="pres">
      <dgm:prSet presAssocID="{10EF1809-850E-478B-A10A-F8732B23F705}" presName="parTx" presStyleLbl="revTx" presStyleIdx="2" presStyleCnt="4">
        <dgm:presLayoutVars>
          <dgm:chMax val="0"/>
          <dgm:chPref val="0"/>
        </dgm:presLayoutVars>
      </dgm:prSet>
      <dgm:spPr/>
    </dgm:pt>
    <dgm:pt modelId="{7D341182-BBE0-4FC3-BB31-4120EF36F40F}" type="pres">
      <dgm:prSet presAssocID="{F0B1C3BC-2B4B-4627-B800-85B8B6CD652E}" presName="sibTrans" presStyleCnt="0"/>
      <dgm:spPr/>
    </dgm:pt>
    <dgm:pt modelId="{1E7DDA50-38C3-4724-A374-3C288F250036}" type="pres">
      <dgm:prSet presAssocID="{B1AC5C4B-CFD1-4631-8383-D5A84D01F51C}" presName="compNode" presStyleCnt="0"/>
      <dgm:spPr/>
    </dgm:pt>
    <dgm:pt modelId="{E4508D0E-FC3F-4A6C-9C69-F324F9ABC0C2}" type="pres">
      <dgm:prSet presAssocID="{B1AC5C4B-CFD1-4631-8383-D5A84D01F51C}" presName="bgRect" presStyleLbl="bgShp" presStyleIdx="3" presStyleCnt="4"/>
      <dgm:spPr/>
    </dgm:pt>
    <dgm:pt modelId="{C33A09C0-38FC-4BB3-9FDB-33E0B5D1F885}" type="pres">
      <dgm:prSet presAssocID="{B1AC5C4B-CFD1-4631-8383-D5A84D01F51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94F2F10-8847-45DF-BB66-5B93A49E10FB}" type="pres">
      <dgm:prSet presAssocID="{B1AC5C4B-CFD1-4631-8383-D5A84D01F51C}" presName="spaceRect" presStyleCnt="0"/>
      <dgm:spPr/>
    </dgm:pt>
    <dgm:pt modelId="{CEAAAD50-2909-4370-95D6-41443D7C8AD9}" type="pres">
      <dgm:prSet presAssocID="{B1AC5C4B-CFD1-4631-8383-D5A84D01F51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0117226-7C8A-41B3-836B-A0DC93E1EB50}" srcId="{4236A03A-0565-4134-AF86-BF28892AC83E}" destId="{D3282923-5730-4A60-96C3-3EF44FD664EF}" srcOrd="1" destOrd="0" parTransId="{EB4C932F-CD66-4A60-A0E2-450397C85A85}" sibTransId="{63A4E965-7A27-4F0E-B9FA-7E7A0FB7CD43}"/>
    <dgm:cxn modelId="{793ADD6C-B63F-41B3-AF35-44D7C2F02C31}" type="presOf" srcId="{8A41DE88-942A-4BD6-A6ED-3658848965BE}" destId="{4B553BFE-C99D-4DDC-BB53-5C402A2A8FDC}" srcOrd="0" destOrd="0" presId="urn:microsoft.com/office/officeart/2018/2/layout/IconVerticalSolidList"/>
    <dgm:cxn modelId="{B809C84E-72E6-4292-A364-96C82BC4473E}" type="presOf" srcId="{B1AC5C4B-CFD1-4631-8383-D5A84D01F51C}" destId="{CEAAAD50-2909-4370-95D6-41443D7C8AD9}" srcOrd="0" destOrd="0" presId="urn:microsoft.com/office/officeart/2018/2/layout/IconVerticalSolidList"/>
    <dgm:cxn modelId="{B45DC679-34D4-48A7-B310-E93BA934A6B8}" type="presOf" srcId="{4236A03A-0565-4134-AF86-BF28892AC83E}" destId="{006A30D7-272E-4C35-8DDA-712D48BAC7FF}" srcOrd="0" destOrd="0" presId="urn:microsoft.com/office/officeart/2018/2/layout/IconVerticalSolidList"/>
    <dgm:cxn modelId="{6EADA781-B236-4E65-B8EE-B95153574E7C}" type="presOf" srcId="{10EF1809-850E-478B-A10A-F8732B23F705}" destId="{E8E99305-88F0-437D-9136-1F8854BEACB3}" srcOrd="0" destOrd="0" presId="urn:microsoft.com/office/officeart/2018/2/layout/IconVerticalSolidList"/>
    <dgm:cxn modelId="{DA470196-3E8C-47A5-9495-DD9B47C133EE}" srcId="{4236A03A-0565-4134-AF86-BF28892AC83E}" destId="{10EF1809-850E-478B-A10A-F8732B23F705}" srcOrd="2" destOrd="0" parTransId="{309E2D94-C6F7-4EC8-82DE-3C7F97C117B3}" sibTransId="{F0B1C3BC-2B4B-4627-B800-85B8B6CD652E}"/>
    <dgm:cxn modelId="{09BC599D-3D24-491A-8D80-FB757748BDA8}" type="presOf" srcId="{D3282923-5730-4A60-96C3-3EF44FD664EF}" destId="{BED88BA7-DA85-4744-A66B-353C4EF3B699}" srcOrd="0" destOrd="0" presId="urn:microsoft.com/office/officeart/2018/2/layout/IconVerticalSolidList"/>
    <dgm:cxn modelId="{725171C2-8EF4-4759-95FC-4BDE9C4D8B3C}" srcId="{4236A03A-0565-4134-AF86-BF28892AC83E}" destId="{8A41DE88-942A-4BD6-A6ED-3658848965BE}" srcOrd="0" destOrd="0" parTransId="{EE38B0E0-EDF0-4ACC-8DCF-5DD789C95DEE}" sibTransId="{A0A9EFB9-9228-4BDB-B630-52C47AC13977}"/>
    <dgm:cxn modelId="{60E956F8-849D-45A7-BAA7-376587C081B7}" srcId="{4236A03A-0565-4134-AF86-BF28892AC83E}" destId="{B1AC5C4B-CFD1-4631-8383-D5A84D01F51C}" srcOrd="3" destOrd="0" parTransId="{82897539-31EF-4E43-95A2-844AD7EEAEB3}" sibTransId="{197A0CBF-0C77-4BD9-AF29-1CD5E77BF1F3}"/>
    <dgm:cxn modelId="{18923580-539B-44FB-BE22-35676D58EC35}" type="presParOf" srcId="{006A30D7-272E-4C35-8DDA-712D48BAC7FF}" destId="{6C7731C6-80F4-41D6-8EDA-B8319C1794EF}" srcOrd="0" destOrd="0" presId="urn:microsoft.com/office/officeart/2018/2/layout/IconVerticalSolidList"/>
    <dgm:cxn modelId="{A9F793F3-1E9F-4188-9444-41A70B387422}" type="presParOf" srcId="{6C7731C6-80F4-41D6-8EDA-B8319C1794EF}" destId="{BC25B605-A393-4559-B54F-61ACBFF100B4}" srcOrd="0" destOrd="0" presId="urn:microsoft.com/office/officeart/2018/2/layout/IconVerticalSolidList"/>
    <dgm:cxn modelId="{B41575E2-A5F1-4454-8DD9-4D0973AD1F74}" type="presParOf" srcId="{6C7731C6-80F4-41D6-8EDA-B8319C1794EF}" destId="{1D487DBF-483A-43F3-BB40-1929606E4E2F}" srcOrd="1" destOrd="0" presId="urn:microsoft.com/office/officeart/2018/2/layout/IconVerticalSolidList"/>
    <dgm:cxn modelId="{F4301E34-29D6-493D-AA11-4C363EB6315B}" type="presParOf" srcId="{6C7731C6-80F4-41D6-8EDA-B8319C1794EF}" destId="{B545A87A-9553-476E-8697-A842090D01D6}" srcOrd="2" destOrd="0" presId="urn:microsoft.com/office/officeart/2018/2/layout/IconVerticalSolidList"/>
    <dgm:cxn modelId="{A09F1BE1-3E53-4F67-B73C-D0A9E40089BA}" type="presParOf" srcId="{6C7731C6-80F4-41D6-8EDA-B8319C1794EF}" destId="{4B553BFE-C99D-4DDC-BB53-5C402A2A8FDC}" srcOrd="3" destOrd="0" presId="urn:microsoft.com/office/officeart/2018/2/layout/IconVerticalSolidList"/>
    <dgm:cxn modelId="{0A3511D7-91C7-44B3-9A07-CC9B000422B6}" type="presParOf" srcId="{006A30D7-272E-4C35-8DDA-712D48BAC7FF}" destId="{7900D679-CB46-4A3C-A0A9-CF40E5896F47}" srcOrd="1" destOrd="0" presId="urn:microsoft.com/office/officeart/2018/2/layout/IconVerticalSolidList"/>
    <dgm:cxn modelId="{CC7DB7CA-BCD2-40AE-B42B-4D18585F07AC}" type="presParOf" srcId="{006A30D7-272E-4C35-8DDA-712D48BAC7FF}" destId="{945D18E5-58CB-430E-8098-643C344C9F30}" srcOrd="2" destOrd="0" presId="urn:microsoft.com/office/officeart/2018/2/layout/IconVerticalSolidList"/>
    <dgm:cxn modelId="{5A5A0C8D-79A1-4FB1-929D-0CD1F1D114CD}" type="presParOf" srcId="{945D18E5-58CB-430E-8098-643C344C9F30}" destId="{70785479-2F3C-4E42-B41D-061A6575CDE3}" srcOrd="0" destOrd="0" presId="urn:microsoft.com/office/officeart/2018/2/layout/IconVerticalSolidList"/>
    <dgm:cxn modelId="{6AC9B3C4-4FCB-45FD-BCFD-5561E914794C}" type="presParOf" srcId="{945D18E5-58CB-430E-8098-643C344C9F30}" destId="{A186C6A8-9380-4B03-B38D-CA49CEE2C65F}" srcOrd="1" destOrd="0" presId="urn:microsoft.com/office/officeart/2018/2/layout/IconVerticalSolidList"/>
    <dgm:cxn modelId="{78DE296B-5234-4B87-AA3B-9D6D7CB7DBF8}" type="presParOf" srcId="{945D18E5-58CB-430E-8098-643C344C9F30}" destId="{AA2BC6FD-CE69-4BE4-9F1B-0FA06E13F0C1}" srcOrd="2" destOrd="0" presId="urn:microsoft.com/office/officeart/2018/2/layout/IconVerticalSolidList"/>
    <dgm:cxn modelId="{89CC8A9F-6505-4346-816E-6169BD366930}" type="presParOf" srcId="{945D18E5-58CB-430E-8098-643C344C9F30}" destId="{BED88BA7-DA85-4744-A66B-353C4EF3B699}" srcOrd="3" destOrd="0" presId="urn:microsoft.com/office/officeart/2018/2/layout/IconVerticalSolidList"/>
    <dgm:cxn modelId="{46785C94-311E-46CE-BC01-7884CE7BFCC6}" type="presParOf" srcId="{006A30D7-272E-4C35-8DDA-712D48BAC7FF}" destId="{30E4BD97-F23E-448D-96CE-C480FF388928}" srcOrd="3" destOrd="0" presId="urn:microsoft.com/office/officeart/2018/2/layout/IconVerticalSolidList"/>
    <dgm:cxn modelId="{420E7ED5-6735-4448-A0B6-2A4483C968B6}" type="presParOf" srcId="{006A30D7-272E-4C35-8DDA-712D48BAC7FF}" destId="{795F7DD4-A3B7-4479-8584-28F12A32BB7B}" srcOrd="4" destOrd="0" presId="urn:microsoft.com/office/officeart/2018/2/layout/IconVerticalSolidList"/>
    <dgm:cxn modelId="{D73826D4-03DB-4056-B57A-57D5BED5CFB1}" type="presParOf" srcId="{795F7DD4-A3B7-4479-8584-28F12A32BB7B}" destId="{CF674CE5-6792-466E-930E-358BAFE8A8AF}" srcOrd="0" destOrd="0" presId="urn:microsoft.com/office/officeart/2018/2/layout/IconVerticalSolidList"/>
    <dgm:cxn modelId="{285B1E9C-8766-49C2-A242-1145CBC4D0A4}" type="presParOf" srcId="{795F7DD4-A3B7-4479-8584-28F12A32BB7B}" destId="{AB994306-9EBC-4738-A18B-2B7ACD359984}" srcOrd="1" destOrd="0" presId="urn:microsoft.com/office/officeart/2018/2/layout/IconVerticalSolidList"/>
    <dgm:cxn modelId="{E25193D7-56F0-4A59-AC07-F154CDAB8767}" type="presParOf" srcId="{795F7DD4-A3B7-4479-8584-28F12A32BB7B}" destId="{712E1D26-1ED5-43AE-94F8-746F2D13E9C3}" srcOrd="2" destOrd="0" presId="urn:microsoft.com/office/officeart/2018/2/layout/IconVerticalSolidList"/>
    <dgm:cxn modelId="{4B332D25-AF06-4147-A8FC-EC35D0DDEE2F}" type="presParOf" srcId="{795F7DD4-A3B7-4479-8584-28F12A32BB7B}" destId="{E8E99305-88F0-437D-9136-1F8854BEACB3}" srcOrd="3" destOrd="0" presId="urn:microsoft.com/office/officeart/2018/2/layout/IconVerticalSolidList"/>
    <dgm:cxn modelId="{7C1352E4-E289-4812-B95C-B80D35B907AB}" type="presParOf" srcId="{006A30D7-272E-4C35-8DDA-712D48BAC7FF}" destId="{7D341182-BBE0-4FC3-BB31-4120EF36F40F}" srcOrd="5" destOrd="0" presId="urn:microsoft.com/office/officeart/2018/2/layout/IconVerticalSolidList"/>
    <dgm:cxn modelId="{D9FA6F81-8E4C-4A50-ADE7-650FA16B9E70}" type="presParOf" srcId="{006A30D7-272E-4C35-8DDA-712D48BAC7FF}" destId="{1E7DDA50-38C3-4724-A374-3C288F250036}" srcOrd="6" destOrd="0" presId="urn:microsoft.com/office/officeart/2018/2/layout/IconVerticalSolidList"/>
    <dgm:cxn modelId="{D897B3A5-6A23-41F2-9370-D20E76457FDB}" type="presParOf" srcId="{1E7DDA50-38C3-4724-A374-3C288F250036}" destId="{E4508D0E-FC3F-4A6C-9C69-F324F9ABC0C2}" srcOrd="0" destOrd="0" presId="urn:microsoft.com/office/officeart/2018/2/layout/IconVerticalSolidList"/>
    <dgm:cxn modelId="{8396853A-C026-40AC-AB18-9AE374331A00}" type="presParOf" srcId="{1E7DDA50-38C3-4724-A374-3C288F250036}" destId="{C33A09C0-38FC-4BB3-9FDB-33E0B5D1F885}" srcOrd="1" destOrd="0" presId="urn:microsoft.com/office/officeart/2018/2/layout/IconVerticalSolidList"/>
    <dgm:cxn modelId="{DDAA62A6-D7C7-4C02-A3D5-C4A4DC76E01E}" type="presParOf" srcId="{1E7DDA50-38C3-4724-A374-3C288F250036}" destId="{694F2F10-8847-45DF-BB66-5B93A49E10FB}" srcOrd="2" destOrd="0" presId="urn:microsoft.com/office/officeart/2018/2/layout/IconVerticalSolidList"/>
    <dgm:cxn modelId="{0A9B6589-5EEF-4D51-A575-7E7785DAA399}" type="presParOf" srcId="{1E7DDA50-38C3-4724-A374-3C288F250036}" destId="{CEAAAD50-2909-4370-95D6-41443D7C8A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D40D11-8DFA-49E6-AA7F-C985547FA7BE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D75F3DE-85CB-47BA-9CE5-25F44303C891}">
      <dgm:prSet/>
      <dgm:spPr/>
      <dgm:t>
        <a:bodyPr/>
        <a:lstStyle/>
        <a:p>
          <a:r>
            <a:rPr lang="en-US" dirty="0"/>
            <a:t>Launch</a:t>
          </a:r>
        </a:p>
      </dgm:t>
    </dgm:pt>
    <dgm:pt modelId="{556C0A70-190D-40C3-AAAD-1376B45C3FB0}" type="parTrans" cxnId="{0FF04A87-5CEB-4A15-97D8-5A707075F0B7}">
      <dgm:prSet/>
      <dgm:spPr/>
      <dgm:t>
        <a:bodyPr/>
        <a:lstStyle/>
        <a:p>
          <a:endParaRPr lang="en-US"/>
        </a:p>
      </dgm:t>
    </dgm:pt>
    <dgm:pt modelId="{FD3C88EC-1A1D-4892-9B78-D37C0EFF30BE}" type="sibTrans" cxnId="{0FF04A87-5CEB-4A15-97D8-5A707075F0B7}">
      <dgm:prSet/>
      <dgm:spPr/>
      <dgm:t>
        <a:bodyPr/>
        <a:lstStyle/>
        <a:p>
          <a:endParaRPr lang="en-US"/>
        </a:p>
      </dgm:t>
    </dgm:pt>
    <dgm:pt modelId="{72FEB040-25F3-4FCE-87A6-E14CE0B4BEF5}">
      <dgm:prSet/>
      <dgm:spPr/>
      <dgm:t>
        <a:bodyPr/>
        <a:lstStyle/>
        <a:p>
          <a:r>
            <a:rPr lang="en-US" dirty="0"/>
            <a:t>Launch Your EC2 Instance</a:t>
          </a:r>
          <a:br>
            <a:rPr lang="en-US" dirty="0"/>
          </a:br>
          <a:endParaRPr lang="en-US" dirty="0"/>
        </a:p>
      </dgm:t>
    </dgm:pt>
    <dgm:pt modelId="{F14DF324-0C25-4B3D-9156-86AD0E094381}" type="parTrans" cxnId="{0B4B0F17-96D0-40B2-9FD2-1D0EBC0B8F2A}">
      <dgm:prSet/>
      <dgm:spPr/>
      <dgm:t>
        <a:bodyPr/>
        <a:lstStyle/>
        <a:p>
          <a:endParaRPr lang="en-US"/>
        </a:p>
      </dgm:t>
    </dgm:pt>
    <dgm:pt modelId="{A747A840-5B6E-48CE-8455-7E0EBF3579DB}" type="sibTrans" cxnId="{0B4B0F17-96D0-40B2-9FD2-1D0EBC0B8F2A}">
      <dgm:prSet/>
      <dgm:spPr/>
      <dgm:t>
        <a:bodyPr/>
        <a:lstStyle/>
        <a:p>
          <a:endParaRPr lang="en-US"/>
        </a:p>
      </dgm:t>
    </dgm:pt>
    <dgm:pt modelId="{B892029F-790C-40CB-A368-17D8C6A10663}">
      <dgm:prSet/>
      <dgm:spPr/>
      <dgm:t>
        <a:bodyPr/>
        <a:lstStyle/>
        <a:p>
          <a:r>
            <a:rPr lang="en-US"/>
            <a:t>Connect</a:t>
          </a:r>
        </a:p>
      </dgm:t>
    </dgm:pt>
    <dgm:pt modelId="{132CB07D-1904-473B-8454-D4E279E21973}" type="parTrans" cxnId="{3D815785-AB54-46A1-ACD8-915AC8F9B146}">
      <dgm:prSet/>
      <dgm:spPr/>
      <dgm:t>
        <a:bodyPr/>
        <a:lstStyle/>
        <a:p>
          <a:endParaRPr lang="en-US"/>
        </a:p>
      </dgm:t>
    </dgm:pt>
    <dgm:pt modelId="{9C6365FA-CCF1-43EA-86AF-D08877E6289C}" type="sibTrans" cxnId="{3D815785-AB54-46A1-ACD8-915AC8F9B146}">
      <dgm:prSet/>
      <dgm:spPr/>
      <dgm:t>
        <a:bodyPr/>
        <a:lstStyle/>
        <a:p>
          <a:endParaRPr lang="en-US"/>
        </a:p>
      </dgm:t>
    </dgm:pt>
    <dgm:pt modelId="{77E2A9D9-A0FF-4796-AA7C-B6DC1F361CB0}">
      <dgm:prSet/>
      <dgm:spPr/>
      <dgm:t>
        <a:bodyPr/>
        <a:lstStyle/>
        <a:p>
          <a:r>
            <a:rPr lang="en-US" dirty="0"/>
            <a:t>Connect to Your Instance</a:t>
          </a:r>
        </a:p>
      </dgm:t>
    </dgm:pt>
    <dgm:pt modelId="{91ADB09C-6078-4A5A-B8B2-936BD4CDBD13}" type="parTrans" cxnId="{7DCA2AB8-1FC3-4E30-BDC9-0E0488BA9E88}">
      <dgm:prSet/>
      <dgm:spPr/>
      <dgm:t>
        <a:bodyPr/>
        <a:lstStyle/>
        <a:p>
          <a:endParaRPr lang="en-US"/>
        </a:p>
      </dgm:t>
    </dgm:pt>
    <dgm:pt modelId="{9B38039A-8A7C-445D-932D-F0D302E6310E}" type="sibTrans" cxnId="{7DCA2AB8-1FC3-4E30-BDC9-0E0488BA9E88}">
      <dgm:prSet/>
      <dgm:spPr/>
      <dgm:t>
        <a:bodyPr/>
        <a:lstStyle/>
        <a:p>
          <a:endParaRPr lang="en-US"/>
        </a:p>
      </dgm:t>
    </dgm:pt>
    <dgm:pt modelId="{23913800-403A-459C-A7D4-BC9F4FDA2FAC}">
      <dgm:prSet/>
      <dgm:spPr/>
      <dgm:t>
        <a:bodyPr/>
        <a:lstStyle/>
        <a:p>
          <a:r>
            <a:rPr lang="en-US"/>
            <a:t>Start</a:t>
          </a:r>
        </a:p>
      </dgm:t>
    </dgm:pt>
    <dgm:pt modelId="{74DEC75B-A6F9-4089-9B64-B0D8EADCE1C2}" type="parTrans" cxnId="{DD6E9604-E5A7-48A1-A966-832C0938497A}">
      <dgm:prSet/>
      <dgm:spPr/>
      <dgm:t>
        <a:bodyPr/>
        <a:lstStyle/>
        <a:p>
          <a:endParaRPr lang="en-US"/>
        </a:p>
      </dgm:t>
    </dgm:pt>
    <dgm:pt modelId="{C8386661-CA18-4274-9A97-225ABB45037A}" type="sibTrans" cxnId="{DD6E9604-E5A7-48A1-A966-832C0938497A}">
      <dgm:prSet/>
      <dgm:spPr/>
      <dgm:t>
        <a:bodyPr/>
        <a:lstStyle/>
        <a:p>
          <a:endParaRPr lang="en-US"/>
        </a:p>
      </dgm:t>
    </dgm:pt>
    <dgm:pt modelId="{F82B4B29-2F85-4A24-B25A-8A1DC73D2771}">
      <dgm:prSet/>
      <dgm:spPr/>
      <dgm:t>
        <a:bodyPr/>
        <a:lstStyle/>
        <a:p>
          <a:r>
            <a:rPr lang="en-US"/>
            <a:t>Start Using Your Instance</a:t>
          </a:r>
          <a:br>
            <a:rPr lang="en-US"/>
          </a:br>
          <a:endParaRPr lang="en-US"/>
        </a:p>
      </dgm:t>
    </dgm:pt>
    <dgm:pt modelId="{7FDC6A7C-5F44-4404-8549-D23476207F65}" type="parTrans" cxnId="{BD5537D7-A281-467A-9ED8-88ED87277327}">
      <dgm:prSet/>
      <dgm:spPr/>
      <dgm:t>
        <a:bodyPr/>
        <a:lstStyle/>
        <a:p>
          <a:endParaRPr lang="en-US"/>
        </a:p>
      </dgm:t>
    </dgm:pt>
    <dgm:pt modelId="{A1A21E55-E432-4D1B-985D-98CA204F9552}" type="sibTrans" cxnId="{BD5537D7-A281-467A-9ED8-88ED87277327}">
      <dgm:prSet/>
      <dgm:spPr/>
      <dgm:t>
        <a:bodyPr/>
        <a:lstStyle/>
        <a:p>
          <a:endParaRPr lang="en-US"/>
        </a:p>
      </dgm:t>
    </dgm:pt>
    <dgm:pt modelId="{FBC52E6E-3333-4FD7-AD57-782B2FBD7328}" type="pres">
      <dgm:prSet presAssocID="{85D40D11-8DFA-49E6-AA7F-C985547FA7BE}" presName="linearFlow" presStyleCnt="0">
        <dgm:presLayoutVars>
          <dgm:dir/>
          <dgm:animLvl val="lvl"/>
          <dgm:resizeHandles val="exact"/>
        </dgm:presLayoutVars>
      </dgm:prSet>
      <dgm:spPr/>
    </dgm:pt>
    <dgm:pt modelId="{01235521-D714-4955-935F-D03B347FD864}" type="pres">
      <dgm:prSet presAssocID="{2D75F3DE-85CB-47BA-9CE5-25F44303C891}" presName="composite" presStyleCnt="0"/>
      <dgm:spPr/>
    </dgm:pt>
    <dgm:pt modelId="{4EF04719-A204-4BB5-8694-92C3BF82833A}" type="pres">
      <dgm:prSet presAssocID="{2D75F3DE-85CB-47BA-9CE5-25F44303C891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017D50BF-8B02-44EC-A498-A2051DCFE35D}" type="pres">
      <dgm:prSet presAssocID="{2D75F3DE-85CB-47BA-9CE5-25F44303C891}" presName="descendantText" presStyleLbl="alignAcc1" presStyleIdx="0" presStyleCnt="3">
        <dgm:presLayoutVars>
          <dgm:bulletEnabled val="1"/>
        </dgm:presLayoutVars>
      </dgm:prSet>
      <dgm:spPr/>
    </dgm:pt>
    <dgm:pt modelId="{CB587181-1CA6-4DA3-9441-E94A2967458B}" type="pres">
      <dgm:prSet presAssocID="{FD3C88EC-1A1D-4892-9B78-D37C0EFF30BE}" presName="sp" presStyleCnt="0"/>
      <dgm:spPr/>
    </dgm:pt>
    <dgm:pt modelId="{4CE3C7E9-E653-4CA7-ACBB-DF9A906482B6}" type="pres">
      <dgm:prSet presAssocID="{B892029F-790C-40CB-A368-17D8C6A10663}" presName="composite" presStyleCnt="0"/>
      <dgm:spPr/>
    </dgm:pt>
    <dgm:pt modelId="{955D89F0-FD44-401A-9E48-0E6EAA5FEB4B}" type="pres">
      <dgm:prSet presAssocID="{B892029F-790C-40CB-A368-17D8C6A10663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5846A73-9654-489D-BDC7-E4F672DFBDCC}" type="pres">
      <dgm:prSet presAssocID="{B892029F-790C-40CB-A368-17D8C6A10663}" presName="descendantText" presStyleLbl="alignAcc1" presStyleIdx="1" presStyleCnt="3">
        <dgm:presLayoutVars>
          <dgm:bulletEnabled val="1"/>
        </dgm:presLayoutVars>
      </dgm:prSet>
      <dgm:spPr/>
    </dgm:pt>
    <dgm:pt modelId="{4F3FA7C8-0C71-4B8A-9B01-30D0031FB391}" type="pres">
      <dgm:prSet presAssocID="{9C6365FA-CCF1-43EA-86AF-D08877E6289C}" presName="sp" presStyleCnt="0"/>
      <dgm:spPr/>
    </dgm:pt>
    <dgm:pt modelId="{49968CCC-12AF-46E4-9399-7D30490D2713}" type="pres">
      <dgm:prSet presAssocID="{23913800-403A-459C-A7D4-BC9F4FDA2FAC}" presName="composite" presStyleCnt="0"/>
      <dgm:spPr/>
    </dgm:pt>
    <dgm:pt modelId="{00B7A2E4-1294-4628-A1AC-A0B60D58DC0B}" type="pres">
      <dgm:prSet presAssocID="{23913800-403A-459C-A7D4-BC9F4FDA2FAC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56187E19-8464-4BDB-B35B-014F2E5EC020}" type="pres">
      <dgm:prSet presAssocID="{23913800-403A-459C-A7D4-BC9F4FDA2FAC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DD6E9604-E5A7-48A1-A966-832C0938497A}" srcId="{85D40D11-8DFA-49E6-AA7F-C985547FA7BE}" destId="{23913800-403A-459C-A7D4-BC9F4FDA2FAC}" srcOrd="2" destOrd="0" parTransId="{74DEC75B-A6F9-4089-9B64-B0D8EADCE1C2}" sibTransId="{C8386661-CA18-4274-9A97-225ABB45037A}"/>
    <dgm:cxn modelId="{0B4B0F17-96D0-40B2-9FD2-1D0EBC0B8F2A}" srcId="{2D75F3DE-85CB-47BA-9CE5-25F44303C891}" destId="{72FEB040-25F3-4FCE-87A6-E14CE0B4BEF5}" srcOrd="0" destOrd="0" parTransId="{F14DF324-0C25-4B3D-9156-86AD0E094381}" sibTransId="{A747A840-5B6E-48CE-8455-7E0EBF3579DB}"/>
    <dgm:cxn modelId="{406E071E-A2BD-4A38-97C3-CA7C5AA3E02E}" type="presOf" srcId="{B892029F-790C-40CB-A368-17D8C6A10663}" destId="{955D89F0-FD44-401A-9E48-0E6EAA5FEB4B}" srcOrd="0" destOrd="0" presId="urn:microsoft.com/office/officeart/2005/8/layout/chevron2"/>
    <dgm:cxn modelId="{3594764E-61F5-4F39-A0F6-5DF3FBAD8468}" type="presOf" srcId="{77E2A9D9-A0FF-4796-AA7C-B6DC1F361CB0}" destId="{45846A73-9654-489D-BDC7-E4F672DFBDCC}" srcOrd="0" destOrd="0" presId="urn:microsoft.com/office/officeart/2005/8/layout/chevron2"/>
    <dgm:cxn modelId="{3D815785-AB54-46A1-ACD8-915AC8F9B146}" srcId="{85D40D11-8DFA-49E6-AA7F-C985547FA7BE}" destId="{B892029F-790C-40CB-A368-17D8C6A10663}" srcOrd="1" destOrd="0" parTransId="{132CB07D-1904-473B-8454-D4E279E21973}" sibTransId="{9C6365FA-CCF1-43EA-86AF-D08877E6289C}"/>
    <dgm:cxn modelId="{0FF04A87-5CEB-4A15-97D8-5A707075F0B7}" srcId="{85D40D11-8DFA-49E6-AA7F-C985547FA7BE}" destId="{2D75F3DE-85CB-47BA-9CE5-25F44303C891}" srcOrd="0" destOrd="0" parTransId="{556C0A70-190D-40C3-AAAD-1376B45C3FB0}" sibTransId="{FD3C88EC-1A1D-4892-9B78-D37C0EFF30BE}"/>
    <dgm:cxn modelId="{A5605993-A92D-4739-A278-0BC058AB5606}" type="presOf" srcId="{2D75F3DE-85CB-47BA-9CE5-25F44303C891}" destId="{4EF04719-A204-4BB5-8694-92C3BF82833A}" srcOrd="0" destOrd="0" presId="urn:microsoft.com/office/officeart/2005/8/layout/chevron2"/>
    <dgm:cxn modelId="{1D502A96-B4D0-4B58-8B03-2198A15FDEDB}" type="presOf" srcId="{72FEB040-25F3-4FCE-87A6-E14CE0B4BEF5}" destId="{017D50BF-8B02-44EC-A498-A2051DCFE35D}" srcOrd="0" destOrd="0" presId="urn:microsoft.com/office/officeart/2005/8/layout/chevron2"/>
    <dgm:cxn modelId="{7DCA2AB8-1FC3-4E30-BDC9-0E0488BA9E88}" srcId="{B892029F-790C-40CB-A368-17D8C6A10663}" destId="{77E2A9D9-A0FF-4796-AA7C-B6DC1F361CB0}" srcOrd="0" destOrd="0" parTransId="{91ADB09C-6078-4A5A-B8B2-936BD4CDBD13}" sibTransId="{9B38039A-8A7C-445D-932D-F0D302E6310E}"/>
    <dgm:cxn modelId="{05E5A9BA-4CF3-4B87-90FE-A2B8807D3A04}" type="presOf" srcId="{F82B4B29-2F85-4A24-B25A-8A1DC73D2771}" destId="{56187E19-8464-4BDB-B35B-014F2E5EC020}" srcOrd="0" destOrd="0" presId="urn:microsoft.com/office/officeart/2005/8/layout/chevron2"/>
    <dgm:cxn modelId="{BD5537D7-A281-467A-9ED8-88ED87277327}" srcId="{23913800-403A-459C-A7D4-BC9F4FDA2FAC}" destId="{F82B4B29-2F85-4A24-B25A-8A1DC73D2771}" srcOrd="0" destOrd="0" parTransId="{7FDC6A7C-5F44-4404-8549-D23476207F65}" sibTransId="{A1A21E55-E432-4D1B-985D-98CA204F9552}"/>
    <dgm:cxn modelId="{D36A65EF-A942-4A61-B5B7-177132BA9C64}" type="presOf" srcId="{85D40D11-8DFA-49E6-AA7F-C985547FA7BE}" destId="{FBC52E6E-3333-4FD7-AD57-782B2FBD7328}" srcOrd="0" destOrd="0" presId="urn:microsoft.com/office/officeart/2005/8/layout/chevron2"/>
    <dgm:cxn modelId="{C58DFBF7-5169-486F-8B5B-63BE11385339}" type="presOf" srcId="{23913800-403A-459C-A7D4-BC9F4FDA2FAC}" destId="{00B7A2E4-1294-4628-A1AC-A0B60D58DC0B}" srcOrd="0" destOrd="0" presId="urn:microsoft.com/office/officeart/2005/8/layout/chevron2"/>
    <dgm:cxn modelId="{76A09390-083B-40FC-9B3F-55854E63F288}" type="presParOf" srcId="{FBC52E6E-3333-4FD7-AD57-782B2FBD7328}" destId="{01235521-D714-4955-935F-D03B347FD864}" srcOrd="0" destOrd="0" presId="urn:microsoft.com/office/officeart/2005/8/layout/chevron2"/>
    <dgm:cxn modelId="{547159BD-E9E3-4F44-92FB-2E660493DD61}" type="presParOf" srcId="{01235521-D714-4955-935F-D03B347FD864}" destId="{4EF04719-A204-4BB5-8694-92C3BF82833A}" srcOrd="0" destOrd="0" presId="urn:microsoft.com/office/officeart/2005/8/layout/chevron2"/>
    <dgm:cxn modelId="{87FECBC9-2306-4E5F-B560-8750EA0B054D}" type="presParOf" srcId="{01235521-D714-4955-935F-D03B347FD864}" destId="{017D50BF-8B02-44EC-A498-A2051DCFE35D}" srcOrd="1" destOrd="0" presId="urn:microsoft.com/office/officeart/2005/8/layout/chevron2"/>
    <dgm:cxn modelId="{DD7883AB-93EF-4C27-B915-101884AEB4F0}" type="presParOf" srcId="{FBC52E6E-3333-4FD7-AD57-782B2FBD7328}" destId="{CB587181-1CA6-4DA3-9441-E94A2967458B}" srcOrd="1" destOrd="0" presId="urn:microsoft.com/office/officeart/2005/8/layout/chevron2"/>
    <dgm:cxn modelId="{8B929EB0-AB6D-4FDA-BA3A-2B7DDF6EF840}" type="presParOf" srcId="{FBC52E6E-3333-4FD7-AD57-782B2FBD7328}" destId="{4CE3C7E9-E653-4CA7-ACBB-DF9A906482B6}" srcOrd="2" destOrd="0" presId="urn:microsoft.com/office/officeart/2005/8/layout/chevron2"/>
    <dgm:cxn modelId="{B7B1FD1D-325E-4EA7-BE9D-C9161AA6A502}" type="presParOf" srcId="{4CE3C7E9-E653-4CA7-ACBB-DF9A906482B6}" destId="{955D89F0-FD44-401A-9E48-0E6EAA5FEB4B}" srcOrd="0" destOrd="0" presId="urn:microsoft.com/office/officeart/2005/8/layout/chevron2"/>
    <dgm:cxn modelId="{0FA61B73-E6BE-47A2-8B5B-915E95387A9D}" type="presParOf" srcId="{4CE3C7E9-E653-4CA7-ACBB-DF9A906482B6}" destId="{45846A73-9654-489D-BDC7-E4F672DFBDCC}" srcOrd="1" destOrd="0" presId="urn:microsoft.com/office/officeart/2005/8/layout/chevron2"/>
    <dgm:cxn modelId="{50D36D32-9AD7-4EB2-9344-DF790F9BF501}" type="presParOf" srcId="{FBC52E6E-3333-4FD7-AD57-782B2FBD7328}" destId="{4F3FA7C8-0C71-4B8A-9B01-30D0031FB391}" srcOrd="3" destOrd="0" presId="urn:microsoft.com/office/officeart/2005/8/layout/chevron2"/>
    <dgm:cxn modelId="{7B0A29DC-C0A9-443C-A68D-EA2D5D963D83}" type="presParOf" srcId="{FBC52E6E-3333-4FD7-AD57-782B2FBD7328}" destId="{49968CCC-12AF-46E4-9399-7D30490D2713}" srcOrd="4" destOrd="0" presId="urn:microsoft.com/office/officeart/2005/8/layout/chevron2"/>
    <dgm:cxn modelId="{66AD23A5-BFA0-408D-B27F-61601EF25D7B}" type="presParOf" srcId="{49968CCC-12AF-46E4-9399-7D30490D2713}" destId="{00B7A2E4-1294-4628-A1AC-A0B60D58DC0B}" srcOrd="0" destOrd="0" presId="urn:microsoft.com/office/officeart/2005/8/layout/chevron2"/>
    <dgm:cxn modelId="{968A62CF-F2DB-40A4-A92C-024858B8253E}" type="presParOf" srcId="{49968CCC-12AF-46E4-9399-7D30490D2713}" destId="{56187E19-8464-4BDB-B35B-014F2E5EC02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60C96-580F-442B-9A8D-C1B9052BAD76}">
      <dsp:nvSpPr>
        <dsp:cNvPr id="0" name=""/>
        <dsp:cNvSpPr/>
      </dsp:nvSpPr>
      <dsp:spPr>
        <a:xfrm>
          <a:off x="82613" y="90072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91E030-6760-40EA-8879-993CA15E001C}">
      <dsp:nvSpPr>
        <dsp:cNvPr id="0" name=""/>
        <dsp:cNvSpPr/>
      </dsp:nvSpPr>
      <dsp:spPr>
        <a:xfrm>
          <a:off x="271034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AAA8D-6BF2-48B5-AE6E-4C71554558D3}">
      <dsp:nvSpPr>
        <dsp:cNvPr id="0" name=""/>
        <dsp:cNvSpPr/>
      </dsp:nvSpPr>
      <dsp:spPr>
        <a:xfrm>
          <a:off x="1172126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Add Tags (Name, environment labels)</a:t>
          </a:r>
          <a:endParaRPr lang="en-US" sz="1900" kern="1200" dirty="0"/>
        </a:p>
      </dsp:txBody>
      <dsp:txXfrm>
        <a:off x="1172126" y="90072"/>
        <a:ext cx="2114937" cy="897246"/>
      </dsp:txXfrm>
    </dsp:sp>
    <dsp:sp modelId="{3A1220F5-F44C-4973-8D0D-7DA0744A1F35}">
      <dsp:nvSpPr>
        <dsp:cNvPr id="0" name=""/>
        <dsp:cNvSpPr/>
      </dsp:nvSpPr>
      <dsp:spPr>
        <a:xfrm>
          <a:off x="3655575" y="90072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1F8A0-6067-4188-821D-0BB257766488}">
      <dsp:nvSpPr>
        <dsp:cNvPr id="0" name=""/>
        <dsp:cNvSpPr/>
      </dsp:nvSpPr>
      <dsp:spPr>
        <a:xfrm>
          <a:off x="3843996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2CA81-C32E-4D48-88EC-742296E2183F}">
      <dsp:nvSpPr>
        <dsp:cNvPr id="0" name=""/>
        <dsp:cNvSpPr/>
      </dsp:nvSpPr>
      <dsp:spPr>
        <a:xfrm>
          <a:off x="4745088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Choose AMI (OS &amp; software)</a:t>
          </a:r>
          <a:endParaRPr lang="en-US" sz="1900" kern="1200" dirty="0"/>
        </a:p>
      </dsp:txBody>
      <dsp:txXfrm>
        <a:off x="4745088" y="90072"/>
        <a:ext cx="2114937" cy="897246"/>
      </dsp:txXfrm>
    </dsp:sp>
    <dsp:sp modelId="{A91EE194-C21D-4992-A3AE-E5FE421E1A54}">
      <dsp:nvSpPr>
        <dsp:cNvPr id="0" name=""/>
        <dsp:cNvSpPr/>
      </dsp:nvSpPr>
      <dsp:spPr>
        <a:xfrm>
          <a:off x="7228536" y="90072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06386C-F032-45F4-90F4-42E75DAAC795}">
      <dsp:nvSpPr>
        <dsp:cNvPr id="0" name=""/>
        <dsp:cNvSpPr/>
      </dsp:nvSpPr>
      <dsp:spPr>
        <a:xfrm>
          <a:off x="7416958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773DDF-6545-45DB-A68F-E2A15B445DE7}">
      <dsp:nvSpPr>
        <dsp:cNvPr id="0" name=""/>
        <dsp:cNvSpPr/>
      </dsp:nvSpPr>
      <dsp:spPr>
        <a:xfrm>
          <a:off x="8318049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Choose Instance Type (CPU, Memory, Network)</a:t>
          </a:r>
          <a:endParaRPr lang="en-US" sz="1900" kern="1200" dirty="0"/>
        </a:p>
      </dsp:txBody>
      <dsp:txXfrm>
        <a:off x="8318049" y="90072"/>
        <a:ext cx="2114937" cy="897246"/>
      </dsp:txXfrm>
    </dsp:sp>
    <dsp:sp modelId="{2D821A59-E3E6-4897-AAC1-11DDE7EAEF23}">
      <dsp:nvSpPr>
        <dsp:cNvPr id="0" name=""/>
        <dsp:cNvSpPr/>
      </dsp:nvSpPr>
      <dsp:spPr>
        <a:xfrm>
          <a:off x="82613" y="1727045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AFCF4-1BC1-4558-AC71-2DAF5C712667}">
      <dsp:nvSpPr>
        <dsp:cNvPr id="0" name=""/>
        <dsp:cNvSpPr/>
      </dsp:nvSpPr>
      <dsp:spPr>
        <a:xfrm>
          <a:off x="271034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20180-4A06-4B43-8722-05F731EA5604}">
      <dsp:nvSpPr>
        <dsp:cNvPr id="0" name=""/>
        <dsp:cNvSpPr/>
      </dsp:nvSpPr>
      <dsp:spPr>
        <a:xfrm>
          <a:off x="1172126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Configure Instance (network, IAM role, shutdown behavior)</a:t>
          </a:r>
          <a:endParaRPr lang="en-US" sz="1900" kern="1200"/>
        </a:p>
      </dsp:txBody>
      <dsp:txXfrm>
        <a:off x="1172126" y="1727045"/>
        <a:ext cx="2114937" cy="897246"/>
      </dsp:txXfrm>
    </dsp:sp>
    <dsp:sp modelId="{DB63CC8A-BEC7-4A11-950D-29445CD19F90}">
      <dsp:nvSpPr>
        <dsp:cNvPr id="0" name=""/>
        <dsp:cNvSpPr/>
      </dsp:nvSpPr>
      <dsp:spPr>
        <a:xfrm>
          <a:off x="3655575" y="1727045"/>
          <a:ext cx="897246" cy="8972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9DD9AF-29C7-4FD1-9046-B709B59E1F87}">
      <dsp:nvSpPr>
        <dsp:cNvPr id="0" name=""/>
        <dsp:cNvSpPr/>
      </dsp:nvSpPr>
      <dsp:spPr>
        <a:xfrm>
          <a:off x="3843996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5763B-BC11-441C-B36E-F195D0F6D53B}">
      <dsp:nvSpPr>
        <dsp:cNvPr id="0" name=""/>
        <dsp:cNvSpPr/>
      </dsp:nvSpPr>
      <dsp:spPr>
        <a:xfrm>
          <a:off x="4745088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Add Storage (EBS, size, type)</a:t>
          </a:r>
          <a:endParaRPr lang="en-US" sz="1900" kern="1200"/>
        </a:p>
      </dsp:txBody>
      <dsp:txXfrm>
        <a:off x="4745088" y="1727045"/>
        <a:ext cx="2114937" cy="897246"/>
      </dsp:txXfrm>
    </dsp:sp>
    <dsp:sp modelId="{963A6B3F-2390-4180-A2AA-116715C14229}">
      <dsp:nvSpPr>
        <dsp:cNvPr id="0" name=""/>
        <dsp:cNvSpPr/>
      </dsp:nvSpPr>
      <dsp:spPr>
        <a:xfrm>
          <a:off x="7228536" y="1727045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F2B118-137F-4768-9EE1-08BCACF722E3}">
      <dsp:nvSpPr>
        <dsp:cNvPr id="0" name=""/>
        <dsp:cNvSpPr/>
      </dsp:nvSpPr>
      <dsp:spPr>
        <a:xfrm>
          <a:off x="7416958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CEF8C-CFAE-4B22-952B-A26B54156D2E}">
      <dsp:nvSpPr>
        <dsp:cNvPr id="0" name=""/>
        <dsp:cNvSpPr/>
      </dsp:nvSpPr>
      <dsp:spPr>
        <a:xfrm>
          <a:off x="8318049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Configure Security Group (firewall rules)</a:t>
          </a:r>
          <a:endParaRPr lang="en-US" sz="1900" kern="1200" dirty="0"/>
        </a:p>
      </dsp:txBody>
      <dsp:txXfrm>
        <a:off x="8318049" y="1727045"/>
        <a:ext cx="2114937" cy="897246"/>
      </dsp:txXfrm>
    </dsp:sp>
    <dsp:sp modelId="{154EE08F-E98D-4F45-B464-B49BE3423063}">
      <dsp:nvSpPr>
        <dsp:cNvPr id="0" name=""/>
        <dsp:cNvSpPr/>
      </dsp:nvSpPr>
      <dsp:spPr>
        <a:xfrm>
          <a:off x="82613" y="3364019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D50F4-1348-4B75-B5CC-9226C0122DE1}">
      <dsp:nvSpPr>
        <dsp:cNvPr id="0" name=""/>
        <dsp:cNvSpPr/>
      </dsp:nvSpPr>
      <dsp:spPr>
        <a:xfrm>
          <a:off x="271034" y="3552441"/>
          <a:ext cx="520402" cy="52040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9E967-66B0-4ED0-8389-91D03C36F80E}">
      <dsp:nvSpPr>
        <dsp:cNvPr id="0" name=""/>
        <dsp:cNvSpPr/>
      </dsp:nvSpPr>
      <dsp:spPr>
        <a:xfrm>
          <a:off x="1172126" y="33640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Key Pair (for SSH/RDP access)</a:t>
          </a:r>
          <a:endParaRPr lang="en-US" sz="1900" kern="1200"/>
        </a:p>
      </dsp:txBody>
      <dsp:txXfrm>
        <a:off x="1172126" y="3364019"/>
        <a:ext cx="2114937" cy="897246"/>
      </dsp:txXfrm>
    </dsp:sp>
    <dsp:sp modelId="{DCAF141F-0413-477D-BBF0-5444068DB8A0}">
      <dsp:nvSpPr>
        <dsp:cNvPr id="0" name=""/>
        <dsp:cNvSpPr/>
      </dsp:nvSpPr>
      <dsp:spPr>
        <a:xfrm>
          <a:off x="3655575" y="3364019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9A860-8D60-40D7-90A6-3C2E15FA3B2D}">
      <dsp:nvSpPr>
        <dsp:cNvPr id="0" name=""/>
        <dsp:cNvSpPr/>
      </dsp:nvSpPr>
      <dsp:spPr>
        <a:xfrm>
          <a:off x="3843996" y="3552441"/>
          <a:ext cx="520402" cy="52040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18A6D-3840-4815-AECC-E9D9A0C5A507}">
      <dsp:nvSpPr>
        <dsp:cNvPr id="0" name=""/>
        <dsp:cNvSpPr/>
      </dsp:nvSpPr>
      <dsp:spPr>
        <a:xfrm>
          <a:off x="4745088" y="33640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Review &amp; Launch</a:t>
          </a:r>
          <a:endParaRPr lang="en-US" sz="1900" kern="1200"/>
        </a:p>
      </dsp:txBody>
      <dsp:txXfrm>
        <a:off x="4745088" y="3364019"/>
        <a:ext cx="2114937" cy="8972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5C8A6-FA8F-4906-B5EC-E26C74158C42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3CB86B-457D-40CD-8384-C0C112C2D5B4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C6E13-AF2B-479B-ADEC-537EF8E9F3DA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Tags are </a:t>
          </a:r>
          <a:r>
            <a:rPr lang="en-US" sz="2500" b="1" i="0" kern="1200" baseline="0"/>
            <a:t>labels in key-value format</a:t>
          </a:r>
          <a:r>
            <a:rPr lang="en-US" sz="2500" b="0" i="0" kern="1200" baseline="0"/>
            <a:t> that you attach to AWS resources like EC2, S3, RDS, etc.</a:t>
          </a:r>
          <a:endParaRPr lang="en-US" sz="2500" kern="1200"/>
        </a:p>
      </dsp:txBody>
      <dsp:txXfrm>
        <a:off x="1507738" y="707092"/>
        <a:ext cx="9007861" cy="1305401"/>
      </dsp:txXfrm>
    </dsp:sp>
    <dsp:sp modelId="{D110B58D-19F4-4C4D-A7AD-0E09BDB52CFE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149B56-25D5-4399-8FB3-5051564507A4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7CAF86-A86C-4220-848C-571CE46E21D0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Example: Key = Name, Value = WebServer1.</a:t>
          </a:r>
          <a:endParaRPr lang="en-US" sz="2500" kern="1200" dirty="0"/>
        </a:p>
      </dsp:txBody>
      <dsp:txXfrm>
        <a:off x="1507738" y="2338844"/>
        <a:ext cx="9007861" cy="13054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4A945-B257-4116-ADD9-99930D60BEF8}">
      <dsp:nvSpPr>
        <dsp:cNvPr id="0" name=""/>
        <dsp:cNvSpPr/>
      </dsp:nvSpPr>
      <dsp:spPr>
        <a:xfrm>
          <a:off x="0" y="660"/>
          <a:ext cx="558644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4697FAE-DB98-4B2E-925D-676CEC8B6C9E}">
      <dsp:nvSpPr>
        <dsp:cNvPr id="0" name=""/>
        <dsp:cNvSpPr/>
      </dsp:nvSpPr>
      <dsp:spPr>
        <a:xfrm>
          <a:off x="0" y="660"/>
          <a:ext cx="5586447" cy="108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Pre-configured template for EC2</a:t>
          </a:r>
          <a:endParaRPr lang="en-US" sz="2600" kern="1200"/>
        </a:p>
      </dsp:txBody>
      <dsp:txXfrm>
        <a:off x="0" y="660"/>
        <a:ext cx="5586447" cy="1081684"/>
      </dsp:txXfrm>
    </dsp:sp>
    <dsp:sp modelId="{CF7D7859-65ED-4D2E-8859-ED1BF5412C1F}">
      <dsp:nvSpPr>
        <dsp:cNvPr id="0" name=""/>
        <dsp:cNvSpPr/>
      </dsp:nvSpPr>
      <dsp:spPr>
        <a:xfrm>
          <a:off x="0" y="1082344"/>
          <a:ext cx="5586447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BB4E70-00CA-42C8-BDDA-365855EAF9DF}">
      <dsp:nvSpPr>
        <dsp:cNvPr id="0" name=""/>
        <dsp:cNvSpPr/>
      </dsp:nvSpPr>
      <dsp:spPr>
        <a:xfrm>
          <a:off x="0" y="1082344"/>
          <a:ext cx="5586447" cy="108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Includes: OS, application server, software</a:t>
          </a:r>
          <a:endParaRPr lang="en-US" sz="2600" kern="1200"/>
        </a:p>
      </dsp:txBody>
      <dsp:txXfrm>
        <a:off x="0" y="1082344"/>
        <a:ext cx="5586447" cy="1081684"/>
      </dsp:txXfrm>
    </dsp:sp>
    <dsp:sp modelId="{04FD254D-E485-4FE0-9715-6293F1D2D921}">
      <dsp:nvSpPr>
        <dsp:cNvPr id="0" name=""/>
        <dsp:cNvSpPr/>
      </dsp:nvSpPr>
      <dsp:spPr>
        <a:xfrm>
          <a:off x="0" y="2164029"/>
          <a:ext cx="5586447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3F39449-C66C-4F45-A4EB-0944B903BEB4}">
      <dsp:nvSpPr>
        <dsp:cNvPr id="0" name=""/>
        <dsp:cNvSpPr/>
      </dsp:nvSpPr>
      <dsp:spPr>
        <a:xfrm>
          <a:off x="0" y="2164029"/>
          <a:ext cx="5586447" cy="108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Types: AWS AMIs, Marketplace AMIs, Community AMIs, Custom AMIs</a:t>
          </a:r>
          <a:endParaRPr lang="en-US" sz="2600" kern="1200"/>
        </a:p>
      </dsp:txBody>
      <dsp:txXfrm>
        <a:off x="0" y="2164029"/>
        <a:ext cx="5586447" cy="1081684"/>
      </dsp:txXfrm>
    </dsp:sp>
    <dsp:sp modelId="{D6119F40-E324-45FD-90A8-C79EC587BA89}">
      <dsp:nvSpPr>
        <dsp:cNvPr id="0" name=""/>
        <dsp:cNvSpPr/>
      </dsp:nvSpPr>
      <dsp:spPr>
        <a:xfrm>
          <a:off x="0" y="3245713"/>
          <a:ext cx="5586447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D1BCC9A-12E9-48B2-AC3E-CCCFFA88654F}">
      <dsp:nvSpPr>
        <dsp:cNvPr id="0" name=""/>
        <dsp:cNvSpPr/>
      </dsp:nvSpPr>
      <dsp:spPr>
        <a:xfrm>
          <a:off x="0" y="3245713"/>
          <a:ext cx="5586447" cy="108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Region-specific</a:t>
          </a:r>
          <a:endParaRPr lang="en-US" sz="2600" kern="1200"/>
        </a:p>
      </dsp:txBody>
      <dsp:txXfrm>
        <a:off x="0" y="3245713"/>
        <a:ext cx="5586447" cy="1081684"/>
      </dsp:txXfrm>
    </dsp:sp>
    <dsp:sp modelId="{BE31FD3D-3DB7-4EEF-B4B4-B90AF27244B9}">
      <dsp:nvSpPr>
        <dsp:cNvPr id="0" name=""/>
        <dsp:cNvSpPr/>
      </dsp:nvSpPr>
      <dsp:spPr>
        <a:xfrm>
          <a:off x="0" y="4327398"/>
          <a:ext cx="5586447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103BD2-F7EE-41EB-ABEB-5B1128B4130B}">
      <dsp:nvSpPr>
        <dsp:cNvPr id="0" name=""/>
        <dsp:cNvSpPr/>
      </dsp:nvSpPr>
      <dsp:spPr>
        <a:xfrm>
          <a:off x="0" y="4327398"/>
          <a:ext cx="5586447" cy="108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Used to launch multiple identical instances</a:t>
          </a:r>
          <a:endParaRPr lang="en-US" sz="2600" kern="1200"/>
        </a:p>
      </dsp:txBody>
      <dsp:txXfrm>
        <a:off x="0" y="4327398"/>
        <a:ext cx="5586447" cy="10816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ACA84-7511-4765-B749-A7B0BBF1D7A3}">
      <dsp:nvSpPr>
        <dsp:cNvPr id="0" name=""/>
        <dsp:cNvSpPr/>
      </dsp:nvSpPr>
      <dsp:spPr>
        <a:xfrm>
          <a:off x="0" y="1806"/>
          <a:ext cx="10515600" cy="9155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72D11-863B-45BF-9CB8-58573E2CE8A6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E6415-AA89-4CB6-8990-71AF3FBF1B3F}">
      <dsp:nvSpPr>
        <dsp:cNvPr id="0" name=""/>
        <dsp:cNvSpPr/>
      </dsp:nvSpPr>
      <dsp:spPr>
        <a:xfrm>
          <a:off x="1057476" y="1806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An EC2 instance type defines the </a:t>
          </a:r>
          <a:r>
            <a:rPr lang="en-US" sz="2200" b="1" i="0" kern="1200" baseline="0" dirty="0"/>
            <a:t>hardware configuration</a:t>
          </a:r>
          <a:r>
            <a:rPr lang="en-US" sz="2200" b="0" i="0" kern="1200" baseline="0" dirty="0"/>
            <a:t> for your virtual server.</a:t>
          </a:r>
          <a:endParaRPr lang="en-US" sz="2200" kern="1200" dirty="0"/>
        </a:p>
      </dsp:txBody>
      <dsp:txXfrm>
        <a:off x="1057476" y="1806"/>
        <a:ext cx="9458123" cy="915564"/>
      </dsp:txXfrm>
    </dsp:sp>
    <dsp:sp modelId="{EA208EC7-E95A-4BB4-A02D-B0356BDC6EE8}">
      <dsp:nvSpPr>
        <dsp:cNvPr id="0" name=""/>
        <dsp:cNvSpPr/>
      </dsp:nvSpPr>
      <dsp:spPr>
        <a:xfrm>
          <a:off x="0" y="1146262"/>
          <a:ext cx="10515600" cy="91556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0469E2-C300-4F57-8D67-8336328CA7B5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133CD-0C5F-4D1E-B5A9-1D68A256CC96}">
      <dsp:nvSpPr>
        <dsp:cNvPr id="0" name=""/>
        <dsp:cNvSpPr/>
      </dsp:nvSpPr>
      <dsp:spPr>
        <a:xfrm>
          <a:off x="1057476" y="1146262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It includes </a:t>
          </a:r>
          <a:r>
            <a:rPr lang="en-US" sz="2200" b="1" i="0" kern="1200" baseline="0"/>
            <a:t>vCPUs, RAM, storage options, and network bandwidth</a:t>
          </a:r>
          <a:r>
            <a:rPr lang="en-US" sz="2200" b="0" i="0" kern="1200" baseline="0"/>
            <a:t>.</a:t>
          </a:r>
          <a:endParaRPr lang="en-US" sz="2200" kern="1200"/>
        </a:p>
      </dsp:txBody>
      <dsp:txXfrm>
        <a:off x="1057476" y="1146262"/>
        <a:ext cx="9458123" cy="915564"/>
      </dsp:txXfrm>
    </dsp:sp>
    <dsp:sp modelId="{E682AA6C-A5D1-495B-A1E1-CB56F58CE1DA}">
      <dsp:nvSpPr>
        <dsp:cNvPr id="0" name=""/>
        <dsp:cNvSpPr/>
      </dsp:nvSpPr>
      <dsp:spPr>
        <a:xfrm>
          <a:off x="0" y="2290717"/>
          <a:ext cx="10515600" cy="91556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89F88-7065-4A26-90F6-673D30641119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ACCE8-5BA9-46A9-A0E6-2DC45E03893C}">
      <dsp:nvSpPr>
        <dsp:cNvPr id="0" name=""/>
        <dsp:cNvSpPr/>
      </dsp:nvSpPr>
      <dsp:spPr>
        <a:xfrm>
          <a:off x="1057476" y="2290717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Choosing the right instance type ensures your workload runs </a:t>
          </a:r>
          <a:r>
            <a:rPr lang="en-US" sz="2200" b="1" i="0" kern="1200" baseline="0" dirty="0"/>
            <a:t>efficiently and cost-effectively</a:t>
          </a:r>
          <a:r>
            <a:rPr lang="en-US" sz="2200" b="0" i="0" kern="1200" baseline="0" dirty="0"/>
            <a:t>.</a:t>
          </a:r>
          <a:endParaRPr lang="en-US" sz="2200" kern="1200" dirty="0"/>
        </a:p>
      </dsp:txBody>
      <dsp:txXfrm>
        <a:off x="1057476" y="2290717"/>
        <a:ext cx="9458123" cy="915564"/>
      </dsp:txXfrm>
    </dsp:sp>
    <dsp:sp modelId="{7BF71892-E3B4-48E9-8C58-E1BF54A6D2E1}">
      <dsp:nvSpPr>
        <dsp:cNvPr id="0" name=""/>
        <dsp:cNvSpPr/>
      </dsp:nvSpPr>
      <dsp:spPr>
        <a:xfrm>
          <a:off x="0" y="3435173"/>
          <a:ext cx="10515600" cy="91556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9168A-51EA-4849-B3B5-80E43F6313C3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65FA6-58F1-49AD-8CF6-9C7B6926C620}">
      <dsp:nvSpPr>
        <dsp:cNvPr id="0" name=""/>
        <dsp:cNvSpPr/>
      </dsp:nvSpPr>
      <dsp:spPr>
        <a:xfrm>
          <a:off x="1057476" y="3435173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Wrong selection cost more money.</a:t>
          </a:r>
          <a:endParaRPr lang="en-US" sz="2200" kern="1200"/>
        </a:p>
      </dsp:txBody>
      <dsp:txXfrm>
        <a:off x="1057476" y="3435173"/>
        <a:ext cx="9458123" cy="9155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8A606-E38C-4011-9197-09B2A0349CB5}">
      <dsp:nvSpPr>
        <dsp:cNvPr id="0" name=""/>
        <dsp:cNvSpPr/>
      </dsp:nvSpPr>
      <dsp:spPr>
        <a:xfrm rot="5400000">
          <a:off x="6816183" y="-2945049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Balanced compute, memory, network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Example: t2.micro (Free Tier), m5.large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Good for web servers, dev/test, small apps</a:t>
          </a:r>
          <a:endParaRPr lang="en-US" sz="1500" kern="1200" dirty="0"/>
        </a:p>
      </dsp:txBody>
      <dsp:txXfrm rot="-5400000">
        <a:off x="3785615" y="118169"/>
        <a:ext cx="6697334" cy="603548"/>
      </dsp:txXfrm>
    </dsp:sp>
    <dsp:sp modelId="{37DB5321-0A19-459B-B7E8-24E89702E1F8}">
      <dsp:nvSpPr>
        <dsp:cNvPr id="0" name=""/>
        <dsp:cNvSpPr/>
      </dsp:nvSpPr>
      <dsp:spPr>
        <a:xfrm>
          <a:off x="0" y="1912"/>
          <a:ext cx="3785616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General Purpose (e.g., T, M family)</a:t>
          </a:r>
          <a:endParaRPr lang="en-US" sz="2300" kern="1200" dirty="0"/>
        </a:p>
      </dsp:txBody>
      <dsp:txXfrm>
        <a:off x="40813" y="42725"/>
        <a:ext cx="3703990" cy="754434"/>
      </dsp:txXfrm>
    </dsp:sp>
    <dsp:sp modelId="{A85258DC-872B-4120-86A7-60ABD465EB4F}">
      <dsp:nvSpPr>
        <dsp:cNvPr id="0" name=""/>
        <dsp:cNvSpPr/>
      </dsp:nvSpPr>
      <dsp:spPr>
        <a:xfrm rot="5400000">
          <a:off x="6816183" y="-2067186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High-performance CPUs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Example: c5.xlarge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Good for batch processing, scientific models, game servers</a:t>
          </a:r>
          <a:endParaRPr lang="en-US" sz="1500" kern="1200" dirty="0"/>
        </a:p>
      </dsp:txBody>
      <dsp:txXfrm rot="-5400000">
        <a:off x="3785615" y="996032"/>
        <a:ext cx="6697334" cy="603548"/>
      </dsp:txXfrm>
    </dsp:sp>
    <dsp:sp modelId="{098165F9-CA7E-4AFA-BA5F-C844AC0AD609}">
      <dsp:nvSpPr>
        <dsp:cNvPr id="0" name=""/>
        <dsp:cNvSpPr/>
      </dsp:nvSpPr>
      <dsp:spPr>
        <a:xfrm>
          <a:off x="0" y="879775"/>
          <a:ext cx="3785616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Compute Optimized (C family)</a:t>
          </a:r>
          <a:endParaRPr lang="en-US" sz="2300" kern="1200"/>
        </a:p>
      </dsp:txBody>
      <dsp:txXfrm>
        <a:off x="40813" y="920588"/>
        <a:ext cx="3703990" cy="754434"/>
      </dsp:txXfrm>
    </dsp:sp>
    <dsp:sp modelId="{321820B2-6D1C-47B5-803D-B3512BA12D6D}">
      <dsp:nvSpPr>
        <dsp:cNvPr id="0" name=""/>
        <dsp:cNvSpPr/>
      </dsp:nvSpPr>
      <dsp:spPr>
        <a:xfrm rot="5400000">
          <a:off x="6816183" y="-1189323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Large RAM for big datasets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Example: r5.2xlarge, x1e.8xlarge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Good for databases, in-memory caching, analytics</a:t>
          </a:r>
          <a:endParaRPr lang="en-US" sz="1500" kern="1200" dirty="0"/>
        </a:p>
      </dsp:txBody>
      <dsp:txXfrm rot="-5400000">
        <a:off x="3785615" y="1873895"/>
        <a:ext cx="6697334" cy="603548"/>
      </dsp:txXfrm>
    </dsp:sp>
    <dsp:sp modelId="{2E96204E-DE63-4B2E-83E1-8FA9E826329C}">
      <dsp:nvSpPr>
        <dsp:cNvPr id="0" name=""/>
        <dsp:cNvSpPr/>
      </dsp:nvSpPr>
      <dsp:spPr>
        <a:xfrm>
          <a:off x="0" y="1757638"/>
          <a:ext cx="3785616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Memory Optimized (R, X family)</a:t>
          </a:r>
          <a:endParaRPr lang="en-US" sz="2300" kern="1200" dirty="0"/>
        </a:p>
      </dsp:txBody>
      <dsp:txXfrm>
        <a:off x="40813" y="1798451"/>
        <a:ext cx="3703990" cy="754434"/>
      </dsp:txXfrm>
    </dsp:sp>
    <dsp:sp modelId="{7AB47DAA-9C1C-4AF2-92AB-E615429E60E0}">
      <dsp:nvSpPr>
        <dsp:cNvPr id="0" name=""/>
        <dsp:cNvSpPr/>
      </dsp:nvSpPr>
      <dsp:spPr>
        <a:xfrm rot="5400000">
          <a:off x="6816183" y="-311459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High disk throughput/IOPS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Example: i3.large, d2.xlarge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Good for NoSQL, data warehousing, big storage apps</a:t>
          </a:r>
          <a:endParaRPr lang="en-US" sz="1500" kern="1200" dirty="0"/>
        </a:p>
      </dsp:txBody>
      <dsp:txXfrm rot="-5400000">
        <a:off x="3785615" y="2751759"/>
        <a:ext cx="6697334" cy="603548"/>
      </dsp:txXfrm>
    </dsp:sp>
    <dsp:sp modelId="{98D1F008-5E08-401C-B861-EF1C12ED879C}">
      <dsp:nvSpPr>
        <dsp:cNvPr id="0" name=""/>
        <dsp:cNvSpPr/>
      </dsp:nvSpPr>
      <dsp:spPr>
        <a:xfrm>
          <a:off x="0" y="2635502"/>
          <a:ext cx="3785616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Storage Optimized (I, D, H family)</a:t>
          </a:r>
          <a:endParaRPr lang="en-US" sz="2300" kern="1200"/>
        </a:p>
      </dsp:txBody>
      <dsp:txXfrm>
        <a:off x="40813" y="2676315"/>
        <a:ext cx="3703990" cy="754434"/>
      </dsp:txXfrm>
    </dsp:sp>
    <dsp:sp modelId="{2CF36629-AA0F-4696-B8AA-00D095198FA9}">
      <dsp:nvSpPr>
        <dsp:cNvPr id="0" name=""/>
        <dsp:cNvSpPr/>
      </dsp:nvSpPr>
      <dsp:spPr>
        <a:xfrm rot="5400000">
          <a:off x="6816183" y="566403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GPUs and specialized hardware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Example: p3.8xlarge (ML/AI), g4dn.xlarge (graphics)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Good for AI/ML, deep learning, video rendering</a:t>
          </a:r>
          <a:endParaRPr lang="en-US" sz="1500" kern="1200" dirty="0"/>
        </a:p>
      </dsp:txBody>
      <dsp:txXfrm rot="-5400000">
        <a:off x="3785615" y="3629621"/>
        <a:ext cx="6697334" cy="603548"/>
      </dsp:txXfrm>
    </dsp:sp>
    <dsp:sp modelId="{C00416BB-D8AD-48C9-8999-9BE96D54A639}">
      <dsp:nvSpPr>
        <dsp:cNvPr id="0" name=""/>
        <dsp:cNvSpPr/>
      </dsp:nvSpPr>
      <dsp:spPr>
        <a:xfrm>
          <a:off x="0" y="3513365"/>
          <a:ext cx="3785616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Accelerated Computing (P, G, Inf family)</a:t>
          </a:r>
          <a:endParaRPr lang="en-US" sz="2300" kern="1200"/>
        </a:p>
      </dsp:txBody>
      <dsp:txXfrm>
        <a:off x="40813" y="3554178"/>
        <a:ext cx="3703990" cy="7544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3932A8-768C-4BEC-9EF1-C2B83FF42D70}">
      <dsp:nvSpPr>
        <dsp:cNvPr id="0" name=""/>
        <dsp:cNvSpPr/>
      </dsp:nvSpPr>
      <dsp:spPr>
        <a:xfrm>
          <a:off x="0" y="383"/>
          <a:ext cx="112109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1B36E-D481-4FC9-87C8-DFA206D70445}">
      <dsp:nvSpPr>
        <dsp:cNvPr id="0" name=""/>
        <dsp:cNvSpPr/>
      </dsp:nvSpPr>
      <dsp:spPr>
        <a:xfrm>
          <a:off x="0" y="383"/>
          <a:ext cx="11210925" cy="627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Combination of Public Key &amp; Private Key</a:t>
          </a:r>
        </a:p>
      </dsp:txBody>
      <dsp:txXfrm>
        <a:off x="0" y="383"/>
        <a:ext cx="11210925" cy="627710"/>
      </dsp:txXfrm>
    </dsp:sp>
    <dsp:sp modelId="{5F7B2271-5920-4B48-B73B-4E5AFDDB421C}">
      <dsp:nvSpPr>
        <dsp:cNvPr id="0" name=""/>
        <dsp:cNvSpPr/>
      </dsp:nvSpPr>
      <dsp:spPr>
        <a:xfrm>
          <a:off x="0" y="628094"/>
          <a:ext cx="112109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DE2DB-68E8-480C-B4B3-1F8EBD1A9370}">
      <dsp:nvSpPr>
        <dsp:cNvPr id="0" name=""/>
        <dsp:cNvSpPr/>
      </dsp:nvSpPr>
      <dsp:spPr>
        <a:xfrm>
          <a:off x="0" y="628094"/>
          <a:ext cx="11210925" cy="627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Used for secure login (SSH for Linux, RDP for Windows)</a:t>
          </a:r>
        </a:p>
      </dsp:txBody>
      <dsp:txXfrm>
        <a:off x="0" y="628094"/>
        <a:ext cx="11210925" cy="627710"/>
      </dsp:txXfrm>
    </dsp:sp>
    <dsp:sp modelId="{321AC60F-925B-46B5-BFA6-0D1A77EEB4BC}">
      <dsp:nvSpPr>
        <dsp:cNvPr id="0" name=""/>
        <dsp:cNvSpPr/>
      </dsp:nvSpPr>
      <dsp:spPr>
        <a:xfrm>
          <a:off x="0" y="1255805"/>
          <a:ext cx="112109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B43395-A5D8-455C-8369-C0D78B3319CD}">
      <dsp:nvSpPr>
        <dsp:cNvPr id="0" name=""/>
        <dsp:cNvSpPr/>
      </dsp:nvSpPr>
      <dsp:spPr>
        <a:xfrm>
          <a:off x="0" y="1255805"/>
          <a:ext cx="11210925" cy="627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Private Key (.pem / .ppk) stays with you</a:t>
          </a:r>
        </a:p>
      </dsp:txBody>
      <dsp:txXfrm>
        <a:off x="0" y="1255805"/>
        <a:ext cx="11210925" cy="627710"/>
      </dsp:txXfrm>
    </dsp:sp>
    <dsp:sp modelId="{055DBB61-E11B-4E4F-8ECD-AF4E37AB2FD8}">
      <dsp:nvSpPr>
        <dsp:cNvPr id="0" name=""/>
        <dsp:cNvSpPr/>
      </dsp:nvSpPr>
      <dsp:spPr>
        <a:xfrm>
          <a:off x="0" y="1883515"/>
          <a:ext cx="112109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1AD7CF-98FD-409A-B5EB-57AB6AEB504B}">
      <dsp:nvSpPr>
        <dsp:cNvPr id="0" name=""/>
        <dsp:cNvSpPr/>
      </dsp:nvSpPr>
      <dsp:spPr>
        <a:xfrm>
          <a:off x="0" y="1883515"/>
          <a:ext cx="11210925" cy="627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Public Key stored in AWS</a:t>
          </a:r>
        </a:p>
      </dsp:txBody>
      <dsp:txXfrm>
        <a:off x="0" y="1883515"/>
        <a:ext cx="11210925" cy="627710"/>
      </dsp:txXfrm>
    </dsp:sp>
    <dsp:sp modelId="{6FF33A5C-D417-4B41-BA3E-0B6B98AC0626}">
      <dsp:nvSpPr>
        <dsp:cNvPr id="0" name=""/>
        <dsp:cNvSpPr/>
      </dsp:nvSpPr>
      <dsp:spPr>
        <a:xfrm>
          <a:off x="0" y="2511226"/>
          <a:ext cx="112109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C43C1C-77FE-4774-86F6-1AEED720C640}">
      <dsp:nvSpPr>
        <dsp:cNvPr id="0" name=""/>
        <dsp:cNvSpPr/>
      </dsp:nvSpPr>
      <dsp:spPr>
        <a:xfrm>
          <a:off x="0" y="2511226"/>
          <a:ext cx="11210925" cy="627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Can reuse across multiple instances</a:t>
          </a:r>
        </a:p>
      </dsp:txBody>
      <dsp:txXfrm>
        <a:off x="0" y="2511226"/>
        <a:ext cx="11210925" cy="6277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5B605-A393-4559-B54F-61ACBFF100B4}">
      <dsp:nvSpPr>
        <dsp:cNvPr id="0" name=""/>
        <dsp:cNvSpPr/>
      </dsp:nvSpPr>
      <dsp:spPr>
        <a:xfrm>
          <a:off x="0" y="2263"/>
          <a:ext cx="6666833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487DBF-483A-43F3-BB40-1929606E4E2F}">
      <dsp:nvSpPr>
        <dsp:cNvPr id="0" name=""/>
        <dsp:cNvSpPr/>
      </dsp:nvSpPr>
      <dsp:spPr>
        <a:xfrm>
          <a:off x="347040" y="260392"/>
          <a:ext cx="630982" cy="6309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553BFE-C99D-4DDC-BB53-5C402A2A8FDC}">
      <dsp:nvSpPr>
        <dsp:cNvPr id="0" name=""/>
        <dsp:cNvSpPr/>
      </dsp:nvSpPr>
      <dsp:spPr>
        <a:xfrm>
          <a:off x="1325062" y="2263"/>
          <a:ext cx="5341770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Choose </a:t>
          </a:r>
          <a:r>
            <a:rPr lang="en-US" sz="2200" b="1" i="0" kern="1200" baseline="0"/>
            <a:t>VPC</a:t>
          </a:r>
          <a:r>
            <a:rPr lang="en-US" sz="2200" b="0" i="0" kern="1200" baseline="0"/>
            <a:t> (default or custom)</a:t>
          </a:r>
          <a:endParaRPr lang="en-US" sz="2200" kern="1200"/>
        </a:p>
      </dsp:txBody>
      <dsp:txXfrm>
        <a:off x="1325062" y="2263"/>
        <a:ext cx="5341770" cy="1147240"/>
      </dsp:txXfrm>
    </dsp:sp>
    <dsp:sp modelId="{70785479-2F3C-4E42-B41D-061A6575CDE3}">
      <dsp:nvSpPr>
        <dsp:cNvPr id="0" name=""/>
        <dsp:cNvSpPr/>
      </dsp:nvSpPr>
      <dsp:spPr>
        <a:xfrm>
          <a:off x="0" y="1436314"/>
          <a:ext cx="6666833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186C6A8-9380-4B03-B38D-CA49CEE2C65F}">
      <dsp:nvSpPr>
        <dsp:cNvPr id="0" name=""/>
        <dsp:cNvSpPr/>
      </dsp:nvSpPr>
      <dsp:spPr>
        <a:xfrm>
          <a:off x="347040" y="1694443"/>
          <a:ext cx="630982" cy="6309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D88BA7-DA85-4744-A66B-353C4EF3B699}">
      <dsp:nvSpPr>
        <dsp:cNvPr id="0" name=""/>
        <dsp:cNvSpPr/>
      </dsp:nvSpPr>
      <dsp:spPr>
        <a:xfrm>
          <a:off x="1325062" y="1436314"/>
          <a:ext cx="5341770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Select </a:t>
          </a:r>
          <a:r>
            <a:rPr lang="en-US" sz="2200" b="1" i="0" kern="1200" baseline="0"/>
            <a:t>Subnet</a:t>
          </a:r>
          <a:r>
            <a:rPr lang="en-US" sz="2200" b="0" i="0" kern="1200" baseline="0"/>
            <a:t> (Availability Zone )</a:t>
          </a:r>
          <a:endParaRPr lang="en-US" sz="2200" kern="1200"/>
        </a:p>
      </dsp:txBody>
      <dsp:txXfrm>
        <a:off x="1325062" y="1436314"/>
        <a:ext cx="5341770" cy="1147240"/>
      </dsp:txXfrm>
    </dsp:sp>
    <dsp:sp modelId="{CF674CE5-6792-466E-930E-358BAFE8A8AF}">
      <dsp:nvSpPr>
        <dsp:cNvPr id="0" name=""/>
        <dsp:cNvSpPr/>
      </dsp:nvSpPr>
      <dsp:spPr>
        <a:xfrm>
          <a:off x="0" y="2870365"/>
          <a:ext cx="6666833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B994306-9EBC-4738-A18B-2B7ACD359984}">
      <dsp:nvSpPr>
        <dsp:cNvPr id="0" name=""/>
        <dsp:cNvSpPr/>
      </dsp:nvSpPr>
      <dsp:spPr>
        <a:xfrm>
          <a:off x="347040" y="3128494"/>
          <a:ext cx="630982" cy="6309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8E99305-88F0-437D-9136-1F8854BEACB3}">
      <dsp:nvSpPr>
        <dsp:cNvPr id="0" name=""/>
        <dsp:cNvSpPr/>
      </dsp:nvSpPr>
      <dsp:spPr>
        <a:xfrm>
          <a:off x="1325062" y="2870365"/>
          <a:ext cx="5341770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Auto-assign </a:t>
          </a:r>
          <a:r>
            <a:rPr lang="en-US" sz="2200" b="1" i="0" kern="1200" baseline="0"/>
            <a:t>Public IP</a:t>
          </a:r>
          <a:r>
            <a:rPr lang="en-US" sz="2200" b="0" i="0" kern="1200" baseline="0"/>
            <a:t> (Enable/Disable)</a:t>
          </a:r>
          <a:endParaRPr lang="en-US" sz="2200" kern="1200"/>
        </a:p>
      </dsp:txBody>
      <dsp:txXfrm>
        <a:off x="1325062" y="2870365"/>
        <a:ext cx="5341770" cy="1147240"/>
      </dsp:txXfrm>
    </dsp:sp>
    <dsp:sp modelId="{E4508D0E-FC3F-4A6C-9C69-F324F9ABC0C2}">
      <dsp:nvSpPr>
        <dsp:cNvPr id="0" name=""/>
        <dsp:cNvSpPr/>
      </dsp:nvSpPr>
      <dsp:spPr>
        <a:xfrm>
          <a:off x="0" y="4304415"/>
          <a:ext cx="6666833" cy="114724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33A09C0-38FC-4BB3-9FDB-33E0B5D1F885}">
      <dsp:nvSpPr>
        <dsp:cNvPr id="0" name=""/>
        <dsp:cNvSpPr/>
      </dsp:nvSpPr>
      <dsp:spPr>
        <a:xfrm>
          <a:off x="347040" y="4562544"/>
          <a:ext cx="630982" cy="6309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AAAD50-2909-4370-95D6-41443D7C8AD9}">
      <dsp:nvSpPr>
        <dsp:cNvPr id="0" name=""/>
        <dsp:cNvSpPr/>
      </dsp:nvSpPr>
      <dsp:spPr>
        <a:xfrm>
          <a:off x="1325062" y="4304415"/>
          <a:ext cx="5341770" cy="1147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16" tIns="121416" rIns="121416" bIns="12141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Attach </a:t>
          </a:r>
          <a:r>
            <a:rPr lang="en-US" sz="2200" b="1" i="0" kern="1200" baseline="0"/>
            <a:t>Security Group</a:t>
          </a:r>
          <a:r>
            <a:rPr lang="en-US" sz="2200" b="0" i="0" kern="1200" baseline="0"/>
            <a:t> (firewall rules)</a:t>
          </a:r>
          <a:endParaRPr lang="en-US" sz="2200" kern="1200"/>
        </a:p>
      </dsp:txBody>
      <dsp:txXfrm>
        <a:off x="1325062" y="4304415"/>
        <a:ext cx="5341770" cy="11472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04719-A204-4BB5-8694-92C3BF82833A}">
      <dsp:nvSpPr>
        <dsp:cNvPr id="0" name=""/>
        <dsp:cNvSpPr/>
      </dsp:nvSpPr>
      <dsp:spPr>
        <a:xfrm rot="5400000">
          <a:off x="-222780" y="223843"/>
          <a:ext cx="1485200" cy="103964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Launch</a:t>
          </a:r>
        </a:p>
      </dsp:txBody>
      <dsp:txXfrm rot="-5400000">
        <a:off x="0" y="520883"/>
        <a:ext cx="1039640" cy="445560"/>
      </dsp:txXfrm>
    </dsp:sp>
    <dsp:sp modelId="{017D50BF-8B02-44EC-A498-A2051DCFE35D}">
      <dsp:nvSpPr>
        <dsp:cNvPr id="0" name=""/>
        <dsp:cNvSpPr/>
      </dsp:nvSpPr>
      <dsp:spPr>
        <a:xfrm rot="5400000">
          <a:off x="5204805" y="-4164101"/>
          <a:ext cx="965380" cy="92957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Launch Your EC2 Instance</a:t>
          </a:r>
          <a:br>
            <a:rPr lang="en-US" sz="2900" kern="1200" dirty="0"/>
          </a:br>
          <a:endParaRPr lang="en-US" sz="2900" kern="1200" dirty="0"/>
        </a:p>
      </dsp:txBody>
      <dsp:txXfrm rot="-5400000">
        <a:off x="1039641" y="48189"/>
        <a:ext cx="9248583" cy="871128"/>
      </dsp:txXfrm>
    </dsp:sp>
    <dsp:sp modelId="{955D89F0-FD44-401A-9E48-0E6EAA5FEB4B}">
      <dsp:nvSpPr>
        <dsp:cNvPr id="0" name=""/>
        <dsp:cNvSpPr/>
      </dsp:nvSpPr>
      <dsp:spPr>
        <a:xfrm rot="5400000">
          <a:off x="-222780" y="1513395"/>
          <a:ext cx="1485200" cy="103964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Connect</a:t>
          </a:r>
        </a:p>
      </dsp:txBody>
      <dsp:txXfrm rot="-5400000">
        <a:off x="0" y="1810435"/>
        <a:ext cx="1039640" cy="445560"/>
      </dsp:txXfrm>
    </dsp:sp>
    <dsp:sp modelId="{45846A73-9654-489D-BDC7-E4F672DFBDCC}">
      <dsp:nvSpPr>
        <dsp:cNvPr id="0" name=""/>
        <dsp:cNvSpPr/>
      </dsp:nvSpPr>
      <dsp:spPr>
        <a:xfrm rot="5400000">
          <a:off x="5204805" y="-2874549"/>
          <a:ext cx="965380" cy="92957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Connect to Your Instance</a:t>
          </a:r>
        </a:p>
      </dsp:txBody>
      <dsp:txXfrm rot="-5400000">
        <a:off x="1039641" y="1337741"/>
        <a:ext cx="9248583" cy="871128"/>
      </dsp:txXfrm>
    </dsp:sp>
    <dsp:sp modelId="{00B7A2E4-1294-4628-A1AC-A0B60D58DC0B}">
      <dsp:nvSpPr>
        <dsp:cNvPr id="0" name=""/>
        <dsp:cNvSpPr/>
      </dsp:nvSpPr>
      <dsp:spPr>
        <a:xfrm rot="5400000">
          <a:off x="-222780" y="2802947"/>
          <a:ext cx="1485200" cy="103964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Start</a:t>
          </a:r>
        </a:p>
      </dsp:txBody>
      <dsp:txXfrm rot="-5400000">
        <a:off x="0" y="3099987"/>
        <a:ext cx="1039640" cy="445560"/>
      </dsp:txXfrm>
    </dsp:sp>
    <dsp:sp modelId="{56187E19-8464-4BDB-B35B-014F2E5EC020}">
      <dsp:nvSpPr>
        <dsp:cNvPr id="0" name=""/>
        <dsp:cNvSpPr/>
      </dsp:nvSpPr>
      <dsp:spPr>
        <a:xfrm rot="5400000">
          <a:off x="5204805" y="-1584997"/>
          <a:ext cx="965380" cy="92957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Start Using Your Instance</a:t>
          </a:r>
          <a:br>
            <a:rPr lang="en-US" sz="2900" kern="1200"/>
          </a:br>
          <a:endParaRPr lang="en-US" sz="2900" kern="1200"/>
        </a:p>
      </dsp:txBody>
      <dsp:txXfrm rot="-5400000">
        <a:off x="1039641" y="2627293"/>
        <a:ext cx="9248583" cy="8711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972B9-108A-4093-9CBE-6C9EC2B69AFE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2C2D-CB71-4CAE-84B3-469BDBD1FD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03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this session on Amazon EC2, one of the most important services in AWS.”</a:t>
            </a:r>
          </a:p>
          <a:p>
            <a:r>
              <a:rPr lang="en-US" dirty="0"/>
              <a:t>“EC2 stands for </a:t>
            </a:r>
            <a:r>
              <a:rPr lang="en-US" i="1" dirty="0"/>
              <a:t>Elastic Compute Cloud</a:t>
            </a:r>
            <a:r>
              <a:rPr lang="en-US" dirty="0"/>
              <a:t>, which allows us to launch and manage virtual servers in the cloud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774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“EC2 provides virtual machines, also known as </a:t>
            </a:r>
            <a:r>
              <a:rPr lang="en-US" i="1" dirty="0"/>
              <a:t>instances</a:t>
            </a:r>
            <a:r>
              <a:rPr lang="en-US" dirty="0"/>
              <a:t>, that we can use to run applications.”</a:t>
            </a:r>
          </a:p>
          <a:p>
            <a:r>
              <a:rPr lang="en-US" dirty="0"/>
              <a:t>“It’s elastic, which means we can increase or decrease compute capacity as per demand.”</a:t>
            </a:r>
          </a:p>
          <a:p>
            <a:r>
              <a:rPr lang="en-US" dirty="0"/>
              <a:t>“It follows a pay-as-you-go model, so you pay only for what you use.”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813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Elastic Compute</a:t>
            </a:r>
            <a:r>
              <a:rPr lang="en-US" dirty="0"/>
              <a:t> – EC2 provides on-demand compute power that can scale up or down within minutes. This elasticity makes it easy to handle traffic spikes or scale down during low usage.</a:t>
            </a:r>
          </a:p>
          <a:p>
            <a:r>
              <a:rPr lang="en-US" b="1" dirty="0"/>
              <a:t>Choice of Instances</a:t>
            </a:r>
            <a:r>
              <a:rPr lang="en-US" dirty="0"/>
              <a:t> – AWS offers a variety of instance families optimized for different workloads: compute-intensive, memory-intensive, storage-heavy, or GPU-based for ML and graphics.</a:t>
            </a:r>
          </a:p>
          <a:p>
            <a:r>
              <a:rPr lang="en-US" b="1" dirty="0"/>
              <a:t>Pay-as-you-go</a:t>
            </a:r>
            <a:r>
              <a:rPr lang="en-US" dirty="0"/>
              <a:t> – You don’t need to make upfront investments. You only pay for the compute capacity you actually use, making it cost-effective.</a:t>
            </a:r>
          </a:p>
          <a:p>
            <a:r>
              <a:rPr lang="en-US" b="1" dirty="0"/>
              <a:t>Secure</a:t>
            </a:r>
            <a:r>
              <a:rPr lang="en-US" dirty="0"/>
              <a:t> – EC2 integrates with IAM for access control, Security Groups for inbound/outbound rules, and runs within VPC for network isolation. This ensures high security for workloads.</a:t>
            </a:r>
          </a:p>
          <a:p>
            <a:r>
              <a:rPr lang="en-US" b="1" dirty="0"/>
              <a:t>Reliable</a:t>
            </a:r>
            <a:r>
              <a:rPr lang="en-US" dirty="0"/>
              <a:t> – EC2 instances run in multiple Availability Zones across regions. This setup allows building highly available and fault-tolerant applications.</a:t>
            </a:r>
          </a:p>
          <a:p>
            <a:r>
              <a:rPr lang="en-US" b="1" dirty="0"/>
              <a:t>Flexible Pricing</a:t>
            </a:r>
            <a:r>
              <a:rPr lang="en-US" dirty="0"/>
              <a:t> – You can choose pricing models that best suit your workloads: On-Demand for flexibility, Reserved for long-term savings, Spot for cost efficiency, and Savings Plans.</a:t>
            </a:r>
          </a:p>
          <a:p>
            <a:r>
              <a:rPr lang="en-US" b="1" dirty="0"/>
              <a:t>Customizable</a:t>
            </a:r>
            <a:r>
              <a:rPr lang="en-US" dirty="0"/>
              <a:t> – You get full control over the virtual server: choose your operating system, install required software, and configure it to match your business needs.</a:t>
            </a:r>
          </a:p>
          <a:p>
            <a:r>
              <a:rPr lang="en-US" b="1" dirty="0"/>
              <a:t>Integrated</a:t>
            </a:r>
            <a:r>
              <a:rPr lang="en-US" dirty="0"/>
              <a:t> – EC2 seamlessly works with other AWS services like S3 for storage, RDS for databases, Auto Scaling for elasticity, and Load Balancers for distributing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260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526F-1081-C530-1D5E-3730B874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67383-213A-83F2-B5DC-30732F6E5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826C5-3B4D-91A1-F03A-32024B923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Consider the following options:</a:t>
            </a: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Name and tags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– How should your instance be identified?</a:t>
            </a: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Application and operating system (OS) image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– What will you start running?</a:t>
            </a: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Instance type and size </a:t>
            </a:r>
            <a:r>
              <a:rPr lang="en-US" i="1" dirty="0">
                <a:solidFill>
                  <a:srgbClr val="000000"/>
                </a:solidFill>
                <a:latin typeface="Calibri" panose="020F0502020204030204" pitchFamily="34" charset="0"/>
              </a:rPr>
              <a:t>–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What technical requirements do you have?</a:t>
            </a: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Authentication and key pair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– How do you plan to connect to the instance?</a:t>
            </a: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Network settings and security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– What virtual private cloud (VPC), subnet, and security groups will you use?</a:t>
            </a: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Configure storage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– What type of block storage is best for your use case?</a:t>
            </a: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Scripts and metadata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– What can you do to automate your launch?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FCA59-D5A9-5A4C-247F-E24C80E2D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163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Easy Identification: - </a:t>
            </a:r>
            <a:r>
              <a:rPr lang="en-US" dirty="0"/>
              <a:t>Without tags, AWS resources are shown only by IDs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i-08ab12cd34ef567gh</a:t>
            </a:r>
            <a:r>
              <a:rPr lang="en-US" dirty="0"/>
              <a:t>). With tags, you can see friendly names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WebServer-Prod-01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Organize by Environment / Project / Team: - Helps to group resources logically across multiple environments.</a:t>
            </a:r>
          </a:p>
          <a:p>
            <a:endParaRPr lang="en-US" dirty="0"/>
          </a:p>
          <a:p>
            <a:r>
              <a:rPr lang="en-IN" dirty="0"/>
              <a:t>Cost Allocation &amp; Billing: - </a:t>
            </a:r>
            <a:r>
              <a:rPr lang="en-US" dirty="0"/>
              <a:t>Tags allow you to track </a:t>
            </a:r>
            <a:r>
              <a:rPr lang="en-US" b="1" dirty="0"/>
              <a:t>which team/project is spending how much</a:t>
            </a:r>
          </a:p>
          <a:p>
            <a:endParaRPr lang="en-IN" dirty="0"/>
          </a:p>
          <a:p>
            <a:r>
              <a:rPr lang="en-IN" dirty="0"/>
              <a:t>Enable Automation &amp; Monitoring : - </a:t>
            </a:r>
            <a:r>
              <a:rPr lang="en-US" dirty="0"/>
              <a:t>AWS Auto Scaling, CloudWatch, and Lambda can filter actions using tags.</a:t>
            </a:r>
          </a:p>
          <a:p>
            <a:r>
              <a:rPr lang="en-US" dirty="0"/>
              <a:t>Example: Auto Shutdown : -  all Dev instances at night (by filtering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Environment=Dev</a:t>
            </a:r>
            <a:r>
              <a:rPr lang="en-US" dirty="0"/>
              <a:t>)</a:t>
            </a:r>
          </a:p>
          <a:p>
            <a:endParaRPr lang="en-IN" dirty="0"/>
          </a:p>
          <a:p>
            <a:r>
              <a:rPr lang="en-IN" b="0" dirty="0"/>
              <a:t>Improve Security &amp; Compliance: - </a:t>
            </a:r>
            <a:r>
              <a:rPr lang="en-US" dirty="0"/>
              <a:t>IAM policies can use tags to </a:t>
            </a:r>
            <a:r>
              <a:rPr lang="en-US" b="1" dirty="0"/>
              <a:t>control access</a:t>
            </a:r>
            <a:r>
              <a:rPr lang="en-US" dirty="0"/>
              <a:t>.</a:t>
            </a:r>
            <a:endParaRPr lang="en-US" b="0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764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An AMI is a template that contains the information needed to launch an EC2 instance. Think of it like a golden image or a blueprint for your virtual machine.</a:t>
            </a:r>
          </a:p>
          <a:p>
            <a:r>
              <a:rPr lang="en-US" b="0" dirty="0"/>
              <a:t>What an AMI Includes </a:t>
            </a:r>
          </a:p>
          <a:p>
            <a:r>
              <a:rPr lang="en-US" b="0" dirty="0"/>
              <a:t>Operating System (Linux, Windows, Ubuntu, Red Hat, etc.)</a:t>
            </a:r>
          </a:p>
          <a:p>
            <a:r>
              <a:rPr lang="en-US" b="0" dirty="0"/>
              <a:t>Application Server (Apache, Nginx, Tomcat, etc. – if included)</a:t>
            </a:r>
          </a:p>
          <a:p>
            <a:r>
              <a:rPr lang="en-US" b="0" dirty="0"/>
              <a:t>Pre-installed Software (databases, dev tools, monitoring agents, etc.)</a:t>
            </a:r>
          </a:p>
          <a:p>
            <a:r>
              <a:rPr lang="en-US" b="0" dirty="0"/>
              <a:t>Configuration Settings</a:t>
            </a:r>
          </a:p>
          <a:p>
            <a:endParaRPr lang="en-US" b="0" dirty="0"/>
          </a:p>
          <a:p>
            <a:r>
              <a:rPr lang="en-US" b="1" dirty="0"/>
              <a:t>AMI Types</a:t>
            </a:r>
          </a:p>
          <a:p>
            <a:r>
              <a:rPr lang="en-US" b="0" dirty="0"/>
              <a:t>AWS-provided AMIs – Basic OS images (Amazon Linux, Windows Server).</a:t>
            </a:r>
          </a:p>
          <a:p>
            <a:r>
              <a:rPr lang="en-US" b="0" dirty="0"/>
              <a:t>AWS Marketplace AMIs – Third-party solutions (e.g., WordPress, SAP, Security appliances).</a:t>
            </a:r>
          </a:p>
          <a:p>
            <a:r>
              <a:rPr lang="en-US" b="0" dirty="0"/>
              <a:t>Community AMIs – Shared by other AWS users, free but “use at your own risk”.</a:t>
            </a:r>
          </a:p>
          <a:p>
            <a:r>
              <a:rPr lang="en-US" b="0" dirty="0"/>
              <a:t>Custom AMIs – Created by you from an existing instance for reuse (very useful in enterprises).</a:t>
            </a:r>
          </a:p>
          <a:p>
            <a:endParaRPr lang="en-US" b="0" dirty="0"/>
          </a:p>
          <a:p>
            <a:r>
              <a:rPr lang="en-US" b="0" dirty="0"/>
              <a:t>Region Specificity</a:t>
            </a:r>
          </a:p>
          <a:p>
            <a:r>
              <a:rPr lang="en-US" b="0" dirty="0"/>
              <a:t>AMIs are region-specific. An AMI created in 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us-east-1</a:t>
            </a:r>
            <a:r>
              <a:rPr lang="en-US" b="0" dirty="0"/>
              <a:t> won’t directly appear in 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ap-south-1</a:t>
            </a:r>
            <a:r>
              <a:rPr lang="en-US" b="0" dirty="0"/>
              <a:t>. You can copy AMIs across regions if needed.</a:t>
            </a:r>
          </a:p>
          <a:p>
            <a:endParaRPr lang="en-US" b="0" dirty="0"/>
          </a:p>
          <a:p>
            <a:r>
              <a:rPr lang="en-US" b="1" dirty="0"/>
              <a:t>Use Cases / Benefits</a:t>
            </a:r>
          </a:p>
          <a:p>
            <a:r>
              <a:rPr lang="en-US" b="0" dirty="0"/>
              <a:t>Consistency – Launch multiple identical servers quickly.</a:t>
            </a:r>
          </a:p>
          <a:p>
            <a:r>
              <a:rPr lang="en-US" b="0" dirty="0"/>
              <a:t>Speed – Faster deployments with pre-installed apps.</a:t>
            </a:r>
          </a:p>
          <a:p>
            <a:r>
              <a:rPr lang="en-US" b="0" dirty="0"/>
              <a:t>Backup &amp; Recovery – Create custom AMI of a configured server as a snapshot.</a:t>
            </a:r>
          </a:p>
          <a:p>
            <a:r>
              <a:rPr lang="en-US" b="0" dirty="0"/>
              <a:t>Scalability – Auto Scaling Groups use AMIs to launch new instances on demand.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819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008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General Purpose (T, M families)</a:t>
            </a:r>
            <a:endParaRPr lang="en-US" dirty="0"/>
          </a:p>
          <a:p>
            <a:pPr lvl="1"/>
            <a:r>
              <a:rPr lang="en-US" dirty="0"/>
              <a:t>Balanced mix of compute, memory, and networking.</a:t>
            </a:r>
          </a:p>
          <a:p>
            <a:pPr lvl="1"/>
            <a:r>
              <a:rPr lang="en-US" dirty="0"/>
              <a:t>Best for everyday workloads where no single resource dominates.</a:t>
            </a:r>
          </a:p>
          <a:p>
            <a:pPr lvl="1"/>
            <a:r>
              <a:rPr lang="en-US" b="1" dirty="0"/>
              <a:t>Examples:</a:t>
            </a:r>
            <a:r>
              <a:rPr lang="en-US" dirty="0"/>
              <a:t> web servers, dev/test environments, small databases.</a:t>
            </a:r>
          </a:p>
          <a:p>
            <a:endParaRPr lang="en-US" dirty="0"/>
          </a:p>
          <a:p>
            <a:r>
              <a:rPr lang="en-US" b="1" dirty="0"/>
              <a:t>Compute Optimized (C family)</a:t>
            </a:r>
            <a:endParaRPr lang="en-US" dirty="0"/>
          </a:p>
          <a:p>
            <a:pPr lvl="1"/>
            <a:r>
              <a:rPr lang="en-US" dirty="0"/>
              <a:t>High-performance CPUs with better compute-to-memory ratio.</a:t>
            </a:r>
          </a:p>
          <a:p>
            <a:pPr lvl="1"/>
            <a:r>
              <a:rPr lang="en-US" dirty="0"/>
              <a:t>Ideal for applications requiring lots of processing power.</a:t>
            </a:r>
          </a:p>
          <a:p>
            <a:pPr lvl="1"/>
            <a:r>
              <a:rPr lang="en-US" b="1" dirty="0"/>
              <a:t>Examples:</a:t>
            </a:r>
            <a:r>
              <a:rPr lang="en-US" dirty="0"/>
              <a:t> batch processing, video encoding, game servers, scientific modeling.</a:t>
            </a:r>
          </a:p>
          <a:p>
            <a:endParaRPr lang="en-US" dirty="0"/>
          </a:p>
          <a:p>
            <a:r>
              <a:rPr lang="en-US" b="1" dirty="0"/>
              <a:t>Memory Optimized (R, X, z families)</a:t>
            </a:r>
            <a:endParaRPr lang="en-US" dirty="0"/>
          </a:p>
          <a:p>
            <a:pPr lvl="1"/>
            <a:r>
              <a:rPr lang="en-US" dirty="0"/>
              <a:t>Large memory footprint with high throughput.</a:t>
            </a:r>
          </a:p>
          <a:p>
            <a:pPr lvl="1"/>
            <a:r>
              <a:rPr lang="en-US" dirty="0"/>
              <a:t>Designed for processing large in-memory datasets quickly.</a:t>
            </a:r>
          </a:p>
          <a:p>
            <a:pPr lvl="1"/>
            <a:r>
              <a:rPr lang="en-US" b="1" dirty="0"/>
              <a:t>Examples:</a:t>
            </a:r>
            <a:r>
              <a:rPr lang="en-US" dirty="0"/>
              <a:t> databases (SQL/NoSQL), real-time analytics, big data caching.</a:t>
            </a:r>
          </a:p>
          <a:p>
            <a:endParaRPr lang="en-US" dirty="0"/>
          </a:p>
          <a:p>
            <a:r>
              <a:rPr lang="en-US" b="1" dirty="0"/>
              <a:t>Storage Optimized (I, D, H families)</a:t>
            </a:r>
            <a:endParaRPr lang="en-US" dirty="0"/>
          </a:p>
          <a:p>
            <a:pPr lvl="1"/>
            <a:r>
              <a:rPr lang="en-US" dirty="0"/>
              <a:t>Designed for workloads needing high storage I/O and throughput.</a:t>
            </a:r>
          </a:p>
          <a:p>
            <a:pPr lvl="1"/>
            <a:r>
              <a:rPr lang="en-US" dirty="0"/>
              <a:t>Local </a:t>
            </a:r>
            <a:r>
              <a:rPr lang="en-US" dirty="0" err="1"/>
              <a:t>NVMe</a:t>
            </a:r>
            <a:r>
              <a:rPr lang="en-US" dirty="0"/>
              <a:t> or HDD storage with high IOPS.</a:t>
            </a:r>
          </a:p>
          <a:p>
            <a:pPr lvl="1"/>
            <a:r>
              <a:rPr lang="en-US" b="1" dirty="0"/>
              <a:t>Examples:</a:t>
            </a:r>
            <a:r>
              <a:rPr lang="en-US" dirty="0"/>
              <a:t> NoSQL databases (Cassandra, MongoDB), data warehousing).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Accelerated Computing (P, G, Inf families)</a:t>
            </a:r>
            <a:endParaRPr lang="en-US" dirty="0"/>
          </a:p>
          <a:p>
            <a:pPr lvl="1"/>
            <a:r>
              <a:rPr lang="en-US" dirty="0"/>
              <a:t>Provide hardware accelerators like </a:t>
            </a:r>
            <a:r>
              <a:rPr lang="en-US" b="1" dirty="0"/>
              <a:t>GPUs, FPGAs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Ideal for highly specialized, compute-intensive workloads.</a:t>
            </a:r>
          </a:p>
          <a:p>
            <a:pPr lvl="1"/>
            <a:r>
              <a:rPr lang="en-US" b="1" dirty="0"/>
              <a:t>Examples:</a:t>
            </a:r>
            <a:r>
              <a:rPr lang="en-US" dirty="0"/>
              <a:t> AI/ML training, deep learning, 3D rendering, video transcoding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994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is a Key Pair?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Key Pair</a:t>
            </a:r>
            <a:r>
              <a:rPr lang="en-US" dirty="0"/>
              <a:t> in AWS is a set of security credentials consisting of a </a:t>
            </a:r>
            <a:r>
              <a:rPr lang="en-US" b="1" dirty="0"/>
              <a:t>public key</a:t>
            </a:r>
            <a:r>
              <a:rPr lang="en-US" dirty="0"/>
              <a:t> (kept by AWS) and a </a:t>
            </a:r>
            <a:r>
              <a:rPr lang="en-US" b="1" dirty="0"/>
              <a:t>private key</a:t>
            </a:r>
            <a:r>
              <a:rPr lang="en-US" dirty="0"/>
              <a:t> (downloaded by you).</a:t>
            </a:r>
          </a:p>
          <a:p>
            <a:r>
              <a:rPr lang="en-US" dirty="0"/>
              <a:t>It is used to establish a </a:t>
            </a:r>
            <a:r>
              <a:rPr lang="en-US" b="1" dirty="0"/>
              <a:t>secure connection</a:t>
            </a:r>
            <a:r>
              <a:rPr lang="en-US" dirty="0"/>
              <a:t> (like a lock &amp; key mechanism) between you and your EC2 instance.</a:t>
            </a:r>
          </a:p>
          <a:p>
            <a:endParaRPr lang="en-US" dirty="0"/>
          </a:p>
          <a:p>
            <a:r>
              <a:rPr lang="en-US" b="1" dirty="0"/>
              <a:t>How It Works</a:t>
            </a:r>
            <a:endParaRPr lang="en-US" dirty="0"/>
          </a:p>
          <a:p>
            <a:r>
              <a:rPr lang="en-US" dirty="0"/>
              <a:t>When you create an EC2 instance, you can associate it with a Key Pair.</a:t>
            </a:r>
          </a:p>
          <a:p>
            <a:r>
              <a:rPr lang="en-US" b="1" dirty="0"/>
              <a:t>AWS stores the public key</a:t>
            </a:r>
            <a:r>
              <a:rPr lang="en-US" dirty="0"/>
              <a:t> in the instance.</a:t>
            </a:r>
          </a:p>
          <a:p>
            <a:r>
              <a:rPr lang="en-US" dirty="0"/>
              <a:t>You use the </a:t>
            </a:r>
            <a:r>
              <a:rPr lang="en-US" b="1" dirty="0"/>
              <a:t>private key file (.</a:t>
            </a:r>
            <a:r>
              <a:rPr lang="en-US" b="1" dirty="0" err="1"/>
              <a:t>pem</a:t>
            </a:r>
            <a:r>
              <a:rPr lang="en-US" b="1" dirty="0"/>
              <a:t> for Linux, .</a:t>
            </a:r>
            <a:r>
              <a:rPr lang="en-US" b="1" dirty="0" err="1"/>
              <a:t>ppk</a:t>
            </a:r>
            <a:r>
              <a:rPr lang="en-US" b="1" dirty="0"/>
              <a:t> for Windows with PuTTY)</a:t>
            </a:r>
            <a:r>
              <a:rPr lang="en-US" dirty="0"/>
              <a:t> to log in.</a:t>
            </a:r>
          </a:p>
          <a:p>
            <a:r>
              <a:rPr lang="en-US" dirty="0"/>
              <a:t>The system checks if your private key matches the stored public key — if yes, access is granted.</a:t>
            </a:r>
          </a:p>
          <a:p>
            <a:endParaRPr lang="en-US" dirty="0"/>
          </a:p>
          <a:p>
            <a:r>
              <a:rPr lang="en-US" b="1" dirty="0"/>
              <a:t>Best Practices</a:t>
            </a:r>
            <a:endParaRPr lang="en-US" dirty="0"/>
          </a:p>
          <a:p>
            <a:r>
              <a:rPr lang="en-US" b="0" dirty="0"/>
              <a:t>Always download and securely store the .</a:t>
            </a:r>
            <a:r>
              <a:rPr lang="en-US" b="0" dirty="0" err="1"/>
              <a:t>pem</a:t>
            </a:r>
            <a:r>
              <a:rPr lang="en-US" b="0" dirty="0"/>
              <a:t> file when Key Pair is created (you cannot download it later).</a:t>
            </a:r>
          </a:p>
          <a:p>
            <a:r>
              <a:rPr lang="en-US" b="0" dirty="0"/>
              <a:t>Do not share your private key with others.</a:t>
            </a:r>
          </a:p>
          <a:p>
            <a:r>
              <a:rPr lang="en-US" b="0" dirty="0"/>
              <a:t>Use different key pairs for different environments (Dev, Prod).</a:t>
            </a:r>
          </a:p>
          <a:p>
            <a:r>
              <a:rPr lang="en-US" b="0" dirty="0"/>
              <a:t>Rotate and manage keys regularly for security.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053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134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399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Security Group</a:t>
            </a:r>
            <a:r>
              <a:rPr lang="en-US" dirty="0"/>
              <a:t> acts as a </a:t>
            </a:r>
            <a:r>
              <a:rPr lang="en-US" b="1" dirty="0"/>
              <a:t>virtual firewall</a:t>
            </a:r>
            <a:r>
              <a:rPr lang="en-US" dirty="0"/>
              <a:t> for your EC2 instances. It </a:t>
            </a:r>
            <a:r>
              <a:rPr lang="en-US" b="1" dirty="0"/>
              <a:t>controls inbound and outbound traffic</a:t>
            </a:r>
            <a:r>
              <a:rPr lang="en-US" dirty="0"/>
              <a:t> at the instance level.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868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73E2A-C458-8B4A-9199-C10B9155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A54B1A-5FCF-5318-DD7E-3D07970A3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14DB-B079-C97E-CEEF-B47236E41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Launch Your EC2 Instance</a:t>
            </a:r>
            <a:br>
              <a:rPr lang="en-US" sz="1200" dirty="0"/>
            </a:br>
            <a:r>
              <a:rPr lang="en-US" sz="1200" dirty="0"/>
              <a:t>Set up and configure your virtual server with the desired settings.</a:t>
            </a:r>
          </a:p>
          <a:p>
            <a:endParaRPr lang="en-US" sz="1200" dirty="0"/>
          </a:p>
          <a:p>
            <a:r>
              <a:rPr lang="en-US" sz="1200" dirty="0"/>
              <a:t>Connect to Your Instance</a:t>
            </a:r>
            <a:br>
              <a:rPr lang="en-US" sz="1200" dirty="0"/>
            </a:br>
            <a:r>
              <a:rPr lang="en-US" sz="1200" dirty="0"/>
              <a:t>Securely access your instance via SSH or a remote desktop connection.</a:t>
            </a:r>
          </a:p>
          <a:p>
            <a:endParaRPr lang="en-US" sz="1200" dirty="0"/>
          </a:p>
          <a:p>
            <a:r>
              <a:rPr lang="en-US" sz="1200" dirty="0"/>
              <a:t>Start Using Your Instance</a:t>
            </a:r>
            <a:br>
              <a:rPr lang="en-US" sz="1200" dirty="0"/>
            </a:br>
            <a:r>
              <a:rPr lang="en-US" sz="1200" dirty="0"/>
              <a:t>Deploy applications, run commands, or host your services as needed.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0B18C-E91B-BE14-C837-93EDA5B85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999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724B2-4C06-EA88-7D46-8DF814849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51BF1-6AF1-6E34-547C-60F6D6319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FFC41-F6EE-4246-8265-03F5CC7EE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D20C9-7482-6B2D-07A1-D98CACD50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6EC82-1B91-B963-B570-30A8AE1A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37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9ACEB-205C-955A-16CC-CABE81BD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96DBF-E1BC-2EA4-3735-FF6425CFB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1D422-3079-4480-5E3A-7DDB1695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E05F3-924F-33ED-FB79-76F0F5E7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73DBD-8077-B14A-ABC0-BC45355DA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302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1B76-645C-902F-5D84-7CFD10CEF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CCB43-2764-B62F-3F2B-50AF7803F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98061-6EB1-FF20-A718-0D261F38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EDFCB-EDA1-CA9D-7DE8-3479A38E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ADF4F-5577-5623-6455-3FF281EE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3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681F5-DE93-2203-8EEE-EE4DCC18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F9748-5B28-986B-9DDF-C5385B928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E05EB-47E3-C4D2-6CF3-F4E56D13E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83D46-36BF-3DEA-9171-4EA49296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3767A-C031-2A69-B856-A93CCCB63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BDD5F-B6FD-0D79-AC6A-9CDE40C5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320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CEC02-3CA7-2417-4756-C71CA62E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D8235-8DDA-2CA1-5931-0777B2AE5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35641-5EB4-1D3E-5393-EB1B984BF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D493E9-71EC-12F5-3A0C-E6DC24D2D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456D65-6819-791B-2AD7-D7BC10CB0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E0CA1-844C-5EBA-091B-FE83837DD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A64D5-4FFB-FF16-96B8-41ED3C2F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5F4BE-0A7D-84BE-C8BD-FE7B7D0F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265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7A27-CF9A-D066-4D14-D18470F6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AD31E9-77A5-9B57-1510-245A8F01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E7325-40B1-FD34-A0C0-E93E290B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2B5C6-CF46-5FDD-CCA2-2A17CE44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09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8EDA9-2185-8609-0872-ED1EC17E9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496100-EA70-BE31-CD9D-F99674B2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E94D1-8E44-B1DD-6CB9-4B5DD288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1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6C4EC-BD15-2EC2-6B31-D2D539F1E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595A8-1DD0-726A-3991-E417330CB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5FCCA-CF92-613F-9908-DB877E142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EE3C5-F980-583C-ADF9-2B0DD3788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A1FB5-E342-A83A-B77F-20E71E77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9A974-A78E-5B96-FF98-A7EAB99A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43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3B285-C193-3D92-D7C9-0B09DE1B7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6922D-7C28-8547-3811-F2E84B1E5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BB5F7-30CC-BB46-6918-7C0BAED0A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CD795-0DD3-789D-9CEA-202F8DFC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3C692-6EAD-961E-B832-FCE1DB02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F9C0F-E659-20BF-9808-277F7D87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60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96A7-80F7-0DB1-DBA0-43CE6F0A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2FF93-976B-0BBA-29CF-BA9A797EB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0E5DF-29CD-5C4A-36DB-A50B5CF7F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9B14A-21BE-F470-C5C8-6EA722522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D109F-7683-4770-63CE-6E3091F3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09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FBAE4F-FA85-EC13-C8A5-466E7F61B0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3CCA1-CA09-2BB1-A350-BF9A7C070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03730-5FB1-6975-F2E1-3C780C8A4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07023-BDB0-290B-D926-7EC478E11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6625D-D8C6-2C1B-CFB0-966B0E184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05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3B261-A717-B02E-BBDF-27AE63AE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EDACE-FC58-D8D6-565D-ADBA51C60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212A1-C0AC-4E94-CF72-936AEC09B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5CB39-08C5-4D18-BF82-74FF071CE759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A1660-5DB4-641A-D91E-D5E6690F0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3F838-0B6B-635E-9153-C9624404C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E4BAC-AA8F-4169-9277-C0D31021A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727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5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0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1C6D5-C270-976A-4D36-800111A9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43FD9-D8BE-7FAD-9212-C2283B821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Amazon Elastic Compute Cloud (Amazon EC2)</a:t>
            </a:r>
            <a:br>
              <a:rPr lang="en-US" sz="4800" kern="1200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US" sz="4800" kern="1200" dirty="0">
              <a:solidFill>
                <a:srgbClr val="FFFFFF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58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B62AA6-21F7-65D8-A786-B53EEEC7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EC2</a:t>
            </a:r>
            <a:endParaRPr lang="en-IN" sz="4000"/>
          </a:p>
        </p:txBody>
      </p:sp>
      <p:pic>
        <p:nvPicPr>
          <p:cNvPr id="7" name="Graphic 6" descr="Cloud Computing">
            <a:extLst>
              <a:ext uri="{FF2B5EF4-FFF2-40B4-BE49-F238E27FC236}">
                <a16:creationId xmlns:a16="http://schemas.microsoft.com/office/drawing/2014/main" id="{5BE77832-35E7-BA59-779A-7CD6D9950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C9F6AEF4-53E3-315E-DA1E-A7FF68FF70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6502" y="2405894"/>
            <a:ext cx="5754896" cy="31974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Virtual servers in AWS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Provides resizable compute capacity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Secure, scalable, pay-as-you-go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04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72431-63E1-C6EC-4702-D2C8BA37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220531-D2AA-B9CE-83EA-73C69BD9F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>
                <a:ea typeface="Calibri" panose="020F0502020204030204" pitchFamily="34" charset="0"/>
                <a:cs typeface="Calibri" panose="020F0502020204030204" pitchFamily="34" charset="0"/>
              </a:rPr>
              <a:t>Amazon EC2 Features </a:t>
            </a:r>
            <a:endParaRPr lang="en-IN" sz="40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Graphic 27" descr="Laptop Secure">
            <a:extLst>
              <a:ext uri="{FF2B5EF4-FFF2-40B4-BE49-F238E27FC236}">
                <a16:creationId xmlns:a16="http://schemas.microsoft.com/office/drawing/2014/main" id="{4772A739-1365-CD50-7793-6B2C4FE6A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E3B569EF-CFE3-30EB-4C72-7A8C547901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6502" y="2405894"/>
            <a:ext cx="5754896" cy="31974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Elastic Compute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Choice of Instances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Pay-as-you-go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Secure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Reliable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Flexible Pricing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Customizable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Integrated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6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E9736-D09B-DB17-AF41-DB353AFF3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9ACE7-B001-AD2F-A6E9-A65FC910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Steps While Creating an EC2 Instance</a:t>
            </a:r>
            <a:endParaRPr lang="en-IN" sz="5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7" name="Rectangle 1">
            <a:extLst>
              <a:ext uri="{FF2B5EF4-FFF2-40B4-BE49-F238E27FC236}">
                <a16:creationId xmlns:a16="http://schemas.microsoft.com/office/drawing/2014/main" id="{B4F38C9C-F8C6-20C2-F99E-ECB28F0A32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68982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306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DE271AA-B13D-127B-31C2-070146FFF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78935-7A52-2251-13D8-B8FB3F970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230" y="702821"/>
            <a:ext cx="11212669" cy="1697479"/>
          </a:xfrm>
        </p:spPr>
        <p:txBody>
          <a:bodyPr anchor="t">
            <a:normAutofit/>
          </a:bodyPr>
          <a:lstStyle/>
          <a:p>
            <a:pPr algn="ctr"/>
            <a:r>
              <a:rPr lang="en-US" sz="4800" dirty="0"/>
              <a:t>EC2 Tags Explained: Purpose and Benefits</a:t>
            </a:r>
            <a:endParaRPr lang="en-IN" sz="4800" dirty="0"/>
          </a:p>
        </p:txBody>
      </p:sp>
      <p:graphicFrame>
        <p:nvGraphicFramePr>
          <p:cNvPr id="18" name="Rectangle 2">
            <a:extLst>
              <a:ext uri="{FF2B5EF4-FFF2-40B4-BE49-F238E27FC236}">
                <a16:creationId xmlns:a16="http://schemas.microsoft.com/office/drawing/2014/main" id="{0194A381-6223-8E8C-D9C3-82E5314CC1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952983"/>
              </p:ext>
            </p:extLst>
          </p:nvPr>
        </p:nvGraphicFramePr>
        <p:xfrm>
          <a:off x="908050" y="20415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84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40E93D9-F13F-4097-A159-E0A6CEBA8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BB72A-3484-8AC4-A5A4-4A5BF5D1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16" y="444464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n-IN" sz="2800" dirty="0"/>
              <a:t>Amazon Machine Image (AMI)</a:t>
            </a:r>
          </a:p>
        </p:txBody>
      </p:sp>
      <p:pic>
        <p:nvPicPr>
          <p:cNvPr id="7" name="Picture 6" descr="A close-up of a grid&#10;&#10;AI-generated content may be incorrect.">
            <a:extLst>
              <a:ext uri="{FF2B5EF4-FFF2-40B4-BE49-F238E27FC236}">
                <a16:creationId xmlns:a16="http://schemas.microsoft.com/office/drawing/2014/main" id="{29581EB9-006A-09D5-E1D7-2760E6218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57"/>
          <a:stretch>
            <a:fillRect/>
          </a:stretch>
        </p:blipFill>
        <p:spPr>
          <a:xfrm>
            <a:off x="20" y="2768743"/>
            <a:ext cx="4278264" cy="408925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A3D150B-ADB5-401D-8304-C7845A109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590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9DB33C4-356A-979A-34A6-DFD7AABAE8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9624373"/>
              </p:ext>
            </p:extLst>
          </p:nvPr>
        </p:nvGraphicFramePr>
        <p:xfrm>
          <a:off x="5431646" y="678955"/>
          <a:ext cx="5586448" cy="5409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01361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F9283C-B21F-EFF7-E638-E544F6A2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/>
              <a:t>Choose Instance type</a:t>
            </a:r>
            <a:endParaRPr lang="en-IN" sz="5200" dirty="0"/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B6394FC9-3D36-5AAB-5963-AD6E972DC8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51834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841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white wall&#10;&#10;AI-generated content may be incorrect.">
            <a:extLst>
              <a:ext uri="{FF2B5EF4-FFF2-40B4-BE49-F238E27FC236}">
                <a16:creationId xmlns:a16="http://schemas.microsoft.com/office/drawing/2014/main" id="{609B826B-5D7D-7D53-9128-84DA2663223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833" b="98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AFA3E-D93B-715F-88BD-AB3A970C3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Instance Types Example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AE0586-B4CA-4A0F-DA22-8A045FDC9A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7111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55705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432AC9-4F70-3C3E-FA9B-EF82E8E7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Ec2 Key Pair</a:t>
            </a:r>
          </a:p>
        </p:txBody>
      </p:sp>
      <p:graphicFrame>
        <p:nvGraphicFramePr>
          <p:cNvPr id="11" name="TextBox 4">
            <a:extLst>
              <a:ext uri="{FF2B5EF4-FFF2-40B4-BE49-F238E27FC236}">
                <a16:creationId xmlns:a16="http://schemas.microsoft.com/office/drawing/2014/main" id="{FB607728-C250-9E4D-51E5-131914AD54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8651342"/>
              </p:ext>
            </p:extLst>
          </p:nvPr>
        </p:nvGraphicFramePr>
        <p:xfrm>
          <a:off x="556532" y="1790700"/>
          <a:ext cx="11210925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9186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B0F11-50F9-F2EA-5976-C75B70DE4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7"/>
            <a:ext cx="3115265" cy="1884944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Networking in Ec2 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70" name="Rectangle 1">
            <a:extLst>
              <a:ext uri="{FF2B5EF4-FFF2-40B4-BE49-F238E27FC236}">
                <a16:creationId xmlns:a16="http://schemas.microsoft.com/office/drawing/2014/main" id="{8F34BA8C-9A2C-B598-078E-E4F04B4C60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81493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935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EF874-4546-8151-3F11-45CCC30EB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Storage</a:t>
            </a:r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5FB008-5484-6A59-5BAE-58A3F79B5FCF}"/>
              </a:ext>
            </a:extLst>
          </p:cNvPr>
          <p:cNvGrpSpPr/>
          <p:nvPr/>
        </p:nvGrpSpPr>
        <p:grpSpPr>
          <a:xfrm>
            <a:off x="3090811" y="1926265"/>
            <a:ext cx="6010370" cy="4357522"/>
            <a:chOff x="4611639" y="1264489"/>
            <a:chExt cx="6942653" cy="503342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1474CF-7EB6-A082-A451-59617E2E549B}"/>
                </a:ext>
              </a:extLst>
            </p:cNvPr>
            <p:cNvSpPr/>
            <p:nvPr/>
          </p:nvSpPr>
          <p:spPr>
            <a:xfrm>
              <a:off x="7767390" y="5138174"/>
              <a:ext cx="631150" cy="67848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315575" y="0"/>
                  </a:lnTo>
                  <a:lnTo>
                    <a:pt x="315575" y="678486"/>
                  </a:lnTo>
                  <a:lnTo>
                    <a:pt x="631150" y="678486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1656782-DE48-63F4-5776-B6D19ABBC2B4}"/>
                </a:ext>
              </a:extLst>
            </p:cNvPr>
            <p:cNvSpPr/>
            <p:nvPr/>
          </p:nvSpPr>
          <p:spPr>
            <a:xfrm>
              <a:off x="7767390" y="4459688"/>
              <a:ext cx="631150" cy="67848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678486"/>
                  </a:moveTo>
                  <a:lnTo>
                    <a:pt x="315575" y="678486"/>
                  </a:lnTo>
                  <a:lnTo>
                    <a:pt x="315575" y="0"/>
                  </a:lnTo>
                  <a:lnTo>
                    <a:pt x="63115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26E43D-5C35-4901-7A3E-ED1095D05665}"/>
                </a:ext>
              </a:extLst>
            </p:cNvPr>
            <p:cNvSpPr/>
            <p:nvPr/>
          </p:nvSpPr>
          <p:spPr>
            <a:xfrm>
              <a:off x="7767390" y="2424228"/>
              <a:ext cx="631150" cy="67848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315575" y="0"/>
                  </a:lnTo>
                  <a:lnTo>
                    <a:pt x="315575" y="678486"/>
                  </a:lnTo>
                  <a:lnTo>
                    <a:pt x="631150" y="678486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2E207F5-4149-77CB-F4B9-62FDE717E0BC}"/>
                </a:ext>
              </a:extLst>
            </p:cNvPr>
            <p:cNvSpPr/>
            <p:nvPr/>
          </p:nvSpPr>
          <p:spPr>
            <a:xfrm>
              <a:off x="7767390" y="1745742"/>
              <a:ext cx="631150" cy="67848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678486"/>
                  </a:moveTo>
                  <a:lnTo>
                    <a:pt x="315575" y="678486"/>
                  </a:lnTo>
                  <a:lnTo>
                    <a:pt x="315575" y="0"/>
                  </a:lnTo>
                  <a:lnTo>
                    <a:pt x="63115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7AAB86-A554-A710-1B4D-9C685FE9E328}"/>
                </a:ext>
              </a:extLst>
            </p:cNvPr>
            <p:cNvSpPr/>
            <p:nvPr/>
          </p:nvSpPr>
          <p:spPr>
            <a:xfrm>
              <a:off x="4611639" y="1942976"/>
              <a:ext cx="3155751" cy="962504"/>
            </a:xfrm>
            <a:custGeom>
              <a:avLst/>
              <a:gdLst>
                <a:gd name="connsiteX0" fmla="*/ 0 w 3155751"/>
                <a:gd name="connsiteY0" fmla="*/ 0 h 962504"/>
                <a:gd name="connsiteX1" fmla="*/ 3155751 w 3155751"/>
                <a:gd name="connsiteY1" fmla="*/ 0 h 962504"/>
                <a:gd name="connsiteX2" fmla="*/ 3155751 w 3155751"/>
                <a:gd name="connsiteY2" fmla="*/ 962504 h 962504"/>
                <a:gd name="connsiteX3" fmla="*/ 0 w 3155751"/>
                <a:gd name="connsiteY3" fmla="*/ 962504 h 962504"/>
                <a:gd name="connsiteX4" fmla="*/ 0 w 3155751"/>
                <a:gd name="connsiteY4" fmla="*/ 0 h 96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5751" h="962504">
                  <a:moveTo>
                    <a:pt x="0" y="0"/>
                  </a:moveTo>
                  <a:lnTo>
                    <a:pt x="3155751" y="0"/>
                  </a:lnTo>
                  <a:lnTo>
                    <a:pt x="3155751" y="962504"/>
                  </a:lnTo>
                  <a:lnTo>
                    <a:pt x="0" y="96250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algn="ctr" defTabSz="83600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8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Root Volume</a:t>
              </a:r>
              <a:endParaRPr lang="en-US" sz="2200" kern="12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E8309E4-33DF-75AB-67EC-E037DDCCEA81}"/>
                </a:ext>
              </a:extLst>
            </p:cNvPr>
            <p:cNvSpPr/>
            <p:nvPr/>
          </p:nvSpPr>
          <p:spPr>
            <a:xfrm>
              <a:off x="8398541" y="1264489"/>
              <a:ext cx="3155751" cy="962504"/>
            </a:xfrm>
            <a:custGeom>
              <a:avLst/>
              <a:gdLst>
                <a:gd name="connsiteX0" fmla="*/ 0 w 3155751"/>
                <a:gd name="connsiteY0" fmla="*/ 0 h 962504"/>
                <a:gd name="connsiteX1" fmla="*/ 3155751 w 3155751"/>
                <a:gd name="connsiteY1" fmla="*/ 0 h 962504"/>
                <a:gd name="connsiteX2" fmla="*/ 3155751 w 3155751"/>
                <a:gd name="connsiteY2" fmla="*/ 962504 h 962504"/>
                <a:gd name="connsiteX3" fmla="*/ 0 w 3155751"/>
                <a:gd name="connsiteY3" fmla="*/ 962504 h 962504"/>
                <a:gd name="connsiteX4" fmla="*/ 0 w 3155751"/>
                <a:gd name="connsiteY4" fmla="*/ 0 h 96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5751" h="962504">
                  <a:moveTo>
                    <a:pt x="0" y="0"/>
                  </a:moveTo>
                  <a:lnTo>
                    <a:pt x="3155751" y="0"/>
                  </a:lnTo>
                  <a:lnTo>
                    <a:pt x="3155751" y="962504"/>
                  </a:lnTo>
                  <a:lnTo>
                    <a:pt x="0" y="96250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algn="ctr" defTabSz="83600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8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Contains the OS and boot files.</a:t>
              </a:r>
              <a:endParaRPr lang="en-US" sz="2200" kern="12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8D866FF-67E8-29D2-76A2-286A78BD45E4}"/>
                </a:ext>
              </a:extLst>
            </p:cNvPr>
            <p:cNvSpPr/>
            <p:nvPr/>
          </p:nvSpPr>
          <p:spPr>
            <a:xfrm>
              <a:off x="8398541" y="2621463"/>
              <a:ext cx="3155751" cy="962504"/>
            </a:xfrm>
            <a:custGeom>
              <a:avLst/>
              <a:gdLst>
                <a:gd name="connsiteX0" fmla="*/ 0 w 3155751"/>
                <a:gd name="connsiteY0" fmla="*/ 0 h 962504"/>
                <a:gd name="connsiteX1" fmla="*/ 3155751 w 3155751"/>
                <a:gd name="connsiteY1" fmla="*/ 0 h 962504"/>
                <a:gd name="connsiteX2" fmla="*/ 3155751 w 3155751"/>
                <a:gd name="connsiteY2" fmla="*/ 962504 h 962504"/>
                <a:gd name="connsiteX3" fmla="*/ 0 w 3155751"/>
                <a:gd name="connsiteY3" fmla="*/ 962504 h 962504"/>
                <a:gd name="connsiteX4" fmla="*/ 0 w 3155751"/>
                <a:gd name="connsiteY4" fmla="*/ 0 h 96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5751" h="962504">
                  <a:moveTo>
                    <a:pt x="0" y="0"/>
                  </a:moveTo>
                  <a:lnTo>
                    <a:pt x="3155751" y="0"/>
                  </a:lnTo>
                  <a:lnTo>
                    <a:pt x="3155751" y="962504"/>
                  </a:lnTo>
                  <a:lnTo>
                    <a:pt x="0" y="96250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algn="ctr" defTabSz="83600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8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Can be deleted on termination (default setting).</a:t>
              </a:r>
              <a:endParaRPr lang="en-US" sz="2200" kern="12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CD3272E-8DCD-513F-EF6A-D5A161292D1C}"/>
                </a:ext>
              </a:extLst>
            </p:cNvPr>
            <p:cNvSpPr/>
            <p:nvPr/>
          </p:nvSpPr>
          <p:spPr>
            <a:xfrm>
              <a:off x="4611639" y="4656922"/>
              <a:ext cx="3155751" cy="962504"/>
            </a:xfrm>
            <a:custGeom>
              <a:avLst/>
              <a:gdLst>
                <a:gd name="connsiteX0" fmla="*/ 0 w 3155751"/>
                <a:gd name="connsiteY0" fmla="*/ 0 h 962504"/>
                <a:gd name="connsiteX1" fmla="*/ 3155751 w 3155751"/>
                <a:gd name="connsiteY1" fmla="*/ 0 h 962504"/>
                <a:gd name="connsiteX2" fmla="*/ 3155751 w 3155751"/>
                <a:gd name="connsiteY2" fmla="*/ 962504 h 962504"/>
                <a:gd name="connsiteX3" fmla="*/ 0 w 3155751"/>
                <a:gd name="connsiteY3" fmla="*/ 962504 h 962504"/>
                <a:gd name="connsiteX4" fmla="*/ 0 w 3155751"/>
                <a:gd name="connsiteY4" fmla="*/ 0 h 96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5751" h="962504">
                  <a:moveTo>
                    <a:pt x="0" y="0"/>
                  </a:moveTo>
                  <a:lnTo>
                    <a:pt x="3155751" y="0"/>
                  </a:lnTo>
                  <a:lnTo>
                    <a:pt x="3155751" y="962504"/>
                  </a:lnTo>
                  <a:lnTo>
                    <a:pt x="0" y="96250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algn="ctr" defTabSz="83600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8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Additional Volumes</a:t>
              </a:r>
              <a:endParaRPr lang="en-US" sz="2200" kern="12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9D9CE32-7A49-966A-D854-4B20CAF3B637}"/>
                </a:ext>
              </a:extLst>
            </p:cNvPr>
            <p:cNvSpPr/>
            <p:nvPr/>
          </p:nvSpPr>
          <p:spPr>
            <a:xfrm>
              <a:off x="8398541" y="3978436"/>
              <a:ext cx="3155751" cy="962504"/>
            </a:xfrm>
            <a:custGeom>
              <a:avLst/>
              <a:gdLst>
                <a:gd name="connsiteX0" fmla="*/ 0 w 3155751"/>
                <a:gd name="connsiteY0" fmla="*/ 0 h 962504"/>
                <a:gd name="connsiteX1" fmla="*/ 3155751 w 3155751"/>
                <a:gd name="connsiteY1" fmla="*/ 0 h 962504"/>
                <a:gd name="connsiteX2" fmla="*/ 3155751 w 3155751"/>
                <a:gd name="connsiteY2" fmla="*/ 962504 h 962504"/>
                <a:gd name="connsiteX3" fmla="*/ 0 w 3155751"/>
                <a:gd name="connsiteY3" fmla="*/ 962504 h 962504"/>
                <a:gd name="connsiteX4" fmla="*/ 0 w 3155751"/>
                <a:gd name="connsiteY4" fmla="*/ 0 h 96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5751" h="962504">
                  <a:moveTo>
                    <a:pt x="0" y="0"/>
                  </a:moveTo>
                  <a:lnTo>
                    <a:pt x="3155751" y="0"/>
                  </a:lnTo>
                  <a:lnTo>
                    <a:pt x="3155751" y="962504"/>
                  </a:lnTo>
                  <a:lnTo>
                    <a:pt x="0" y="96250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algn="ctr" defTabSz="83600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8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Used for app data, logs, databases, etc.</a:t>
              </a:r>
              <a:endParaRPr lang="en-US" sz="2200" kern="12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DF8613B-B8D7-7249-9669-AFFA588C0369}"/>
                </a:ext>
              </a:extLst>
            </p:cNvPr>
            <p:cNvSpPr/>
            <p:nvPr/>
          </p:nvSpPr>
          <p:spPr>
            <a:xfrm>
              <a:off x="8398541" y="5335409"/>
              <a:ext cx="3155751" cy="962504"/>
            </a:xfrm>
            <a:custGeom>
              <a:avLst/>
              <a:gdLst>
                <a:gd name="connsiteX0" fmla="*/ 0 w 3155751"/>
                <a:gd name="connsiteY0" fmla="*/ 0 h 962504"/>
                <a:gd name="connsiteX1" fmla="*/ 3155751 w 3155751"/>
                <a:gd name="connsiteY1" fmla="*/ 0 h 962504"/>
                <a:gd name="connsiteX2" fmla="*/ 3155751 w 3155751"/>
                <a:gd name="connsiteY2" fmla="*/ 962504 h 962504"/>
                <a:gd name="connsiteX3" fmla="*/ 0 w 3155751"/>
                <a:gd name="connsiteY3" fmla="*/ 962504 h 962504"/>
                <a:gd name="connsiteX4" fmla="*/ 0 w 3155751"/>
                <a:gd name="connsiteY4" fmla="*/ 0 h 96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5751" h="962504">
                  <a:moveTo>
                    <a:pt x="0" y="0"/>
                  </a:moveTo>
                  <a:lnTo>
                    <a:pt x="3155751" y="0"/>
                  </a:lnTo>
                  <a:lnTo>
                    <a:pt x="3155751" y="962504"/>
                  </a:lnTo>
                  <a:lnTo>
                    <a:pt x="0" y="96250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algn="ctr" defTabSz="83600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8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Can be encrypted, expanded, or detached independently.</a:t>
              </a:r>
              <a:endParaRPr lang="en-US" sz="22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2188932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336A3-13A6-80A8-BA2C-B95834F67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40"/>
            <a:ext cx="4779572" cy="20677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/>
              <a:t>Security Groups in EC2</a:t>
            </a:r>
          </a:p>
        </p:txBody>
      </p:sp>
      <p:pic>
        <p:nvPicPr>
          <p:cNvPr id="18" name="Graphic 17" descr="Server">
            <a:extLst>
              <a:ext uri="{FF2B5EF4-FFF2-40B4-BE49-F238E27FC236}">
                <a16:creationId xmlns:a16="http://schemas.microsoft.com/office/drawing/2014/main" id="{56ED0CC9-44B6-AA25-D709-AD67E7D88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976281"/>
            <a:ext cx="3333077" cy="33330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FB2BEE-18DB-667C-261E-2B0AE1762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551" y="548638"/>
            <a:ext cx="5546770" cy="5760721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Inbound Rules</a:t>
            </a:r>
          </a:p>
          <a:p>
            <a:r>
              <a:rPr lang="en-US" sz="2200" dirty="0"/>
              <a:t>What traffic can come into your EC2 instance.</a:t>
            </a:r>
          </a:p>
          <a:p>
            <a:r>
              <a:rPr lang="en-US" sz="2200" dirty="0"/>
              <a:t>Examples:</a:t>
            </a:r>
          </a:p>
          <a:p>
            <a:pPr lvl="1"/>
            <a:r>
              <a:rPr lang="en-US" sz="2200" dirty="0"/>
              <a:t>Allow SSH (port 22) from your IP</a:t>
            </a:r>
          </a:p>
          <a:p>
            <a:pPr lvl="1"/>
            <a:r>
              <a:rPr lang="en-US" sz="2200" dirty="0"/>
              <a:t>Allow HTTP (port 80) from anywhere</a:t>
            </a:r>
          </a:p>
          <a:p>
            <a:pPr lvl="1"/>
            <a:r>
              <a:rPr lang="en-US" sz="2200" dirty="0"/>
              <a:t>Allow RDP (port 3389) for Windows instances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Outbound Rules</a:t>
            </a:r>
          </a:p>
          <a:p>
            <a:r>
              <a:rPr lang="en-US" sz="2200" dirty="0"/>
              <a:t>Define what traffic can go out from your EC2 instance.</a:t>
            </a:r>
          </a:p>
          <a:p>
            <a:r>
              <a:rPr lang="en-US" sz="2200" dirty="0"/>
              <a:t>Default: All outbound traffic is allowed unless restricted.</a:t>
            </a:r>
          </a:p>
          <a:p>
            <a:endParaRPr lang="en-US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706972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FB2EA-1B42-84B7-DDBE-D64C288D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F19F0-E99E-1F7D-AADD-77F56A4EA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Amazon EC2 works</a:t>
            </a:r>
            <a:endParaRPr lang="en-IN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6DAE3574-AF85-87F8-761F-C5F92B4B98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8332446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9261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1847</Words>
  <Application>Microsoft Office PowerPoint</Application>
  <PresentationFormat>Widescreen</PresentationFormat>
  <Paragraphs>203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  <vt:variant>
        <vt:lpstr>Custom Shows</vt:lpstr>
      </vt:variant>
      <vt:variant>
        <vt:i4>1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Neue Haas Grotesk Text Pro</vt:lpstr>
      <vt:lpstr>Office Theme</vt:lpstr>
      <vt:lpstr>Amazon Elastic Compute Cloud (Amazon EC2) </vt:lpstr>
      <vt:lpstr>Amazon EC2</vt:lpstr>
      <vt:lpstr>Amazon EC2 Features </vt:lpstr>
      <vt:lpstr>Steps While Creating an EC2 Instance</vt:lpstr>
      <vt:lpstr>EC2 Tags Explained: Purpose and Benefits</vt:lpstr>
      <vt:lpstr>Amazon Machine Image (AMI)</vt:lpstr>
      <vt:lpstr>Choose Instance type</vt:lpstr>
      <vt:lpstr>Instance Types Example</vt:lpstr>
      <vt:lpstr>Ec2 Key Pair</vt:lpstr>
      <vt:lpstr>Networking in Ec2 </vt:lpstr>
      <vt:lpstr>Storage</vt:lpstr>
      <vt:lpstr>Security Groups in EC2</vt:lpstr>
      <vt:lpstr>How Amazon EC2 works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278</cp:revision>
  <dcterms:created xsi:type="dcterms:W3CDTF">2025-04-09T01:52:50Z</dcterms:created>
  <dcterms:modified xsi:type="dcterms:W3CDTF">2025-09-21T14:11:52Z</dcterms:modified>
</cp:coreProperties>
</file>