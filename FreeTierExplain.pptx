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BCA04E-2BE8-4B17-813B-D8F5EC607D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334FBF-5E2B-48DB-8624-7B2A531C1519}">
      <dgm:prSet/>
      <dgm:spPr/>
      <dgm:t>
        <a:bodyPr/>
        <a:lstStyle/>
        <a:p>
          <a:r>
            <a:rPr lang="en-IN" dirty="0"/>
            <a:t>Free plan</a:t>
          </a:r>
          <a:endParaRPr lang="en-US" dirty="0"/>
        </a:p>
      </dgm:t>
    </dgm:pt>
    <dgm:pt modelId="{0E49B5EF-3026-4539-996F-4BCFE3B031FC}" type="parTrans" cxnId="{E5B986AE-5C74-4B6C-B33D-512A4D919CF9}">
      <dgm:prSet/>
      <dgm:spPr/>
      <dgm:t>
        <a:bodyPr/>
        <a:lstStyle/>
        <a:p>
          <a:endParaRPr lang="en-US"/>
        </a:p>
      </dgm:t>
    </dgm:pt>
    <dgm:pt modelId="{0B93DA09-14F2-4B94-AB3C-E3B60DD64D7D}" type="sibTrans" cxnId="{E5B986AE-5C74-4B6C-B33D-512A4D919CF9}">
      <dgm:prSet/>
      <dgm:spPr/>
      <dgm:t>
        <a:bodyPr/>
        <a:lstStyle/>
        <a:p>
          <a:endParaRPr lang="en-US"/>
        </a:p>
      </dgm:t>
    </dgm:pt>
    <dgm:pt modelId="{63AC6102-BAD4-4DAC-970C-264D8B1BE475}">
      <dgm:prSet/>
      <dgm:spPr/>
      <dgm:t>
        <a:bodyPr/>
        <a:lstStyle/>
        <a:p>
          <a:r>
            <a:rPr lang="en-IN" dirty="0"/>
            <a:t>Paid plan</a:t>
          </a:r>
          <a:endParaRPr lang="en-US" dirty="0"/>
        </a:p>
      </dgm:t>
    </dgm:pt>
    <dgm:pt modelId="{34181573-D969-40EE-A604-6D610FD2C4B0}" type="parTrans" cxnId="{D131C0EB-EFB1-4CF0-98E7-E7A54CFCD24B}">
      <dgm:prSet/>
      <dgm:spPr/>
      <dgm:t>
        <a:bodyPr/>
        <a:lstStyle/>
        <a:p>
          <a:endParaRPr lang="en-US"/>
        </a:p>
      </dgm:t>
    </dgm:pt>
    <dgm:pt modelId="{F0583DB9-5CC3-4B12-8906-3B7BBB0029BA}" type="sibTrans" cxnId="{D131C0EB-EFB1-4CF0-98E7-E7A54CFCD24B}">
      <dgm:prSet/>
      <dgm:spPr/>
      <dgm:t>
        <a:bodyPr/>
        <a:lstStyle/>
        <a:p>
          <a:endParaRPr lang="en-US"/>
        </a:p>
      </dgm:t>
    </dgm:pt>
    <dgm:pt modelId="{F82C70A3-E4BE-4914-A7D9-9BE5A869CEB5}">
      <dgm:prSet/>
      <dgm:spPr/>
      <dgm:t>
        <a:bodyPr/>
        <a:lstStyle/>
        <a:p>
          <a:r>
            <a:rPr lang="en-IN" dirty="0"/>
            <a:t>Short-term trial</a:t>
          </a:r>
          <a:endParaRPr lang="en-US" dirty="0"/>
        </a:p>
      </dgm:t>
    </dgm:pt>
    <dgm:pt modelId="{6E6B6E34-F136-4574-804D-9EFD66D2F256}" type="parTrans" cxnId="{91800D16-77C0-4E27-80D9-B41F2D7894C4}">
      <dgm:prSet/>
      <dgm:spPr/>
      <dgm:t>
        <a:bodyPr/>
        <a:lstStyle/>
        <a:p>
          <a:endParaRPr lang="en-US"/>
        </a:p>
      </dgm:t>
    </dgm:pt>
    <dgm:pt modelId="{579604ED-DE2B-49A2-AC65-740CE0827E07}" type="sibTrans" cxnId="{91800D16-77C0-4E27-80D9-B41F2D7894C4}">
      <dgm:prSet/>
      <dgm:spPr/>
      <dgm:t>
        <a:bodyPr/>
        <a:lstStyle/>
        <a:p>
          <a:endParaRPr lang="en-US"/>
        </a:p>
      </dgm:t>
    </dgm:pt>
    <dgm:pt modelId="{2CA7A629-7F26-4108-925E-8E6A1675F696}">
      <dgm:prSet/>
      <dgm:spPr/>
      <dgm:t>
        <a:bodyPr/>
        <a:lstStyle/>
        <a:p>
          <a:r>
            <a:rPr lang="en-IN" dirty="0"/>
            <a:t>Always free</a:t>
          </a:r>
          <a:endParaRPr lang="en-US" dirty="0"/>
        </a:p>
      </dgm:t>
    </dgm:pt>
    <dgm:pt modelId="{AB44276B-6D99-4160-AFD1-BD2AA161A298}" type="parTrans" cxnId="{0E55A8F3-E99B-490A-9CBB-7A0D944BB91A}">
      <dgm:prSet/>
      <dgm:spPr/>
      <dgm:t>
        <a:bodyPr/>
        <a:lstStyle/>
        <a:p>
          <a:endParaRPr lang="en-US"/>
        </a:p>
      </dgm:t>
    </dgm:pt>
    <dgm:pt modelId="{13E14DC0-1794-471D-89B8-FE5BF7F206D3}" type="sibTrans" cxnId="{0E55A8F3-E99B-490A-9CBB-7A0D944BB91A}">
      <dgm:prSet/>
      <dgm:spPr/>
      <dgm:t>
        <a:bodyPr/>
        <a:lstStyle/>
        <a:p>
          <a:endParaRPr lang="en-US"/>
        </a:p>
      </dgm:t>
    </dgm:pt>
    <dgm:pt modelId="{9DB54290-ECBD-4A72-8A8F-FD5934EC2627}" type="pres">
      <dgm:prSet presAssocID="{2ABCA04E-2BE8-4B17-813B-D8F5EC607D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65FBD2-7FA3-4CAC-9B2B-42238E8CFB76}" type="pres">
      <dgm:prSet presAssocID="{18334FBF-5E2B-48DB-8624-7B2A531C1519}" presName="hierRoot1" presStyleCnt="0"/>
      <dgm:spPr/>
    </dgm:pt>
    <dgm:pt modelId="{9D9B8685-9DE1-435B-B3C1-FD3D263773F1}" type="pres">
      <dgm:prSet presAssocID="{18334FBF-5E2B-48DB-8624-7B2A531C1519}" presName="composite" presStyleCnt="0"/>
      <dgm:spPr/>
    </dgm:pt>
    <dgm:pt modelId="{5210E5F4-FF1D-4A4F-BFC1-762AB6E520AC}" type="pres">
      <dgm:prSet presAssocID="{18334FBF-5E2B-48DB-8624-7B2A531C1519}" presName="background" presStyleLbl="node0" presStyleIdx="0" presStyleCnt="4"/>
      <dgm:spPr/>
    </dgm:pt>
    <dgm:pt modelId="{2DE01239-0061-404D-A049-54467C59F596}" type="pres">
      <dgm:prSet presAssocID="{18334FBF-5E2B-48DB-8624-7B2A531C1519}" presName="text" presStyleLbl="fgAcc0" presStyleIdx="0" presStyleCnt="4">
        <dgm:presLayoutVars>
          <dgm:chPref val="3"/>
        </dgm:presLayoutVars>
      </dgm:prSet>
      <dgm:spPr/>
    </dgm:pt>
    <dgm:pt modelId="{1D157C7F-7351-4BA6-83FF-2E03FE1D9171}" type="pres">
      <dgm:prSet presAssocID="{18334FBF-5E2B-48DB-8624-7B2A531C1519}" presName="hierChild2" presStyleCnt="0"/>
      <dgm:spPr/>
    </dgm:pt>
    <dgm:pt modelId="{F35AA95E-FB2E-4CB7-9BE8-5D5D327072D7}" type="pres">
      <dgm:prSet presAssocID="{63AC6102-BAD4-4DAC-970C-264D8B1BE475}" presName="hierRoot1" presStyleCnt="0"/>
      <dgm:spPr/>
    </dgm:pt>
    <dgm:pt modelId="{E583E003-51E2-4D3D-9DFC-A60131E65855}" type="pres">
      <dgm:prSet presAssocID="{63AC6102-BAD4-4DAC-970C-264D8B1BE475}" presName="composite" presStyleCnt="0"/>
      <dgm:spPr/>
    </dgm:pt>
    <dgm:pt modelId="{C8116A82-BB5F-47AC-9B99-7FCBE1D64EEF}" type="pres">
      <dgm:prSet presAssocID="{63AC6102-BAD4-4DAC-970C-264D8B1BE475}" presName="background" presStyleLbl="node0" presStyleIdx="1" presStyleCnt="4"/>
      <dgm:spPr/>
    </dgm:pt>
    <dgm:pt modelId="{09C4123D-092F-405E-9FCF-0F7EAF0A9000}" type="pres">
      <dgm:prSet presAssocID="{63AC6102-BAD4-4DAC-970C-264D8B1BE475}" presName="text" presStyleLbl="fgAcc0" presStyleIdx="1" presStyleCnt="4" custLinFactX="100000" custLinFactNeighborX="141213" custLinFactNeighborY="-4681">
        <dgm:presLayoutVars>
          <dgm:chPref val="3"/>
        </dgm:presLayoutVars>
      </dgm:prSet>
      <dgm:spPr/>
    </dgm:pt>
    <dgm:pt modelId="{3B048266-CBC4-4356-A4FF-1FDB751D76E9}" type="pres">
      <dgm:prSet presAssocID="{63AC6102-BAD4-4DAC-970C-264D8B1BE475}" presName="hierChild2" presStyleCnt="0"/>
      <dgm:spPr/>
    </dgm:pt>
    <dgm:pt modelId="{A23CCA81-0BFE-4F4B-B29F-09BF0AC0833E}" type="pres">
      <dgm:prSet presAssocID="{F82C70A3-E4BE-4914-A7D9-9BE5A869CEB5}" presName="hierRoot1" presStyleCnt="0"/>
      <dgm:spPr/>
    </dgm:pt>
    <dgm:pt modelId="{D28B3CAA-F9CD-417C-800A-D32C1C523C25}" type="pres">
      <dgm:prSet presAssocID="{F82C70A3-E4BE-4914-A7D9-9BE5A869CEB5}" presName="composite" presStyleCnt="0"/>
      <dgm:spPr/>
    </dgm:pt>
    <dgm:pt modelId="{6D0FC994-30FF-4BEC-9FD1-D757A3E130FB}" type="pres">
      <dgm:prSet presAssocID="{F82C70A3-E4BE-4914-A7D9-9BE5A869CEB5}" presName="background" presStyleLbl="node0" presStyleIdx="2" presStyleCnt="4"/>
      <dgm:spPr/>
    </dgm:pt>
    <dgm:pt modelId="{D98D1305-59DB-4E22-B828-554949DFC673}" type="pres">
      <dgm:prSet presAssocID="{F82C70A3-E4BE-4914-A7D9-9BE5A869CEB5}" presName="text" presStyleLbl="fgAcc0" presStyleIdx="2" presStyleCnt="4">
        <dgm:presLayoutVars>
          <dgm:chPref val="3"/>
        </dgm:presLayoutVars>
      </dgm:prSet>
      <dgm:spPr/>
    </dgm:pt>
    <dgm:pt modelId="{827E0975-DAFA-437F-A678-82A82C20B80D}" type="pres">
      <dgm:prSet presAssocID="{F82C70A3-E4BE-4914-A7D9-9BE5A869CEB5}" presName="hierChild2" presStyleCnt="0"/>
      <dgm:spPr/>
    </dgm:pt>
    <dgm:pt modelId="{AC5D6DCB-6FD7-4F8F-A97B-21CBE1C3BAB1}" type="pres">
      <dgm:prSet presAssocID="{2CA7A629-7F26-4108-925E-8E6A1675F696}" presName="hierRoot1" presStyleCnt="0"/>
      <dgm:spPr/>
    </dgm:pt>
    <dgm:pt modelId="{E4122B64-B622-43BE-A7C6-5B767925CF4C}" type="pres">
      <dgm:prSet presAssocID="{2CA7A629-7F26-4108-925E-8E6A1675F696}" presName="composite" presStyleCnt="0"/>
      <dgm:spPr/>
    </dgm:pt>
    <dgm:pt modelId="{CD32E707-355B-4369-B31E-F9C0418DBAA5}" type="pres">
      <dgm:prSet presAssocID="{2CA7A629-7F26-4108-925E-8E6A1675F696}" presName="background" presStyleLbl="node0" presStyleIdx="3" presStyleCnt="4"/>
      <dgm:spPr/>
    </dgm:pt>
    <dgm:pt modelId="{10058C42-88E9-4478-8E82-2C7C289D5E33}" type="pres">
      <dgm:prSet presAssocID="{2CA7A629-7F26-4108-925E-8E6A1675F696}" presName="text" presStyleLbl="fgAcc0" presStyleIdx="3" presStyleCnt="4" custLinFactX="-100000" custLinFactNeighborX="-148414" custLinFactNeighborY="959">
        <dgm:presLayoutVars>
          <dgm:chPref val="3"/>
        </dgm:presLayoutVars>
      </dgm:prSet>
      <dgm:spPr/>
    </dgm:pt>
    <dgm:pt modelId="{05DEE36D-6C7E-4022-B664-2394C249808E}" type="pres">
      <dgm:prSet presAssocID="{2CA7A629-7F26-4108-925E-8E6A1675F696}" presName="hierChild2" presStyleCnt="0"/>
      <dgm:spPr/>
    </dgm:pt>
  </dgm:ptLst>
  <dgm:cxnLst>
    <dgm:cxn modelId="{91800D16-77C0-4E27-80D9-B41F2D7894C4}" srcId="{2ABCA04E-2BE8-4B17-813B-D8F5EC607DC4}" destId="{F82C70A3-E4BE-4914-A7D9-9BE5A869CEB5}" srcOrd="2" destOrd="0" parTransId="{6E6B6E34-F136-4574-804D-9EFD66D2F256}" sibTransId="{579604ED-DE2B-49A2-AC65-740CE0827E07}"/>
    <dgm:cxn modelId="{B9D5D93E-DF61-4108-BA86-02F138539109}" type="presOf" srcId="{63AC6102-BAD4-4DAC-970C-264D8B1BE475}" destId="{09C4123D-092F-405E-9FCF-0F7EAF0A9000}" srcOrd="0" destOrd="0" presId="urn:microsoft.com/office/officeart/2005/8/layout/hierarchy1"/>
    <dgm:cxn modelId="{49CD1690-EE18-4A11-BB32-4EC169EA74DE}" type="presOf" srcId="{2ABCA04E-2BE8-4B17-813B-D8F5EC607DC4}" destId="{9DB54290-ECBD-4A72-8A8F-FD5934EC2627}" srcOrd="0" destOrd="0" presId="urn:microsoft.com/office/officeart/2005/8/layout/hierarchy1"/>
    <dgm:cxn modelId="{E5B986AE-5C74-4B6C-B33D-512A4D919CF9}" srcId="{2ABCA04E-2BE8-4B17-813B-D8F5EC607DC4}" destId="{18334FBF-5E2B-48DB-8624-7B2A531C1519}" srcOrd="0" destOrd="0" parTransId="{0E49B5EF-3026-4539-996F-4BCFE3B031FC}" sibTransId="{0B93DA09-14F2-4B94-AB3C-E3B60DD64D7D}"/>
    <dgm:cxn modelId="{EE579DAF-F2FF-4D6B-9DAD-20DC4E4F01EF}" type="presOf" srcId="{2CA7A629-7F26-4108-925E-8E6A1675F696}" destId="{10058C42-88E9-4478-8E82-2C7C289D5E33}" srcOrd="0" destOrd="0" presId="urn:microsoft.com/office/officeart/2005/8/layout/hierarchy1"/>
    <dgm:cxn modelId="{19021AC2-7448-4A99-B213-05864A316FE3}" type="presOf" srcId="{F82C70A3-E4BE-4914-A7D9-9BE5A869CEB5}" destId="{D98D1305-59DB-4E22-B828-554949DFC673}" srcOrd="0" destOrd="0" presId="urn:microsoft.com/office/officeart/2005/8/layout/hierarchy1"/>
    <dgm:cxn modelId="{0C6E2BE0-F9B3-494D-ABE5-1E1D7F510693}" type="presOf" srcId="{18334FBF-5E2B-48DB-8624-7B2A531C1519}" destId="{2DE01239-0061-404D-A049-54467C59F596}" srcOrd="0" destOrd="0" presId="urn:microsoft.com/office/officeart/2005/8/layout/hierarchy1"/>
    <dgm:cxn modelId="{D131C0EB-EFB1-4CF0-98E7-E7A54CFCD24B}" srcId="{2ABCA04E-2BE8-4B17-813B-D8F5EC607DC4}" destId="{63AC6102-BAD4-4DAC-970C-264D8B1BE475}" srcOrd="1" destOrd="0" parTransId="{34181573-D969-40EE-A604-6D610FD2C4B0}" sibTransId="{F0583DB9-5CC3-4B12-8906-3B7BBB0029BA}"/>
    <dgm:cxn modelId="{0E55A8F3-E99B-490A-9CBB-7A0D944BB91A}" srcId="{2ABCA04E-2BE8-4B17-813B-D8F5EC607DC4}" destId="{2CA7A629-7F26-4108-925E-8E6A1675F696}" srcOrd="3" destOrd="0" parTransId="{AB44276B-6D99-4160-AFD1-BD2AA161A298}" sibTransId="{13E14DC0-1794-471D-89B8-FE5BF7F206D3}"/>
    <dgm:cxn modelId="{CEE80B50-E216-402B-B5ED-DF07C7D99AB6}" type="presParOf" srcId="{9DB54290-ECBD-4A72-8A8F-FD5934EC2627}" destId="{2465FBD2-7FA3-4CAC-9B2B-42238E8CFB76}" srcOrd="0" destOrd="0" presId="urn:microsoft.com/office/officeart/2005/8/layout/hierarchy1"/>
    <dgm:cxn modelId="{38CF5A6D-CC7E-4E5B-9FBC-73C7AB056981}" type="presParOf" srcId="{2465FBD2-7FA3-4CAC-9B2B-42238E8CFB76}" destId="{9D9B8685-9DE1-435B-B3C1-FD3D263773F1}" srcOrd="0" destOrd="0" presId="urn:microsoft.com/office/officeart/2005/8/layout/hierarchy1"/>
    <dgm:cxn modelId="{45FAB376-BD99-44A1-B6DB-A57B28DC417B}" type="presParOf" srcId="{9D9B8685-9DE1-435B-B3C1-FD3D263773F1}" destId="{5210E5F4-FF1D-4A4F-BFC1-762AB6E520AC}" srcOrd="0" destOrd="0" presId="urn:microsoft.com/office/officeart/2005/8/layout/hierarchy1"/>
    <dgm:cxn modelId="{64E603F7-0A0C-4888-B819-FFA3181472A6}" type="presParOf" srcId="{9D9B8685-9DE1-435B-B3C1-FD3D263773F1}" destId="{2DE01239-0061-404D-A049-54467C59F596}" srcOrd="1" destOrd="0" presId="urn:microsoft.com/office/officeart/2005/8/layout/hierarchy1"/>
    <dgm:cxn modelId="{69F9BF6F-51AE-4DB2-9452-BB9F615637BF}" type="presParOf" srcId="{2465FBD2-7FA3-4CAC-9B2B-42238E8CFB76}" destId="{1D157C7F-7351-4BA6-83FF-2E03FE1D9171}" srcOrd="1" destOrd="0" presId="urn:microsoft.com/office/officeart/2005/8/layout/hierarchy1"/>
    <dgm:cxn modelId="{82AB4233-0AA3-4C72-8067-91D619E6584F}" type="presParOf" srcId="{9DB54290-ECBD-4A72-8A8F-FD5934EC2627}" destId="{F35AA95E-FB2E-4CB7-9BE8-5D5D327072D7}" srcOrd="1" destOrd="0" presId="urn:microsoft.com/office/officeart/2005/8/layout/hierarchy1"/>
    <dgm:cxn modelId="{C6F19D47-543B-4C12-AA62-6184826944D7}" type="presParOf" srcId="{F35AA95E-FB2E-4CB7-9BE8-5D5D327072D7}" destId="{E583E003-51E2-4D3D-9DFC-A60131E65855}" srcOrd="0" destOrd="0" presId="urn:microsoft.com/office/officeart/2005/8/layout/hierarchy1"/>
    <dgm:cxn modelId="{90DB237B-9293-486C-9C8A-B294E43AEE0D}" type="presParOf" srcId="{E583E003-51E2-4D3D-9DFC-A60131E65855}" destId="{C8116A82-BB5F-47AC-9B99-7FCBE1D64EEF}" srcOrd="0" destOrd="0" presId="urn:microsoft.com/office/officeart/2005/8/layout/hierarchy1"/>
    <dgm:cxn modelId="{CF361C81-0460-4DD9-AD19-5FEAC885F29B}" type="presParOf" srcId="{E583E003-51E2-4D3D-9DFC-A60131E65855}" destId="{09C4123D-092F-405E-9FCF-0F7EAF0A9000}" srcOrd="1" destOrd="0" presId="urn:microsoft.com/office/officeart/2005/8/layout/hierarchy1"/>
    <dgm:cxn modelId="{E1E99195-6259-4644-9E35-D67182CD4134}" type="presParOf" srcId="{F35AA95E-FB2E-4CB7-9BE8-5D5D327072D7}" destId="{3B048266-CBC4-4356-A4FF-1FDB751D76E9}" srcOrd="1" destOrd="0" presId="urn:microsoft.com/office/officeart/2005/8/layout/hierarchy1"/>
    <dgm:cxn modelId="{B5C53E0F-EED3-42FF-9277-939ACA8872F0}" type="presParOf" srcId="{9DB54290-ECBD-4A72-8A8F-FD5934EC2627}" destId="{A23CCA81-0BFE-4F4B-B29F-09BF0AC0833E}" srcOrd="2" destOrd="0" presId="urn:microsoft.com/office/officeart/2005/8/layout/hierarchy1"/>
    <dgm:cxn modelId="{44DD3A71-1E16-450E-B3D6-A792DA2CCEBD}" type="presParOf" srcId="{A23CCA81-0BFE-4F4B-B29F-09BF0AC0833E}" destId="{D28B3CAA-F9CD-417C-800A-D32C1C523C25}" srcOrd="0" destOrd="0" presId="urn:microsoft.com/office/officeart/2005/8/layout/hierarchy1"/>
    <dgm:cxn modelId="{DDC63A11-EA3C-4EF3-8C09-A7CAE46AB5F1}" type="presParOf" srcId="{D28B3CAA-F9CD-417C-800A-D32C1C523C25}" destId="{6D0FC994-30FF-4BEC-9FD1-D757A3E130FB}" srcOrd="0" destOrd="0" presId="urn:microsoft.com/office/officeart/2005/8/layout/hierarchy1"/>
    <dgm:cxn modelId="{2FD0BD17-31E7-4657-B8F0-C310BC8F557E}" type="presParOf" srcId="{D28B3CAA-F9CD-417C-800A-D32C1C523C25}" destId="{D98D1305-59DB-4E22-B828-554949DFC673}" srcOrd="1" destOrd="0" presId="urn:microsoft.com/office/officeart/2005/8/layout/hierarchy1"/>
    <dgm:cxn modelId="{C0785056-CF61-43E2-BCF8-5881DB8EE5F8}" type="presParOf" srcId="{A23CCA81-0BFE-4F4B-B29F-09BF0AC0833E}" destId="{827E0975-DAFA-437F-A678-82A82C20B80D}" srcOrd="1" destOrd="0" presId="urn:microsoft.com/office/officeart/2005/8/layout/hierarchy1"/>
    <dgm:cxn modelId="{95C4D831-B0A3-4598-93B2-A3F4F155D9CD}" type="presParOf" srcId="{9DB54290-ECBD-4A72-8A8F-FD5934EC2627}" destId="{AC5D6DCB-6FD7-4F8F-A97B-21CBE1C3BAB1}" srcOrd="3" destOrd="0" presId="urn:microsoft.com/office/officeart/2005/8/layout/hierarchy1"/>
    <dgm:cxn modelId="{77B8DFF3-F048-42B1-9A17-AA0C42A50FCE}" type="presParOf" srcId="{AC5D6DCB-6FD7-4F8F-A97B-21CBE1C3BAB1}" destId="{E4122B64-B622-43BE-A7C6-5B767925CF4C}" srcOrd="0" destOrd="0" presId="urn:microsoft.com/office/officeart/2005/8/layout/hierarchy1"/>
    <dgm:cxn modelId="{2A116604-1524-4D1F-8857-8C6B67D47275}" type="presParOf" srcId="{E4122B64-B622-43BE-A7C6-5B767925CF4C}" destId="{CD32E707-355B-4369-B31E-F9C0418DBAA5}" srcOrd="0" destOrd="0" presId="urn:microsoft.com/office/officeart/2005/8/layout/hierarchy1"/>
    <dgm:cxn modelId="{55AC9DD7-B08E-48AF-B367-FDD8FA5A97BE}" type="presParOf" srcId="{E4122B64-B622-43BE-A7C6-5B767925CF4C}" destId="{10058C42-88E9-4478-8E82-2C7C289D5E33}" srcOrd="1" destOrd="0" presId="urn:microsoft.com/office/officeart/2005/8/layout/hierarchy1"/>
    <dgm:cxn modelId="{A6A34F78-7D90-464E-AAB2-A895430AD34B}" type="presParOf" srcId="{AC5D6DCB-6FD7-4F8F-A97B-21CBE1C3BAB1}" destId="{05DEE36D-6C7E-4022-B664-2394C24980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DFB3B5-B090-4BFB-85B4-549C2C364CD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FE61F0-6EA2-4803-86D1-2AC8469CC4D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0" dirty="0"/>
            <a:t>Valid for 12 months from the date you create your AWS account.</a:t>
          </a:r>
          <a:br>
            <a:rPr lang="en-US" sz="1500" dirty="0"/>
          </a:br>
          <a:endParaRPr lang="en-US" sz="1500" dirty="0"/>
        </a:p>
      </dgm:t>
    </dgm:pt>
    <dgm:pt modelId="{E9C6C962-6D44-47D3-9DEA-216D04C09AC8}" type="parTrans" cxnId="{86F44A5B-BA88-4118-A4E8-920D3B1D048B}">
      <dgm:prSet/>
      <dgm:spPr/>
      <dgm:t>
        <a:bodyPr/>
        <a:lstStyle/>
        <a:p>
          <a:endParaRPr lang="en-US"/>
        </a:p>
      </dgm:t>
    </dgm:pt>
    <dgm:pt modelId="{D94D7777-BEB3-460C-800F-CF3C35E3B27A}" type="sibTrans" cxnId="{86F44A5B-BA88-4118-A4E8-920D3B1D048B}">
      <dgm:prSet/>
      <dgm:spPr/>
      <dgm:t>
        <a:bodyPr/>
        <a:lstStyle/>
        <a:p>
          <a:endParaRPr lang="en-US"/>
        </a:p>
      </dgm:t>
    </dgm:pt>
    <dgm:pt modelId="{A3206875-EB28-44E3-8223-82BCC62D18CC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b="0" dirty="0"/>
            <a:t>After 12 months or if usage exceeds limits → normal charges apply.</a:t>
          </a:r>
        </a:p>
      </dgm:t>
    </dgm:pt>
    <dgm:pt modelId="{82F8235B-3D49-4847-9AC8-17737F2B7424}" type="parTrans" cxnId="{9537F529-D6D4-440B-A91E-25BD1EF41294}">
      <dgm:prSet/>
      <dgm:spPr/>
      <dgm:t>
        <a:bodyPr/>
        <a:lstStyle/>
        <a:p>
          <a:endParaRPr lang="en-US"/>
        </a:p>
      </dgm:t>
    </dgm:pt>
    <dgm:pt modelId="{5C274A40-FC68-4240-B82E-85B543463B38}" type="sibTrans" cxnId="{9537F529-D6D4-440B-A91E-25BD1EF41294}">
      <dgm:prSet/>
      <dgm:spPr/>
      <dgm:t>
        <a:bodyPr/>
        <a:lstStyle/>
        <a:p>
          <a:endParaRPr lang="en-US"/>
        </a:p>
      </dgm:t>
    </dgm:pt>
    <dgm:pt modelId="{140366CA-3F44-465C-8BF5-48AD6BA66CD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Examples : - </a:t>
          </a:r>
          <a:endParaRPr lang="en-US" dirty="0"/>
        </a:p>
      </dgm:t>
    </dgm:pt>
    <dgm:pt modelId="{6B3C4888-C33D-41CC-8E1F-4E4A94E47691}" type="parTrans" cxnId="{B8E006FF-8A2D-47B1-9C91-11F7CB3C6E53}">
      <dgm:prSet/>
      <dgm:spPr/>
      <dgm:t>
        <a:bodyPr/>
        <a:lstStyle/>
        <a:p>
          <a:endParaRPr lang="en-US"/>
        </a:p>
      </dgm:t>
    </dgm:pt>
    <dgm:pt modelId="{B48A4630-8B07-4B6B-B35B-7A304BE1FCE4}" type="sibTrans" cxnId="{B8E006FF-8A2D-47B1-9C91-11F7CB3C6E53}">
      <dgm:prSet/>
      <dgm:spPr/>
      <dgm:t>
        <a:bodyPr/>
        <a:lstStyle/>
        <a:p>
          <a:endParaRPr lang="en-US"/>
        </a:p>
      </dgm:t>
    </dgm:pt>
    <dgm:pt modelId="{FEEEA99F-1068-4E68-8110-5A7F43EF4717}">
      <dgm:prSet/>
      <dgm:spPr/>
      <dgm:t>
        <a:bodyPr/>
        <a:lstStyle/>
        <a:p>
          <a:r>
            <a:rPr lang="en-IN" dirty="0"/>
            <a:t>Amazon EC2 → 750 hours/month of Linux or Windows t2.micro / t3.micro instance</a:t>
          </a:r>
          <a:endParaRPr lang="en-US" dirty="0"/>
        </a:p>
      </dgm:t>
    </dgm:pt>
    <dgm:pt modelId="{6D3C3203-9E48-4958-AAA9-8BFBFB31C5E7}" type="parTrans" cxnId="{B61620D5-2F15-44F8-94A8-9598A61C31D7}">
      <dgm:prSet/>
      <dgm:spPr/>
      <dgm:t>
        <a:bodyPr/>
        <a:lstStyle/>
        <a:p>
          <a:endParaRPr lang="en-US"/>
        </a:p>
      </dgm:t>
    </dgm:pt>
    <dgm:pt modelId="{EDE90B70-3468-4DFD-9220-6C0D7427C63E}" type="sibTrans" cxnId="{B61620D5-2F15-44F8-94A8-9598A61C31D7}">
      <dgm:prSet/>
      <dgm:spPr/>
      <dgm:t>
        <a:bodyPr/>
        <a:lstStyle/>
        <a:p>
          <a:endParaRPr lang="en-US"/>
        </a:p>
      </dgm:t>
    </dgm:pt>
    <dgm:pt modelId="{0C43C9A6-B06B-4FDE-A11B-0EA09A3207A3}">
      <dgm:prSet/>
      <dgm:spPr/>
      <dgm:t>
        <a:bodyPr/>
        <a:lstStyle/>
        <a:p>
          <a:r>
            <a:rPr lang="en-IN" dirty="0"/>
            <a:t>Elastic Load Balancer (ELB) → 750 hours + 15 GB data processing</a:t>
          </a:r>
          <a:endParaRPr lang="en-US" dirty="0"/>
        </a:p>
      </dgm:t>
    </dgm:pt>
    <dgm:pt modelId="{698A38E6-ECF5-41AA-A573-F9D8B6D84DB2}" type="parTrans" cxnId="{95B89DB1-01FD-41B0-B0E3-FCC1072BE359}">
      <dgm:prSet/>
      <dgm:spPr/>
      <dgm:t>
        <a:bodyPr/>
        <a:lstStyle/>
        <a:p>
          <a:endParaRPr lang="en-US"/>
        </a:p>
      </dgm:t>
    </dgm:pt>
    <dgm:pt modelId="{0192B1FB-203A-4D1A-982B-74DBBD94DC85}" type="sibTrans" cxnId="{95B89DB1-01FD-41B0-B0E3-FCC1072BE359}">
      <dgm:prSet/>
      <dgm:spPr/>
      <dgm:t>
        <a:bodyPr/>
        <a:lstStyle/>
        <a:p>
          <a:endParaRPr lang="en-US"/>
        </a:p>
      </dgm:t>
    </dgm:pt>
    <dgm:pt modelId="{9E0AD240-9428-46D4-A846-F03B9BC01C7F}" type="pres">
      <dgm:prSet presAssocID="{0DDFB3B5-B090-4BFB-85B4-549C2C364CD6}" presName="root" presStyleCnt="0">
        <dgm:presLayoutVars>
          <dgm:dir/>
          <dgm:resizeHandles val="exact"/>
        </dgm:presLayoutVars>
      </dgm:prSet>
      <dgm:spPr/>
    </dgm:pt>
    <dgm:pt modelId="{81AB79D6-2364-4A21-A97C-C0322F71E97A}" type="pres">
      <dgm:prSet presAssocID="{D3FE61F0-6EA2-4803-86D1-2AC8469CC4DC}" presName="compNode" presStyleCnt="0"/>
      <dgm:spPr/>
    </dgm:pt>
    <dgm:pt modelId="{8BF435DB-6E84-4DBF-9434-72D6A2535AA2}" type="pres">
      <dgm:prSet presAssocID="{D3FE61F0-6EA2-4803-86D1-2AC8469CC4D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CA42FE3-6A7A-43E3-951E-1D2BADCE7AB0}" type="pres">
      <dgm:prSet presAssocID="{D3FE61F0-6EA2-4803-86D1-2AC8469CC4DC}" presName="iconSpace" presStyleCnt="0"/>
      <dgm:spPr/>
    </dgm:pt>
    <dgm:pt modelId="{1121DE2B-BCCF-4688-A0A9-3C96EB39C247}" type="pres">
      <dgm:prSet presAssocID="{D3FE61F0-6EA2-4803-86D1-2AC8469CC4DC}" presName="parTx" presStyleLbl="revTx" presStyleIdx="0" presStyleCnt="4">
        <dgm:presLayoutVars>
          <dgm:chMax val="0"/>
          <dgm:chPref val="0"/>
        </dgm:presLayoutVars>
      </dgm:prSet>
      <dgm:spPr/>
    </dgm:pt>
    <dgm:pt modelId="{6A2CF715-10F7-4732-A015-55E9F345772C}" type="pres">
      <dgm:prSet presAssocID="{D3FE61F0-6EA2-4803-86D1-2AC8469CC4DC}" presName="txSpace" presStyleCnt="0"/>
      <dgm:spPr/>
    </dgm:pt>
    <dgm:pt modelId="{0FF82198-1EE6-4F27-9F9E-85D4CD4C9627}" type="pres">
      <dgm:prSet presAssocID="{D3FE61F0-6EA2-4803-86D1-2AC8469CC4DC}" presName="desTx" presStyleLbl="revTx" presStyleIdx="1" presStyleCnt="4">
        <dgm:presLayoutVars/>
      </dgm:prSet>
      <dgm:spPr/>
    </dgm:pt>
    <dgm:pt modelId="{2C8D4EED-BD76-4CEF-A4E3-BAC3074829AA}" type="pres">
      <dgm:prSet presAssocID="{D94D7777-BEB3-460C-800F-CF3C35E3B27A}" presName="sibTrans" presStyleCnt="0"/>
      <dgm:spPr/>
    </dgm:pt>
    <dgm:pt modelId="{71D2533E-B3F0-429C-BE7A-231B696E8917}" type="pres">
      <dgm:prSet presAssocID="{A3206875-EB28-44E3-8223-82BCC62D18CC}" presName="compNode" presStyleCnt="0"/>
      <dgm:spPr/>
    </dgm:pt>
    <dgm:pt modelId="{003365A5-F5F4-45C7-B79C-3A86F612C670}" type="pres">
      <dgm:prSet presAssocID="{A3206875-EB28-44E3-8223-82BCC62D18C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45D8C1B-45FE-45A0-B549-6DABFA7597C7}" type="pres">
      <dgm:prSet presAssocID="{A3206875-EB28-44E3-8223-82BCC62D18CC}" presName="iconSpace" presStyleCnt="0"/>
      <dgm:spPr/>
    </dgm:pt>
    <dgm:pt modelId="{9860B715-6941-467C-8A2E-9327F02CA3E5}" type="pres">
      <dgm:prSet presAssocID="{A3206875-EB28-44E3-8223-82BCC62D18CC}" presName="parTx" presStyleLbl="revTx" presStyleIdx="2" presStyleCnt="4">
        <dgm:presLayoutVars>
          <dgm:chMax val="0"/>
          <dgm:chPref val="0"/>
        </dgm:presLayoutVars>
      </dgm:prSet>
      <dgm:spPr/>
    </dgm:pt>
    <dgm:pt modelId="{7A41BAAF-0BA6-49CD-8F0C-4E3747EA8312}" type="pres">
      <dgm:prSet presAssocID="{A3206875-EB28-44E3-8223-82BCC62D18CC}" presName="txSpace" presStyleCnt="0"/>
      <dgm:spPr/>
    </dgm:pt>
    <dgm:pt modelId="{10946615-EDAA-45AF-952D-B4E1F2ACC574}" type="pres">
      <dgm:prSet presAssocID="{A3206875-EB28-44E3-8223-82BCC62D18CC}" presName="desTx" presStyleLbl="revTx" presStyleIdx="3" presStyleCnt="4" custLinFactNeighborX="-423" custLinFactNeighborY="-6942">
        <dgm:presLayoutVars/>
      </dgm:prSet>
      <dgm:spPr/>
    </dgm:pt>
  </dgm:ptLst>
  <dgm:cxnLst>
    <dgm:cxn modelId="{9537F529-D6D4-440B-A91E-25BD1EF41294}" srcId="{0DDFB3B5-B090-4BFB-85B4-549C2C364CD6}" destId="{A3206875-EB28-44E3-8223-82BCC62D18CC}" srcOrd="1" destOrd="0" parTransId="{82F8235B-3D49-4847-9AC8-17737F2B7424}" sibTransId="{5C274A40-FC68-4240-B82E-85B543463B38}"/>
    <dgm:cxn modelId="{86F44A5B-BA88-4118-A4E8-920D3B1D048B}" srcId="{0DDFB3B5-B090-4BFB-85B4-549C2C364CD6}" destId="{D3FE61F0-6EA2-4803-86D1-2AC8469CC4DC}" srcOrd="0" destOrd="0" parTransId="{E9C6C962-6D44-47D3-9DEA-216D04C09AC8}" sibTransId="{D94D7777-BEB3-460C-800F-CF3C35E3B27A}"/>
    <dgm:cxn modelId="{C57CE159-1632-44EF-9924-0ADC5E6333C1}" type="presOf" srcId="{0C43C9A6-B06B-4FDE-A11B-0EA09A3207A3}" destId="{10946615-EDAA-45AF-952D-B4E1F2ACC574}" srcOrd="0" destOrd="2" presId="urn:microsoft.com/office/officeart/2018/2/layout/IconLabelDescriptionList"/>
    <dgm:cxn modelId="{3C6AC383-5913-458B-B4C4-8BB8E5C17E0C}" type="presOf" srcId="{A3206875-EB28-44E3-8223-82BCC62D18CC}" destId="{9860B715-6941-467C-8A2E-9327F02CA3E5}" srcOrd="0" destOrd="0" presId="urn:microsoft.com/office/officeart/2018/2/layout/IconLabelDescriptionList"/>
    <dgm:cxn modelId="{821357A7-415D-4BD2-9E82-6D71DF98DA20}" type="presOf" srcId="{D3FE61F0-6EA2-4803-86D1-2AC8469CC4DC}" destId="{1121DE2B-BCCF-4688-A0A9-3C96EB39C247}" srcOrd="0" destOrd="0" presId="urn:microsoft.com/office/officeart/2018/2/layout/IconLabelDescriptionList"/>
    <dgm:cxn modelId="{DCE15CA9-0D5C-493B-8FD2-7577873ACD7C}" type="presOf" srcId="{0DDFB3B5-B090-4BFB-85B4-549C2C364CD6}" destId="{9E0AD240-9428-46D4-A846-F03B9BC01C7F}" srcOrd="0" destOrd="0" presId="urn:microsoft.com/office/officeart/2018/2/layout/IconLabelDescriptionList"/>
    <dgm:cxn modelId="{95B89DB1-01FD-41B0-B0E3-FCC1072BE359}" srcId="{140366CA-3F44-465C-8BF5-48AD6BA66CD9}" destId="{0C43C9A6-B06B-4FDE-A11B-0EA09A3207A3}" srcOrd="1" destOrd="0" parTransId="{698A38E6-ECF5-41AA-A573-F9D8B6D84DB2}" sibTransId="{0192B1FB-203A-4D1A-982B-74DBBD94DC85}"/>
    <dgm:cxn modelId="{B61620D5-2F15-44F8-94A8-9598A61C31D7}" srcId="{140366CA-3F44-465C-8BF5-48AD6BA66CD9}" destId="{FEEEA99F-1068-4E68-8110-5A7F43EF4717}" srcOrd="0" destOrd="0" parTransId="{6D3C3203-9E48-4958-AAA9-8BFBFB31C5E7}" sibTransId="{EDE90B70-3468-4DFD-9220-6C0D7427C63E}"/>
    <dgm:cxn modelId="{398DA9E0-5341-44C3-9BDC-ED7455C9499C}" type="presOf" srcId="{FEEEA99F-1068-4E68-8110-5A7F43EF4717}" destId="{10946615-EDAA-45AF-952D-B4E1F2ACC574}" srcOrd="0" destOrd="1" presId="urn:microsoft.com/office/officeart/2018/2/layout/IconLabelDescriptionList"/>
    <dgm:cxn modelId="{B3B363E7-629E-4AB5-B917-01E826A9A779}" type="presOf" srcId="{140366CA-3F44-465C-8BF5-48AD6BA66CD9}" destId="{10946615-EDAA-45AF-952D-B4E1F2ACC574}" srcOrd="0" destOrd="0" presId="urn:microsoft.com/office/officeart/2018/2/layout/IconLabelDescriptionList"/>
    <dgm:cxn modelId="{B8E006FF-8A2D-47B1-9C91-11F7CB3C6E53}" srcId="{A3206875-EB28-44E3-8223-82BCC62D18CC}" destId="{140366CA-3F44-465C-8BF5-48AD6BA66CD9}" srcOrd="0" destOrd="0" parTransId="{6B3C4888-C33D-41CC-8E1F-4E4A94E47691}" sibTransId="{B48A4630-8B07-4B6B-B35B-7A304BE1FCE4}"/>
    <dgm:cxn modelId="{F1FA28F3-1B9E-4D50-892E-6C2261D0480A}" type="presParOf" srcId="{9E0AD240-9428-46D4-A846-F03B9BC01C7F}" destId="{81AB79D6-2364-4A21-A97C-C0322F71E97A}" srcOrd="0" destOrd="0" presId="urn:microsoft.com/office/officeart/2018/2/layout/IconLabelDescriptionList"/>
    <dgm:cxn modelId="{8BDB3ECB-291B-41F9-8CC5-2D81093A6206}" type="presParOf" srcId="{81AB79D6-2364-4A21-A97C-C0322F71E97A}" destId="{8BF435DB-6E84-4DBF-9434-72D6A2535AA2}" srcOrd="0" destOrd="0" presId="urn:microsoft.com/office/officeart/2018/2/layout/IconLabelDescriptionList"/>
    <dgm:cxn modelId="{97174615-8C11-490C-8780-6FE7EF158075}" type="presParOf" srcId="{81AB79D6-2364-4A21-A97C-C0322F71E97A}" destId="{9CA42FE3-6A7A-43E3-951E-1D2BADCE7AB0}" srcOrd="1" destOrd="0" presId="urn:microsoft.com/office/officeart/2018/2/layout/IconLabelDescriptionList"/>
    <dgm:cxn modelId="{56C26FE4-B707-4915-9DA0-7FE5E49C2693}" type="presParOf" srcId="{81AB79D6-2364-4A21-A97C-C0322F71E97A}" destId="{1121DE2B-BCCF-4688-A0A9-3C96EB39C247}" srcOrd="2" destOrd="0" presId="urn:microsoft.com/office/officeart/2018/2/layout/IconLabelDescriptionList"/>
    <dgm:cxn modelId="{A04CF314-E12A-4247-95C6-3318B24202EB}" type="presParOf" srcId="{81AB79D6-2364-4A21-A97C-C0322F71E97A}" destId="{6A2CF715-10F7-4732-A015-55E9F345772C}" srcOrd="3" destOrd="0" presId="urn:microsoft.com/office/officeart/2018/2/layout/IconLabelDescriptionList"/>
    <dgm:cxn modelId="{BBD7AAD9-D83A-436D-86EE-E7C1177A475E}" type="presParOf" srcId="{81AB79D6-2364-4A21-A97C-C0322F71E97A}" destId="{0FF82198-1EE6-4F27-9F9E-85D4CD4C9627}" srcOrd="4" destOrd="0" presId="urn:microsoft.com/office/officeart/2018/2/layout/IconLabelDescriptionList"/>
    <dgm:cxn modelId="{21DD403B-3FB8-47E7-B7F6-62B37FC7676A}" type="presParOf" srcId="{9E0AD240-9428-46D4-A846-F03B9BC01C7F}" destId="{2C8D4EED-BD76-4CEF-A4E3-BAC3074829AA}" srcOrd="1" destOrd="0" presId="urn:microsoft.com/office/officeart/2018/2/layout/IconLabelDescriptionList"/>
    <dgm:cxn modelId="{3AF0D8D1-CC2D-44B1-87DE-8A8CAF1366D7}" type="presParOf" srcId="{9E0AD240-9428-46D4-A846-F03B9BC01C7F}" destId="{71D2533E-B3F0-429C-BE7A-231B696E8917}" srcOrd="2" destOrd="0" presId="urn:microsoft.com/office/officeart/2018/2/layout/IconLabelDescriptionList"/>
    <dgm:cxn modelId="{AA3DE946-FDDE-40A4-8122-5B5502952377}" type="presParOf" srcId="{71D2533E-B3F0-429C-BE7A-231B696E8917}" destId="{003365A5-F5F4-45C7-B79C-3A86F612C670}" srcOrd="0" destOrd="0" presId="urn:microsoft.com/office/officeart/2018/2/layout/IconLabelDescriptionList"/>
    <dgm:cxn modelId="{BD641A24-E796-4F57-B93E-FDC1A2FF8BE6}" type="presParOf" srcId="{71D2533E-B3F0-429C-BE7A-231B696E8917}" destId="{745D8C1B-45FE-45A0-B549-6DABFA7597C7}" srcOrd="1" destOrd="0" presId="urn:microsoft.com/office/officeart/2018/2/layout/IconLabelDescriptionList"/>
    <dgm:cxn modelId="{9C8310EC-A9EF-4277-BFDF-1E028C867CFD}" type="presParOf" srcId="{71D2533E-B3F0-429C-BE7A-231B696E8917}" destId="{9860B715-6941-467C-8A2E-9327F02CA3E5}" srcOrd="2" destOrd="0" presId="urn:microsoft.com/office/officeart/2018/2/layout/IconLabelDescriptionList"/>
    <dgm:cxn modelId="{8A86CD6F-E5DE-4D29-B92B-C080C1C77C1B}" type="presParOf" srcId="{71D2533E-B3F0-429C-BE7A-231B696E8917}" destId="{7A41BAAF-0BA6-49CD-8F0C-4E3747EA8312}" srcOrd="3" destOrd="0" presId="urn:microsoft.com/office/officeart/2018/2/layout/IconLabelDescriptionList"/>
    <dgm:cxn modelId="{971D49F8-1955-44BF-B81E-BC5061912F97}" type="presParOf" srcId="{71D2533E-B3F0-429C-BE7A-231B696E8917}" destId="{10946615-EDAA-45AF-952D-B4E1F2ACC57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73370A-FEBE-4D35-B136-8D4FFDCB650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0495F04-EB0C-4E2E-9DE5-2701B9EC824D}">
      <dgm:prSet/>
      <dgm:spPr/>
      <dgm:t>
        <a:bodyPr/>
        <a:lstStyle/>
        <a:p>
          <a:pPr>
            <a:defRPr b="1"/>
          </a:pPr>
          <a:r>
            <a:rPr lang="en-US" b="0" dirty="0"/>
            <a:t>Available forever, no time limit.</a:t>
          </a:r>
        </a:p>
      </dgm:t>
    </dgm:pt>
    <dgm:pt modelId="{4A69A050-A56E-4AB9-B948-A52C703EA6B8}" type="parTrans" cxnId="{89CE5041-6C10-47C5-AE02-148379DF8C30}">
      <dgm:prSet/>
      <dgm:spPr/>
      <dgm:t>
        <a:bodyPr/>
        <a:lstStyle/>
        <a:p>
          <a:endParaRPr lang="en-US"/>
        </a:p>
      </dgm:t>
    </dgm:pt>
    <dgm:pt modelId="{3337FBAC-60B0-4279-B398-2711245A7855}" type="sibTrans" cxnId="{89CE5041-6C10-47C5-AE02-148379DF8C30}">
      <dgm:prSet/>
      <dgm:spPr/>
      <dgm:t>
        <a:bodyPr/>
        <a:lstStyle/>
        <a:p>
          <a:endParaRPr lang="en-US"/>
        </a:p>
      </dgm:t>
    </dgm:pt>
    <dgm:pt modelId="{D7305EED-7595-4403-822F-44347DFA1296}">
      <dgm:prSet/>
      <dgm:spPr/>
      <dgm:t>
        <a:bodyPr/>
        <a:lstStyle/>
        <a:p>
          <a:pPr>
            <a:defRPr b="1"/>
          </a:pPr>
          <a:r>
            <a:rPr lang="en-US" b="0" dirty="0"/>
            <a:t>Great for learning and small workloads.</a:t>
          </a:r>
        </a:p>
      </dgm:t>
    </dgm:pt>
    <dgm:pt modelId="{CE8C9F91-6051-43D8-8D03-A84E776B4EBD}" type="parTrans" cxnId="{54C86A88-F62C-4B1B-BE54-9F50ED1685B5}">
      <dgm:prSet/>
      <dgm:spPr/>
      <dgm:t>
        <a:bodyPr/>
        <a:lstStyle/>
        <a:p>
          <a:endParaRPr lang="en-US"/>
        </a:p>
      </dgm:t>
    </dgm:pt>
    <dgm:pt modelId="{44BCD878-9233-4D3C-94B0-3C8ED08BBECC}" type="sibTrans" cxnId="{54C86A88-F62C-4B1B-BE54-9F50ED1685B5}">
      <dgm:prSet/>
      <dgm:spPr/>
      <dgm:t>
        <a:bodyPr/>
        <a:lstStyle/>
        <a:p>
          <a:endParaRPr lang="en-US"/>
        </a:p>
      </dgm:t>
    </dgm:pt>
    <dgm:pt modelId="{4803CCA3-AB4E-4908-BDAF-8ADBF1F24A18}">
      <dgm:prSet/>
      <dgm:spPr/>
      <dgm:t>
        <a:bodyPr/>
        <a:lstStyle/>
        <a:p>
          <a:pPr>
            <a:defRPr b="1"/>
          </a:pPr>
          <a:r>
            <a:rPr lang="en-US" dirty="0"/>
            <a:t>Examples:</a:t>
          </a:r>
        </a:p>
      </dgm:t>
    </dgm:pt>
    <dgm:pt modelId="{A7C1EFEC-FA25-40EA-877A-408F49C917E3}" type="parTrans" cxnId="{7B3EE37F-5D20-4AB5-9E25-9EE6B83F980F}">
      <dgm:prSet/>
      <dgm:spPr/>
      <dgm:t>
        <a:bodyPr/>
        <a:lstStyle/>
        <a:p>
          <a:endParaRPr lang="en-US"/>
        </a:p>
      </dgm:t>
    </dgm:pt>
    <dgm:pt modelId="{F48712CE-561D-420C-AD32-B9213C3ADACB}" type="sibTrans" cxnId="{7B3EE37F-5D20-4AB5-9E25-9EE6B83F980F}">
      <dgm:prSet/>
      <dgm:spPr/>
      <dgm:t>
        <a:bodyPr/>
        <a:lstStyle/>
        <a:p>
          <a:endParaRPr lang="en-US"/>
        </a:p>
      </dgm:t>
    </dgm:pt>
    <dgm:pt modelId="{1CD55447-EB56-415F-BCC4-92139599FFA6}">
      <dgm:prSet/>
      <dgm:spPr/>
      <dgm:t>
        <a:bodyPr/>
        <a:lstStyle/>
        <a:p>
          <a:r>
            <a:rPr lang="en-US"/>
            <a:t>AWS Lambda → 1 million requests/month</a:t>
          </a:r>
        </a:p>
      </dgm:t>
    </dgm:pt>
    <dgm:pt modelId="{7F5A9B56-BCD4-4759-BE8F-F853C175A2EA}" type="parTrans" cxnId="{84180792-FAF7-4649-8DA1-93C5763A3435}">
      <dgm:prSet/>
      <dgm:spPr/>
      <dgm:t>
        <a:bodyPr/>
        <a:lstStyle/>
        <a:p>
          <a:endParaRPr lang="en-US"/>
        </a:p>
      </dgm:t>
    </dgm:pt>
    <dgm:pt modelId="{FAAA712C-9886-4F5C-A2E0-E205CB9EC01F}" type="sibTrans" cxnId="{84180792-FAF7-4649-8DA1-93C5763A3435}">
      <dgm:prSet/>
      <dgm:spPr/>
      <dgm:t>
        <a:bodyPr/>
        <a:lstStyle/>
        <a:p>
          <a:endParaRPr lang="en-US"/>
        </a:p>
      </dgm:t>
    </dgm:pt>
    <dgm:pt modelId="{CAB27635-CFF7-4C64-BECC-01D51F286547}">
      <dgm:prSet/>
      <dgm:spPr/>
      <dgm:t>
        <a:bodyPr/>
        <a:lstStyle/>
        <a:p>
          <a:r>
            <a:rPr lang="en-US"/>
            <a:t>DynamoDB → 25 GB storage</a:t>
          </a:r>
        </a:p>
      </dgm:t>
    </dgm:pt>
    <dgm:pt modelId="{1E7A7324-091F-4BDD-8609-6824A9AC19CE}" type="parTrans" cxnId="{23D87AE9-C966-4545-AFDF-06E64E132F62}">
      <dgm:prSet/>
      <dgm:spPr/>
      <dgm:t>
        <a:bodyPr/>
        <a:lstStyle/>
        <a:p>
          <a:endParaRPr lang="en-US"/>
        </a:p>
      </dgm:t>
    </dgm:pt>
    <dgm:pt modelId="{2A9112B7-81F8-4D22-BB66-BF8C21CDDD36}" type="sibTrans" cxnId="{23D87AE9-C966-4545-AFDF-06E64E132F62}">
      <dgm:prSet/>
      <dgm:spPr/>
      <dgm:t>
        <a:bodyPr/>
        <a:lstStyle/>
        <a:p>
          <a:endParaRPr lang="en-US"/>
        </a:p>
      </dgm:t>
    </dgm:pt>
    <dgm:pt modelId="{1B72560F-EB65-4239-ACE2-BD7BEAC06C5F}">
      <dgm:prSet/>
      <dgm:spPr/>
      <dgm:t>
        <a:bodyPr/>
        <a:lstStyle/>
        <a:p>
          <a:r>
            <a:rPr lang="en-US"/>
            <a:t>Amazon S3 → 5 GB standard storage</a:t>
          </a:r>
        </a:p>
      </dgm:t>
    </dgm:pt>
    <dgm:pt modelId="{62968D92-4379-4F1C-8ABF-9A9B17F3B7FC}" type="parTrans" cxnId="{138089F0-48C5-4CEB-BC16-07C994ED2C5A}">
      <dgm:prSet/>
      <dgm:spPr/>
      <dgm:t>
        <a:bodyPr/>
        <a:lstStyle/>
        <a:p>
          <a:endParaRPr lang="en-US"/>
        </a:p>
      </dgm:t>
    </dgm:pt>
    <dgm:pt modelId="{DEA5437A-6EBD-413F-8750-082B319F4E55}" type="sibTrans" cxnId="{138089F0-48C5-4CEB-BC16-07C994ED2C5A}">
      <dgm:prSet/>
      <dgm:spPr/>
      <dgm:t>
        <a:bodyPr/>
        <a:lstStyle/>
        <a:p>
          <a:endParaRPr lang="en-US"/>
        </a:p>
      </dgm:t>
    </dgm:pt>
    <dgm:pt modelId="{B0CBCEA8-C12C-495C-9CA1-CBA7C8B48BC4}">
      <dgm:prSet/>
      <dgm:spPr/>
      <dgm:t>
        <a:bodyPr/>
        <a:lstStyle/>
        <a:p>
          <a:r>
            <a:rPr lang="en-US" dirty="0"/>
            <a:t>Amazon CloudWatch → 10 custom metrics</a:t>
          </a:r>
        </a:p>
      </dgm:t>
    </dgm:pt>
    <dgm:pt modelId="{9B3E3FA8-93A2-4BAB-91DC-5DACE4C57EE0}" type="parTrans" cxnId="{F25F8D88-3BF9-4875-A228-897BB55330E1}">
      <dgm:prSet/>
      <dgm:spPr/>
      <dgm:t>
        <a:bodyPr/>
        <a:lstStyle/>
        <a:p>
          <a:endParaRPr lang="en-US"/>
        </a:p>
      </dgm:t>
    </dgm:pt>
    <dgm:pt modelId="{8E4A4ABC-F7A8-475F-90BE-BDB97B665334}" type="sibTrans" cxnId="{F25F8D88-3BF9-4875-A228-897BB55330E1}">
      <dgm:prSet/>
      <dgm:spPr/>
      <dgm:t>
        <a:bodyPr/>
        <a:lstStyle/>
        <a:p>
          <a:endParaRPr lang="en-US"/>
        </a:p>
      </dgm:t>
    </dgm:pt>
    <dgm:pt modelId="{5BE1E40A-988D-47C8-A331-14121F4C32C6}">
      <dgm:prSet/>
      <dgm:spPr/>
      <dgm:t>
        <a:bodyPr/>
        <a:lstStyle/>
        <a:p>
          <a:r>
            <a:rPr lang="en-US"/>
            <a:t>1 million API requests</a:t>
          </a:r>
        </a:p>
      </dgm:t>
    </dgm:pt>
    <dgm:pt modelId="{E2EA03A4-2156-4099-A840-CCCAB0559455}" type="parTrans" cxnId="{F4AB567C-2D55-4C0E-B165-D678D9BF5AE0}">
      <dgm:prSet/>
      <dgm:spPr/>
      <dgm:t>
        <a:bodyPr/>
        <a:lstStyle/>
        <a:p>
          <a:endParaRPr lang="en-US"/>
        </a:p>
      </dgm:t>
    </dgm:pt>
    <dgm:pt modelId="{A066B287-6C98-4792-92E4-712FE8950381}" type="sibTrans" cxnId="{F4AB567C-2D55-4C0E-B165-D678D9BF5AE0}">
      <dgm:prSet/>
      <dgm:spPr/>
      <dgm:t>
        <a:bodyPr/>
        <a:lstStyle/>
        <a:p>
          <a:endParaRPr lang="en-US"/>
        </a:p>
      </dgm:t>
    </dgm:pt>
    <dgm:pt modelId="{7302C714-9B3C-48E9-895C-1A96F7E37A37}">
      <dgm:prSet/>
      <dgm:spPr/>
      <dgm:t>
        <a:bodyPr/>
        <a:lstStyle/>
        <a:p>
          <a:r>
            <a:rPr lang="en-US"/>
            <a:t>AWS Glue Data Catalog → 1 million stored objects</a:t>
          </a:r>
        </a:p>
      </dgm:t>
    </dgm:pt>
    <dgm:pt modelId="{8EF6658D-541D-452B-BBE4-C89F3B16A16F}" type="parTrans" cxnId="{15182A5E-3F84-4911-B813-992FFB6B6B72}">
      <dgm:prSet/>
      <dgm:spPr/>
      <dgm:t>
        <a:bodyPr/>
        <a:lstStyle/>
        <a:p>
          <a:endParaRPr lang="en-US"/>
        </a:p>
      </dgm:t>
    </dgm:pt>
    <dgm:pt modelId="{8B17D6BE-D029-49E5-A96C-B13D306A844C}" type="sibTrans" cxnId="{15182A5E-3F84-4911-B813-992FFB6B6B72}">
      <dgm:prSet/>
      <dgm:spPr/>
      <dgm:t>
        <a:bodyPr/>
        <a:lstStyle/>
        <a:p>
          <a:endParaRPr lang="en-US"/>
        </a:p>
      </dgm:t>
    </dgm:pt>
    <dgm:pt modelId="{0CD80300-8179-4C89-84D8-F5EAA9AB0A59}" type="pres">
      <dgm:prSet presAssocID="{3873370A-FEBE-4D35-B136-8D4FFDCB6509}" presName="root" presStyleCnt="0">
        <dgm:presLayoutVars>
          <dgm:dir/>
          <dgm:resizeHandles val="exact"/>
        </dgm:presLayoutVars>
      </dgm:prSet>
      <dgm:spPr/>
    </dgm:pt>
    <dgm:pt modelId="{18864508-3F57-40EB-B329-F9621F2E2A38}" type="pres">
      <dgm:prSet presAssocID="{60495F04-EB0C-4E2E-9DE5-2701B9EC824D}" presName="compNode" presStyleCnt="0"/>
      <dgm:spPr/>
    </dgm:pt>
    <dgm:pt modelId="{336CECC4-AE31-4BDC-99DC-178C3B4285FE}" type="pres">
      <dgm:prSet presAssocID="{60495F04-EB0C-4E2E-9DE5-2701B9EC824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inity"/>
        </a:ext>
      </dgm:extLst>
    </dgm:pt>
    <dgm:pt modelId="{BB4478E4-917A-4705-9C7E-C99C31FB7C8A}" type="pres">
      <dgm:prSet presAssocID="{60495F04-EB0C-4E2E-9DE5-2701B9EC824D}" presName="iconSpace" presStyleCnt="0"/>
      <dgm:spPr/>
    </dgm:pt>
    <dgm:pt modelId="{3FBE0042-2233-484B-AC21-133E29322CCD}" type="pres">
      <dgm:prSet presAssocID="{60495F04-EB0C-4E2E-9DE5-2701B9EC824D}" presName="parTx" presStyleLbl="revTx" presStyleIdx="0" presStyleCnt="6">
        <dgm:presLayoutVars>
          <dgm:chMax val="0"/>
          <dgm:chPref val="0"/>
        </dgm:presLayoutVars>
      </dgm:prSet>
      <dgm:spPr/>
    </dgm:pt>
    <dgm:pt modelId="{CDFAA3FA-0462-44E6-BD85-431B8F131E34}" type="pres">
      <dgm:prSet presAssocID="{60495F04-EB0C-4E2E-9DE5-2701B9EC824D}" presName="txSpace" presStyleCnt="0"/>
      <dgm:spPr/>
    </dgm:pt>
    <dgm:pt modelId="{F3E462C3-57A9-487D-A151-A821B21E37F6}" type="pres">
      <dgm:prSet presAssocID="{60495F04-EB0C-4E2E-9DE5-2701B9EC824D}" presName="desTx" presStyleLbl="revTx" presStyleIdx="1" presStyleCnt="6">
        <dgm:presLayoutVars/>
      </dgm:prSet>
      <dgm:spPr/>
    </dgm:pt>
    <dgm:pt modelId="{3F5EE2FF-5CCB-4B18-92A8-EEBFEA4D1F63}" type="pres">
      <dgm:prSet presAssocID="{3337FBAC-60B0-4279-B398-2711245A7855}" presName="sibTrans" presStyleCnt="0"/>
      <dgm:spPr/>
    </dgm:pt>
    <dgm:pt modelId="{4AA189E0-5E75-4715-8716-9A7FDD4F81B5}" type="pres">
      <dgm:prSet presAssocID="{D7305EED-7595-4403-822F-44347DFA1296}" presName="compNode" presStyleCnt="0"/>
      <dgm:spPr/>
    </dgm:pt>
    <dgm:pt modelId="{CACF2C56-E58C-4525-B002-E6577DE14C03}" type="pres">
      <dgm:prSet presAssocID="{D7305EED-7595-4403-822F-44347DFA12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B123F93D-918F-414B-ADF4-509038FEFE56}" type="pres">
      <dgm:prSet presAssocID="{D7305EED-7595-4403-822F-44347DFA1296}" presName="iconSpace" presStyleCnt="0"/>
      <dgm:spPr/>
    </dgm:pt>
    <dgm:pt modelId="{B34064A5-3A91-4B81-A3E2-FD094A8DC933}" type="pres">
      <dgm:prSet presAssocID="{D7305EED-7595-4403-822F-44347DFA1296}" presName="parTx" presStyleLbl="revTx" presStyleIdx="2" presStyleCnt="6">
        <dgm:presLayoutVars>
          <dgm:chMax val="0"/>
          <dgm:chPref val="0"/>
        </dgm:presLayoutVars>
      </dgm:prSet>
      <dgm:spPr/>
    </dgm:pt>
    <dgm:pt modelId="{15D98761-9860-4F8F-8B11-88623EB64260}" type="pres">
      <dgm:prSet presAssocID="{D7305EED-7595-4403-822F-44347DFA1296}" presName="txSpace" presStyleCnt="0"/>
      <dgm:spPr/>
    </dgm:pt>
    <dgm:pt modelId="{7F36C8EB-9ADC-4F5F-BCB1-1CA5AEAA66EB}" type="pres">
      <dgm:prSet presAssocID="{D7305EED-7595-4403-822F-44347DFA1296}" presName="desTx" presStyleLbl="revTx" presStyleIdx="3" presStyleCnt="6">
        <dgm:presLayoutVars/>
      </dgm:prSet>
      <dgm:spPr/>
    </dgm:pt>
    <dgm:pt modelId="{86F3754A-038B-4AA8-AB83-560AA2C9766C}" type="pres">
      <dgm:prSet presAssocID="{44BCD878-9233-4D3C-94B0-3C8ED08BBECC}" presName="sibTrans" presStyleCnt="0"/>
      <dgm:spPr/>
    </dgm:pt>
    <dgm:pt modelId="{F0CAD0FC-118A-44E0-B882-5B143FCD9815}" type="pres">
      <dgm:prSet presAssocID="{4803CCA3-AB4E-4908-BDAF-8ADBF1F24A18}" presName="compNode" presStyleCnt="0"/>
      <dgm:spPr/>
    </dgm:pt>
    <dgm:pt modelId="{20C1FD39-D84C-4979-AD45-DA9C81E38671}" type="pres">
      <dgm:prSet presAssocID="{4803CCA3-AB4E-4908-BDAF-8ADBF1F24A1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97A781-D617-4B22-A7D3-129BA8C95E80}" type="pres">
      <dgm:prSet presAssocID="{4803CCA3-AB4E-4908-BDAF-8ADBF1F24A18}" presName="iconSpace" presStyleCnt="0"/>
      <dgm:spPr/>
    </dgm:pt>
    <dgm:pt modelId="{E7741800-A4A3-4D1F-9F05-60938EEF15A7}" type="pres">
      <dgm:prSet presAssocID="{4803CCA3-AB4E-4908-BDAF-8ADBF1F24A18}" presName="parTx" presStyleLbl="revTx" presStyleIdx="4" presStyleCnt="6">
        <dgm:presLayoutVars>
          <dgm:chMax val="0"/>
          <dgm:chPref val="0"/>
        </dgm:presLayoutVars>
      </dgm:prSet>
      <dgm:spPr/>
    </dgm:pt>
    <dgm:pt modelId="{DF2FCD51-6EA0-4FA4-8863-E5C6325C5E0C}" type="pres">
      <dgm:prSet presAssocID="{4803CCA3-AB4E-4908-BDAF-8ADBF1F24A18}" presName="txSpace" presStyleCnt="0"/>
      <dgm:spPr/>
    </dgm:pt>
    <dgm:pt modelId="{76A5716B-7FFD-415D-9C8D-B490DE4AB477}" type="pres">
      <dgm:prSet presAssocID="{4803CCA3-AB4E-4908-BDAF-8ADBF1F24A18}" presName="desTx" presStyleLbl="revTx" presStyleIdx="5" presStyleCnt="6">
        <dgm:presLayoutVars/>
      </dgm:prSet>
      <dgm:spPr/>
    </dgm:pt>
  </dgm:ptLst>
  <dgm:cxnLst>
    <dgm:cxn modelId="{C9B0461B-C9D7-4835-9825-1A0E9E7F7835}" type="presOf" srcId="{4803CCA3-AB4E-4908-BDAF-8ADBF1F24A18}" destId="{E7741800-A4A3-4D1F-9F05-60938EEF15A7}" srcOrd="0" destOrd="0" presId="urn:microsoft.com/office/officeart/2018/5/layout/CenteredIconLabelDescriptionList"/>
    <dgm:cxn modelId="{15182A5E-3F84-4911-B813-992FFB6B6B72}" srcId="{4803CCA3-AB4E-4908-BDAF-8ADBF1F24A18}" destId="{7302C714-9B3C-48E9-895C-1A96F7E37A37}" srcOrd="5" destOrd="0" parTransId="{8EF6658D-541D-452B-BBE4-C89F3B16A16F}" sibTransId="{8B17D6BE-D029-49E5-A96C-B13D306A844C}"/>
    <dgm:cxn modelId="{AD98275F-D841-4BD1-8A3C-781B392F8757}" type="presOf" srcId="{5BE1E40A-988D-47C8-A331-14121F4C32C6}" destId="{76A5716B-7FFD-415D-9C8D-B490DE4AB477}" srcOrd="0" destOrd="4" presId="urn:microsoft.com/office/officeart/2018/5/layout/CenteredIconLabelDescriptionList"/>
    <dgm:cxn modelId="{89CE5041-6C10-47C5-AE02-148379DF8C30}" srcId="{3873370A-FEBE-4D35-B136-8D4FFDCB6509}" destId="{60495F04-EB0C-4E2E-9DE5-2701B9EC824D}" srcOrd="0" destOrd="0" parTransId="{4A69A050-A56E-4AB9-B948-A52C703EA6B8}" sibTransId="{3337FBAC-60B0-4279-B398-2711245A7855}"/>
    <dgm:cxn modelId="{BEF45254-A43D-4D75-AACD-508025F48A21}" type="presOf" srcId="{7302C714-9B3C-48E9-895C-1A96F7E37A37}" destId="{76A5716B-7FFD-415D-9C8D-B490DE4AB477}" srcOrd="0" destOrd="5" presId="urn:microsoft.com/office/officeart/2018/5/layout/CenteredIconLabelDescriptionList"/>
    <dgm:cxn modelId="{F4AB567C-2D55-4C0E-B165-D678D9BF5AE0}" srcId="{4803CCA3-AB4E-4908-BDAF-8ADBF1F24A18}" destId="{5BE1E40A-988D-47C8-A331-14121F4C32C6}" srcOrd="4" destOrd="0" parTransId="{E2EA03A4-2156-4099-A840-CCCAB0559455}" sibTransId="{A066B287-6C98-4792-92E4-712FE8950381}"/>
    <dgm:cxn modelId="{7B3EE37F-5D20-4AB5-9E25-9EE6B83F980F}" srcId="{3873370A-FEBE-4D35-B136-8D4FFDCB6509}" destId="{4803CCA3-AB4E-4908-BDAF-8ADBF1F24A18}" srcOrd="2" destOrd="0" parTransId="{A7C1EFEC-FA25-40EA-877A-408F49C917E3}" sibTransId="{F48712CE-561D-420C-AD32-B9213C3ADACB}"/>
    <dgm:cxn modelId="{54C86A88-F62C-4B1B-BE54-9F50ED1685B5}" srcId="{3873370A-FEBE-4D35-B136-8D4FFDCB6509}" destId="{D7305EED-7595-4403-822F-44347DFA1296}" srcOrd="1" destOrd="0" parTransId="{CE8C9F91-6051-43D8-8D03-A84E776B4EBD}" sibTransId="{44BCD878-9233-4D3C-94B0-3C8ED08BBECC}"/>
    <dgm:cxn modelId="{F25F8D88-3BF9-4875-A228-897BB55330E1}" srcId="{4803CCA3-AB4E-4908-BDAF-8ADBF1F24A18}" destId="{B0CBCEA8-C12C-495C-9CA1-CBA7C8B48BC4}" srcOrd="3" destOrd="0" parTransId="{9B3E3FA8-93A2-4BAB-91DC-5DACE4C57EE0}" sibTransId="{8E4A4ABC-F7A8-475F-90BE-BDB97B665334}"/>
    <dgm:cxn modelId="{84180792-FAF7-4649-8DA1-93C5763A3435}" srcId="{4803CCA3-AB4E-4908-BDAF-8ADBF1F24A18}" destId="{1CD55447-EB56-415F-BCC4-92139599FFA6}" srcOrd="0" destOrd="0" parTransId="{7F5A9B56-BCD4-4759-BE8F-F853C175A2EA}" sibTransId="{FAAA712C-9886-4F5C-A2E0-E205CB9EC01F}"/>
    <dgm:cxn modelId="{3BB167B7-438A-4533-A939-6644162EAEB3}" type="presOf" srcId="{3873370A-FEBE-4D35-B136-8D4FFDCB6509}" destId="{0CD80300-8179-4C89-84D8-F5EAA9AB0A59}" srcOrd="0" destOrd="0" presId="urn:microsoft.com/office/officeart/2018/5/layout/CenteredIconLabelDescriptionList"/>
    <dgm:cxn modelId="{210DCECC-0044-42F1-A251-21534276AF9E}" type="presOf" srcId="{1CD55447-EB56-415F-BCC4-92139599FFA6}" destId="{76A5716B-7FFD-415D-9C8D-B490DE4AB477}" srcOrd="0" destOrd="0" presId="urn:microsoft.com/office/officeart/2018/5/layout/CenteredIconLabelDescriptionList"/>
    <dgm:cxn modelId="{51E7B0D0-7AFE-44D9-B664-C73F9965FDDB}" type="presOf" srcId="{60495F04-EB0C-4E2E-9DE5-2701B9EC824D}" destId="{3FBE0042-2233-484B-AC21-133E29322CCD}" srcOrd="0" destOrd="0" presId="urn:microsoft.com/office/officeart/2018/5/layout/CenteredIconLabelDescriptionList"/>
    <dgm:cxn modelId="{3766E1D2-E7C5-427B-81D7-48AA7F5F4399}" type="presOf" srcId="{D7305EED-7595-4403-822F-44347DFA1296}" destId="{B34064A5-3A91-4B81-A3E2-FD094A8DC933}" srcOrd="0" destOrd="0" presId="urn:microsoft.com/office/officeart/2018/5/layout/CenteredIconLabelDescriptionList"/>
    <dgm:cxn modelId="{6B2324D8-493A-479B-B95D-9E703EE9D12F}" type="presOf" srcId="{1B72560F-EB65-4239-ACE2-BD7BEAC06C5F}" destId="{76A5716B-7FFD-415D-9C8D-B490DE4AB477}" srcOrd="0" destOrd="2" presId="urn:microsoft.com/office/officeart/2018/5/layout/CenteredIconLabelDescriptionList"/>
    <dgm:cxn modelId="{52323ADB-92BE-4500-B178-FD4B333B2B2A}" type="presOf" srcId="{B0CBCEA8-C12C-495C-9CA1-CBA7C8B48BC4}" destId="{76A5716B-7FFD-415D-9C8D-B490DE4AB477}" srcOrd="0" destOrd="3" presId="urn:microsoft.com/office/officeart/2018/5/layout/CenteredIconLabelDescriptionList"/>
    <dgm:cxn modelId="{F8A415E2-FC12-45FE-8B96-86E6694BC198}" type="presOf" srcId="{CAB27635-CFF7-4C64-BECC-01D51F286547}" destId="{76A5716B-7FFD-415D-9C8D-B490DE4AB477}" srcOrd="0" destOrd="1" presId="urn:microsoft.com/office/officeart/2018/5/layout/CenteredIconLabelDescriptionList"/>
    <dgm:cxn modelId="{23D87AE9-C966-4545-AFDF-06E64E132F62}" srcId="{4803CCA3-AB4E-4908-BDAF-8ADBF1F24A18}" destId="{CAB27635-CFF7-4C64-BECC-01D51F286547}" srcOrd="1" destOrd="0" parTransId="{1E7A7324-091F-4BDD-8609-6824A9AC19CE}" sibTransId="{2A9112B7-81F8-4D22-BB66-BF8C21CDDD36}"/>
    <dgm:cxn modelId="{138089F0-48C5-4CEB-BC16-07C994ED2C5A}" srcId="{4803CCA3-AB4E-4908-BDAF-8ADBF1F24A18}" destId="{1B72560F-EB65-4239-ACE2-BD7BEAC06C5F}" srcOrd="2" destOrd="0" parTransId="{62968D92-4379-4F1C-8ABF-9A9B17F3B7FC}" sibTransId="{DEA5437A-6EBD-413F-8750-082B319F4E55}"/>
    <dgm:cxn modelId="{FE92C432-B04D-424F-93EF-20537961C745}" type="presParOf" srcId="{0CD80300-8179-4C89-84D8-F5EAA9AB0A59}" destId="{18864508-3F57-40EB-B329-F9621F2E2A38}" srcOrd="0" destOrd="0" presId="urn:microsoft.com/office/officeart/2018/5/layout/CenteredIconLabelDescriptionList"/>
    <dgm:cxn modelId="{9D4954D2-C7A8-421B-BD8F-5AF25A4C4535}" type="presParOf" srcId="{18864508-3F57-40EB-B329-F9621F2E2A38}" destId="{336CECC4-AE31-4BDC-99DC-178C3B4285FE}" srcOrd="0" destOrd="0" presId="urn:microsoft.com/office/officeart/2018/5/layout/CenteredIconLabelDescriptionList"/>
    <dgm:cxn modelId="{17234A32-5ADE-4D5C-A3AB-35EEAC20CF46}" type="presParOf" srcId="{18864508-3F57-40EB-B329-F9621F2E2A38}" destId="{BB4478E4-917A-4705-9C7E-C99C31FB7C8A}" srcOrd="1" destOrd="0" presId="urn:microsoft.com/office/officeart/2018/5/layout/CenteredIconLabelDescriptionList"/>
    <dgm:cxn modelId="{82BC6F9B-7F1A-4737-AB64-12D558428E7C}" type="presParOf" srcId="{18864508-3F57-40EB-B329-F9621F2E2A38}" destId="{3FBE0042-2233-484B-AC21-133E29322CCD}" srcOrd="2" destOrd="0" presId="urn:microsoft.com/office/officeart/2018/5/layout/CenteredIconLabelDescriptionList"/>
    <dgm:cxn modelId="{97CE367C-60AA-4BD6-A60D-6A5E8E764184}" type="presParOf" srcId="{18864508-3F57-40EB-B329-F9621F2E2A38}" destId="{CDFAA3FA-0462-44E6-BD85-431B8F131E34}" srcOrd="3" destOrd="0" presId="urn:microsoft.com/office/officeart/2018/5/layout/CenteredIconLabelDescriptionList"/>
    <dgm:cxn modelId="{52B43BB9-0E73-4F63-91C5-79C8C16EA3C0}" type="presParOf" srcId="{18864508-3F57-40EB-B329-F9621F2E2A38}" destId="{F3E462C3-57A9-487D-A151-A821B21E37F6}" srcOrd="4" destOrd="0" presId="urn:microsoft.com/office/officeart/2018/5/layout/CenteredIconLabelDescriptionList"/>
    <dgm:cxn modelId="{010358CF-DCE1-4BE1-91E2-613F43B97E6C}" type="presParOf" srcId="{0CD80300-8179-4C89-84D8-F5EAA9AB0A59}" destId="{3F5EE2FF-5CCB-4B18-92A8-EEBFEA4D1F63}" srcOrd="1" destOrd="0" presId="urn:microsoft.com/office/officeart/2018/5/layout/CenteredIconLabelDescriptionList"/>
    <dgm:cxn modelId="{67C88C70-F12E-4D4F-B1A1-5A4653410949}" type="presParOf" srcId="{0CD80300-8179-4C89-84D8-F5EAA9AB0A59}" destId="{4AA189E0-5E75-4715-8716-9A7FDD4F81B5}" srcOrd="2" destOrd="0" presId="urn:microsoft.com/office/officeart/2018/5/layout/CenteredIconLabelDescriptionList"/>
    <dgm:cxn modelId="{22A1F1C7-02A1-4567-92F0-1D25F185A3B3}" type="presParOf" srcId="{4AA189E0-5E75-4715-8716-9A7FDD4F81B5}" destId="{CACF2C56-E58C-4525-B002-E6577DE14C03}" srcOrd="0" destOrd="0" presId="urn:microsoft.com/office/officeart/2018/5/layout/CenteredIconLabelDescriptionList"/>
    <dgm:cxn modelId="{1D9BFABF-3F36-4697-A426-E97A6BFA4E03}" type="presParOf" srcId="{4AA189E0-5E75-4715-8716-9A7FDD4F81B5}" destId="{B123F93D-918F-414B-ADF4-509038FEFE56}" srcOrd="1" destOrd="0" presId="urn:microsoft.com/office/officeart/2018/5/layout/CenteredIconLabelDescriptionList"/>
    <dgm:cxn modelId="{4C836637-28B2-473E-A9F6-6944946BCBCC}" type="presParOf" srcId="{4AA189E0-5E75-4715-8716-9A7FDD4F81B5}" destId="{B34064A5-3A91-4B81-A3E2-FD094A8DC933}" srcOrd="2" destOrd="0" presId="urn:microsoft.com/office/officeart/2018/5/layout/CenteredIconLabelDescriptionList"/>
    <dgm:cxn modelId="{FD783491-5ABA-4CC8-82BC-0FF34A9389F9}" type="presParOf" srcId="{4AA189E0-5E75-4715-8716-9A7FDD4F81B5}" destId="{15D98761-9860-4F8F-8B11-88623EB64260}" srcOrd="3" destOrd="0" presId="urn:microsoft.com/office/officeart/2018/5/layout/CenteredIconLabelDescriptionList"/>
    <dgm:cxn modelId="{BF453B91-CA14-46B5-86A5-9FC1C0D85E83}" type="presParOf" srcId="{4AA189E0-5E75-4715-8716-9A7FDD4F81B5}" destId="{7F36C8EB-9ADC-4F5F-BCB1-1CA5AEAA66EB}" srcOrd="4" destOrd="0" presId="urn:microsoft.com/office/officeart/2018/5/layout/CenteredIconLabelDescriptionList"/>
    <dgm:cxn modelId="{69073D9A-70AC-4FC3-8861-19E48B1BFD1E}" type="presParOf" srcId="{0CD80300-8179-4C89-84D8-F5EAA9AB0A59}" destId="{86F3754A-038B-4AA8-AB83-560AA2C9766C}" srcOrd="3" destOrd="0" presId="urn:microsoft.com/office/officeart/2018/5/layout/CenteredIconLabelDescriptionList"/>
    <dgm:cxn modelId="{AB0F670D-340E-4F30-84F7-5DB996ED80FF}" type="presParOf" srcId="{0CD80300-8179-4C89-84D8-F5EAA9AB0A59}" destId="{F0CAD0FC-118A-44E0-B882-5B143FCD9815}" srcOrd="4" destOrd="0" presId="urn:microsoft.com/office/officeart/2018/5/layout/CenteredIconLabelDescriptionList"/>
    <dgm:cxn modelId="{4C0D6DD1-94DA-449E-A2C9-91C9305F7CB9}" type="presParOf" srcId="{F0CAD0FC-118A-44E0-B882-5B143FCD9815}" destId="{20C1FD39-D84C-4979-AD45-DA9C81E38671}" srcOrd="0" destOrd="0" presId="urn:microsoft.com/office/officeart/2018/5/layout/CenteredIconLabelDescriptionList"/>
    <dgm:cxn modelId="{491855F2-3CB9-488C-9ABC-52C2E95F759A}" type="presParOf" srcId="{F0CAD0FC-118A-44E0-B882-5B143FCD9815}" destId="{0497A781-D617-4B22-A7D3-129BA8C95E80}" srcOrd="1" destOrd="0" presId="urn:microsoft.com/office/officeart/2018/5/layout/CenteredIconLabelDescriptionList"/>
    <dgm:cxn modelId="{C1C6DB44-35E4-4A7F-901F-4450DABE159C}" type="presParOf" srcId="{F0CAD0FC-118A-44E0-B882-5B143FCD9815}" destId="{E7741800-A4A3-4D1F-9F05-60938EEF15A7}" srcOrd="2" destOrd="0" presId="urn:microsoft.com/office/officeart/2018/5/layout/CenteredIconLabelDescriptionList"/>
    <dgm:cxn modelId="{F9F08DF5-8E2F-4B3D-8495-E8C5848D80EC}" type="presParOf" srcId="{F0CAD0FC-118A-44E0-B882-5B143FCD9815}" destId="{DF2FCD51-6EA0-4FA4-8863-E5C6325C5E0C}" srcOrd="3" destOrd="0" presId="urn:microsoft.com/office/officeart/2018/5/layout/CenteredIconLabelDescriptionList"/>
    <dgm:cxn modelId="{7CB24E96-298F-4261-BA9C-121A5A0D15DD}" type="presParOf" srcId="{F0CAD0FC-118A-44E0-B882-5B143FCD9815}" destId="{76A5716B-7FFD-415D-9C8D-B490DE4AB47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10E5F4-FF1D-4A4F-BFC1-762AB6E520AC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01239-0061-404D-A049-54467C59F596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Free plan</a:t>
          </a:r>
          <a:endParaRPr lang="en-US" sz="3800" kern="1200" dirty="0"/>
        </a:p>
      </dsp:txBody>
      <dsp:txXfrm>
        <a:off x="299702" y="1282093"/>
        <a:ext cx="2200851" cy="1366505"/>
      </dsp:txXfrm>
    </dsp:sp>
    <dsp:sp modelId="{C8116A82-BB5F-47AC-9B99-7FCBE1D64EEF}">
      <dsp:nvSpPr>
        <dsp:cNvPr id="0" name=""/>
        <dsp:cNvSpPr/>
      </dsp:nvSpPr>
      <dsp:spPr>
        <a:xfrm>
          <a:off x="8310894" y="930345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4123D-092F-405E-9FCF-0F7EAF0A9000}">
      <dsp:nvSpPr>
        <dsp:cNvPr id="0" name=""/>
        <dsp:cNvSpPr/>
      </dsp:nvSpPr>
      <dsp:spPr>
        <a:xfrm>
          <a:off x="8564880" y="1171633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Paid plan</a:t>
          </a:r>
          <a:endParaRPr lang="en-US" sz="3800" kern="1200" dirty="0"/>
        </a:p>
      </dsp:txBody>
      <dsp:txXfrm>
        <a:off x="8607394" y="1214147"/>
        <a:ext cx="2200851" cy="1366505"/>
      </dsp:txXfrm>
    </dsp:sp>
    <dsp:sp modelId="{6D0FC994-30FF-4BEC-9FD1-D757A3E130FB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D1305-59DB-4E22-B828-554949DFC673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Short-term trial</a:t>
          </a:r>
          <a:endParaRPr lang="en-US" sz="3800" kern="1200" dirty="0"/>
        </a:p>
      </dsp:txBody>
      <dsp:txXfrm>
        <a:off x="5887408" y="1282093"/>
        <a:ext cx="2200851" cy="1366505"/>
      </dsp:txXfrm>
    </dsp:sp>
    <dsp:sp modelId="{CD32E707-355B-4369-B31E-F9C0418DBAA5}">
      <dsp:nvSpPr>
        <dsp:cNvPr id="0" name=""/>
        <dsp:cNvSpPr/>
      </dsp:nvSpPr>
      <dsp:spPr>
        <a:xfrm>
          <a:off x="2706315" y="1012212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58C42-88E9-4478-8E82-2C7C289D5E33}">
      <dsp:nvSpPr>
        <dsp:cNvPr id="0" name=""/>
        <dsp:cNvSpPr/>
      </dsp:nvSpPr>
      <dsp:spPr>
        <a:xfrm>
          <a:off x="2960302" y="125349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800" kern="1200" dirty="0"/>
            <a:t>Always free</a:t>
          </a:r>
          <a:endParaRPr lang="en-US" sz="3800" kern="1200" dirty="0"/>
        </a:p>
      </dsp:txBody>
      <dsp:txXfrm>
        <a:off x="3002816" y="129601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435DB-6E84-4DBF-9434-72D6A2535AA2}">
      <dsp:nvSpPr>
        <dsp:cNvPr id="0" name=""/>
        <dsp:cNvSpPr/>
      </dsp:nvSpPr>
      <dsp:spPr>
        <a:xfrm>
          <a:off x="765914" y="135888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1DE2B-BCCF-4688-A0A9-3C96EB39C247}">
      <dsp:nvSpPr>
        <dsp:cNvPr id="0" name=""/>
        <dsp:cNvSpPr/>
      </dsp:nvSpPr>
      <dsp:spPr>
        <a:xfrm>
          <a:off x="765914" y="1816492"/>
          <a:ext cx="432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/>
            <a:t>Valid for 12 months from the date you create your AWS account.</a:t>
          </a:r>
          <a:br>
            <a:rPr lang="en-US" sz="1500" kern="1200" dirty="0"/>
          </a:br>
          <a:endParaRPr lang="en-US" sz="1500" kern="1200" dirty="0"/>
        </a:p>
      </dsp:txBody>
      <dsp:txXfrm>
        <a:off x="765914" y="1816492"/>
        <a:ext cx="4320000" cy="810000"/>
      </dsp:txXfrm>
    </dsp:sp>
    <dsp:sp modelId="{0FF82198-1EE6-4F27-9F9E-85D4CD4C9627}">
      <dsp:nvSpPr>
        <dsp:cNvPr id="0" name=""/>
        <dsp:cNvSpPr/>
      </dsp:nvSpPr>
      <dsp:spPr>
        <a:xfrm>
          <a:off x="765914" y="2704913"/>
          <a:ext cx="4320000" cy="1352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3365A5-F5F4-45C7-B79C-3A86F612C670}">
      <dsp:nvSpPr>
        <dsp:cNvPr id="0" name=""/>
        <dsp:cNvSpPr/>
      </dsp:nvSpPr>
      <dsp:spPr>
        <a:xfrm>
          <a:off x="5841914" y="135888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0B715-6941-467C-8A2E-9327F02CA3E5}">
      <dsp:nvSpPr>
        <dsp:cNvPr id="0" name=""/>
        <dsp:cNvSpPr/>
      </dsp:nvSpPr>
      <dsp:spPr>
        <a:xfrm>
          <a:off x="5841914" y="1816492"/>
          <a:ext cx="4320000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/>
            <a:t>After 12 months or if usage exceeds limits → normal charges apply.</a:t>
          </a:r>
        </a:p>
      </dsp:txBody>
      <dsp:txXfrm>
        <a:off x="5841914" y="1816492"/>
        <a:ext cx="4320000" cy="810000"/>
      </dsp:txXfrm>
    </dsp:sp>
    <dsp:sp modelId="{10946615-EDAA-45AF-952D-B4E1F2ACC574}">
      <dsp:nvSpPr>
        <dsp:cNvPr id="0" name=""/>
        <dsp:cNvSpPr/>
      </dsp:nvSpPr>
      <dsp:spPr>
        <a:xfrm>
          <a:off x="5823640" y="2611056"/>
          <a:ext cx="4320000" cy="1352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Examples : - 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Amazon EC2 → 750 hours/month of Linux or Windows t2.micro / t3.micro instance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kern="1200" dirty="0"/>
            <a:t>Elastic Load Balancer (ELB) → 750 hours + 15 GB data processing</a:t>
          </a:r>
          <a:endParaRPr lang="en-US" sz="1700" kern="1200" dirty="0"/>
        </a:p>
      </dsp:txBody>
      <dsp:txXfrm>
        <a:off x="5823640" y="2611056"/>
        <a:ext cx="4320000" cy="1352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CECC4-AE31-4BDC-99DC-178C3B4285FE}">
      <dsp:nvSpPr>
        <dsp:cNvPr id="0" name=""/>
        <dsp:cNvSpPr/>
      </dsp:nvSpPr>
      <dsp:spPr>
        <a:xfrm>
          <a:off x="1065737" y="355201"/>
          <a:ext cx="1140268" cy="11402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E0042-2233-484B-AC21-133E29322CCD}">
      <dsp:nvSpPr>
        <dsp:cNvPr id="0" name=""/>
        <dsp:cNvSpPr/>
      </dsp:nvSpPr>
      <dsp:spPr>
        <a:xfrm>
          <a:off x="6916" y="1645212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kern="1200" dirty="0"/>
            <a:t>Available forever, no time limit.</a:t>
          </a:r>
        </a:p>
      </dsp:txBody>
      <dsp:txXfrm>
        <a:off x="6916" y="1645212"/>
        <a:ext cx="3257909" cy="488686"/>
      </dsp:txXfrm>
    </dsp:sp>
    <dsp:sp modelId="{F3E462C3-57A9-487D-A151-A821B21E37F6}">
      <dsp:nvSpPr>
        <dsp:cNvPr id="0" name=""/>
        <dsp:cNvSpPr/>
      </dsp:nvSpPr>
      <dsp:spPr>
        <a:xfrm>
          <a:off x="6916" y="2203546"/>
          <a:ext cx="3257909" cy="163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CF2C56-E58C-4525-B002-E6577DE14C03}">
      <dsp:nvSpPr>
        <dsp:cNvPr id="0" name=""/>
        <dsp:cNvSpPr/>
      </dsp:nvSpPr>
      <dsp:spPr>
        <a:xfrm>
          <a:off x="4893780" y="355201"/>
          <a:ext cx="1140268" cy="11402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4064A5-3A91-4B81-A3E2-FD094A8DC933}">
      <dsp:nvSpPr>
        <dsp:cNvPr id="0" name=""/>
        <dsp:cNvSpPr/>
      </dsp:nvSpPr>
      <dsp:spPr>
        <a:xfrm>
          <a:off x="3834959" y="1645212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b="0" kern="1200" dirty="0"/>
            <a:t>Great for learning and small workloads.</a:t>
          </a:r>
        </a:p>
      </dsp:txBody>
      <dsp:txXfrm>
        <a:off x="3834959" y="1645212"/>
        <a:ext cx="3257909" cy="488686"/>
      </dsp:txXfrm>
    </dsp:sp>
    <dsp:sp modelId="{7F36C8EB-9ADC-4F5F-BCB1-1CA5AEAA66EB}">
      <dsp:nvSpPr>
        <dsp:cNvPr id="0" name=""/>
        <dsp:cNvSpPr/>
      </dsp:nvSpPr>
      <dsp:spPr>
        <a:xfrm>
          <a:off x="3834959" y="2203546"/>
          <a:ext cx="3257909" cy="163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C1FD39-D84C-4979-AD45-DA9C81E38671}">
      <dsp:nvSpPr>
        <dsp:cNvPr id="0" name=""/>
        <dsp:cNvSpPr/>
      </dsp:nvSpPr>
      <dsp:spPr>
        <a:xfrm>
          <a:off x="8721823" y="355201"/>
          <a:ext cx="1140268" cy="11402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41800-A4A3-4D1F-9F05-60938EEF15A7}">
      <dsp:nvSpPr>
        <dsp:cNvPr id="0" name=""/>
        <dsp:cNvSpPr/>
      </dsp:nvSpPr>
      <dsp:spPr>
        <a:xfrm>
          <a:off x="7663003" y="1645212"/>
          <a:ext cx="3257909" cy="4886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 dirty="0"/>
            <a:t>Examples:</a:t>
          </a:r>
        </a:p>
      </dsp:txBody>
      <dsp:txXfrm>
        <a:off x="7663003" y="1645212"/>
        <a:ext cx="3257909" cy="488686"/>
      </dsp:txXfrm>
    </dsp:sp>
    <dsp:sp modelId="{76A5716B-7FFD-415D-9C8D-B490DE4AB477}">
      <dsp:nvSpPr>
        <dsp:cNvPr id="0" name=""/>
        <dsp:cNvSpPr/>
      </dsp:nvSpPr>
      <dsp:spPr>
        <a:xfrm>
          <a:off x="7663003" y="2203546"/>
          <a:ext cx="3257909" cy="1634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AWS Lambda → 1 million requests/month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DynamoDB → 25 GB storage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Amazon S3 → 5 GB standard storage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Amazon CloudWatch → 10 custom metrics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 million API requests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AWS Glue Data Catalog → 1 million stored objects</a:t>
          </a:r>
        </a:p>
      </dsp:txBody>
      <dsp:txXfrm>
        <a:off x="7663003" y="2203546"/>
        <a:ext cx="3257909" cy="16340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88B4D-C8D3-484E-B53B-517687F83340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EC2A4-528C-4585-ACF8-88530193D3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374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54A6-C462-E7F2-C329-F865E0E3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10939-C6C3-8B28-97C7-9E433EF48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A0B7-34F2-84E8-DCF3-771C9A39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5E5E8-53DE-AE44-6DED-06B8DC72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15897-00D7-D704-6F74-BA016F9E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46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414C-F117-BD2B-6695-8417C0CD2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7A735-6B52-74E2-76FF-C02926A80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CC7CE-D908-25F4-07DA-3CD39050E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55EF8-8790-37C9-B397-11E6791F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7934D-3907-2570-3E74-1A4764BF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36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3928-7085-C389-3424-3AADBC75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E5173-5E95-42FC-BED2-DFDD393C6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540C-05DC-8414-03AF-6811B8E5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D83CE-7486-CBE9-623D-F7233090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17EED-9AD5-85A0-6F4E-37F52691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033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AFAE-855A-7159-26A6-DA0BFB5E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28ABD-6136-F067-F72D-2498DEA59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2FDEF-4E94-AA30-7FA3-B33BA61BF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C0100-BBE6-F2E7-AAC8-182BE7FB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DA0E7-5D12-8748-B056-C6A2924D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806FC-4C7C-292E-598A-595E0B9F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96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59F0-EC33-12F4-6D4C-9EB9C359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A436F-B149-BBDA-007B-A67CC6AB5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A453A-9C3F-989E-052E-F4AE91969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5FF93-5595-B317-0243-916F60442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4B02E-B93C-FDEB-84B3-34D55BA66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F43F1-C973-BED4-EF44-CC5B56CF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D513C-476B-E11B-FEA0-50CC7228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9DFB40-6043-2029-6931-DAEF5FC6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35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0B694-9CFE-0267-74EF-F76AF5D8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10225-EB30-DFE6-C9A2-0FCBC264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99984-24BB-E960-553B-F3668E611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A5FEA-D14F-46DE-F57E-00283D81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99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DB2C7E-97CD-7948-CC0D-4B846F9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2D340-D8B5-BB81-3B01-B16CB28A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20EB4-6B83-756B-9290-C716FD23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99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34D2-24F6-4954-F1C9-8B8CE3E9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B8B0-2BD8-2BA7-5997-81FA103A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482D4-C06B-D2DB-E875-41E58EFD8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0FB4E-8781-BBAF-B78C-D7041BE1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E905E-BEC2-9C77-64B8-34CEAC7C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2AC05-95BB-2C21-9DAA-62FC237A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41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1443-9E17-6532-0DD0-132BE173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B8261-FEC8-0594-188A-FC417195E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91F34-76DF-D27E-5B6F-7CAB741FE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E89E2-DA0A-86D5-7783-3FEB2BEB8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951FC-2A24-6D5E-2B5D-4BF624E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75243-2850-EF8B-D74F-7A38E448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97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987F-092D-50EC-B9C0-1529C2CCC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ACBB1-F97C-99E4-C295-20E28FFFD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15FF-021F-43AF-3DE6-CBDA846B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60DFA-3AD5-664F-1190-C00F1014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153C-FA76-AED2-81DE-BD71FFC6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2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3DD5C-7CBA-15D5-C38D-569A6A389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F1F47-DDAE-6CB9-44C6-BA2A07A27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D27FD-C3B0-7900-0837-FDCD085B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AFD44-DF46-DD25-0215-AC55D08EA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F19DB-42BB-1DA3-D249-97B5114D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E2EC1-6B0C-7AE7-6563-BA2403C6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A09E3-9AC9-0F4C-37CD-4DEDD4389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6CCB-FDE1-3F92-9045-05D96BC53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3026D-D298-420D-BCB7-D5ED252D8A6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918D-36E3-31F3-212D-0499A9778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5CEA1-3E0D-96B0-26A8-ED3E02806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ACF041-1887-4376-9305-B9F5DEB3B6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0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82D0E-0457-E9A9-DFDC-9ECC0C91B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Explore AWS Plans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5877C-316D-FA07-B893-117AAF377145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2907B7D-0E59-0A98-9A46-25E2FF708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2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341632-3F55-8053-7149-FE6F6B66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AWS Offering 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D7194-6817-E6E2-093D-1E500B015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58277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89492B0-D0A9-FC26-BB8A-333F6013E632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E6C5242-32D8-8DC9-0290-29FFC63143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4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3407E1-4918-5C61-F8D0-56742913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Free plan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37E5AA-DD87-95F2-84A3-9304CA3ECF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541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E086B28-309F-9697-4375-6CAAFE95DAC5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9E9F96A6-176A-2B61-6ACB-289524EBA4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CF767F-8165-6FCF-5316-30872A9B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pPr algn="ctr"/>
            <a:r>
              <a:rPr lang="en-IN" sz="3600" dirty="0">
                <a:solidFill>
                  <a:srgbClr val="FFFFFF"/>
                </a:solidFill>
              </a:rPr>
              <a:t>Always free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767A83-361C-B2A8-089C-21A8504B9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61271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A7EA6EA-A3E9-7D48-5D5A-11EDB54B163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BA920B6-7543-E8A0-8230-1B1B5E3F68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5E754-C9FC-0602-0D00-137B3EB5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</a:rPr>
              <a:t>Paid 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92918B5-6DBF-AA72-7F4F-4E438510C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IN" sz="2400" dirty="0"/>
              <a:t>12-Months Free</a:t>
            </a:r>
          </a:p>
          <a:p>
            <a:r>
              <a:rPr lang="en-IN" sz="2400" dirty="0"/>
              <a:t>Free for 12 months after account creation.</a:t>
            </a:r>
            <a:br>
              <a:rPr lang="en-IN" sz="2400" dirty="0"/>
            </a:br>
            <a:endParaRPr lang="en-IN" sz="2400" dirty="0"/>
          </a:p>
          <a:p>
            <a:pPr marL="0" indent="0">
              <a:buNone/>
            </a:pPr>
            <a:r>
              <a:rPr lang="en-IN" sz="2400" dirty="0"/>
              <a:t>Examples:</a:t>
            </a:r>
          </a:p>
          <a:p>
            <a:pPr lvl="1"/>
            <a:r>
              <a:rPr lang="en-IN" dirty="0"/>
              <a:t>Amazon EC2 → 750 hours/month of t2.micro or t3.micro instance</a:t>
            </a:r>
          </a:p>
          <a:p>
            <a:pPr lvl="1"/>
            <a:r>
              <a:rPr lang="en-IN" dirty="0"/>
              <a:t>Amazon RDS → 750 hours/month of db.t2.micro or db.t3.micro</a:t>
            </a:r>
          </a:p>
          <a:p>
            <a:pPr lvl="1"/>
            <a:r>
              <a:rPr lang="en-IN" dirty="0"/>
              <a:t>Amazon S3 → 5 GB storage</a:t>
            </a:r>
          </a:p>
          <a:p>
            <a:pPr lvl="1"/>
            <a:r>
              <a:rPr lang="en-IN" dirty="0"/>
              <a:t>Amazon CloudFront → 50 GB data transfer + 2 million requests</a:t>
            </a:r>
          </a:p>
          <a:p>
            <a:pPr lvl="1"/>
            <a:r>
              <a:rPr lang="en-IN" dirty="0"/>
              <a:t>Amazon EBS → 30 GB SSD or Magnetic storage</a:t>
            </a:r>
          </a:p>
          <a:p>
            <a:endParaRPr lang="en-IN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8190B-9AFE-6BFD-39F0-22A7C882F8A1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29C80BF-1EEF-CA71-151B-82196FE4F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4D6B8-A9B1-5B5C-A38D-70D5B500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</a:rPr>
              <a:t>Short-term trial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6D51A-41E0-4B49-42AC-62A3E3FAF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Free for a limited duration (e.g., 30 days, 60 days).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/>
              <a:t>Examples:</a:t>
            </a:r>
          </a:p>
          <a:p>
            <a:pPr lvl="2"/>
            <a:r>
              <a:rPr lang="en-US" sz="2400" dirty="0"/>
              <a:t>Amazon Inspector → 15 days free trial</a:t>
            </a:r>
          </a:p>
          <a:p>
            <a:pPr lvl="2"/>
            <a:r>
              <a:rPr lang="en-US" sz="2400" dirty="0"/>
              <a:t>Amazon Redshift → 2 months free, 750 hours/month dc2.large</a:t>
            </a:r>
          </a:p>
          <a:p>
            <a:pPr lvl="2"/>
            <a:r>
              <a:rPr lang="en-US" sz="2400" dirty="0"/>
              <a:t>Amazon QuickSight → 60-day free trial</a:t>
            </a:r>
          </a:p>
          <a:p>
            <a:pPr lvl="2"/>
            <a:r>
              <a:rPr lang="en-US" sz="2400" dirty="0"/>
              <a:t>AWS Systems Manager → 30 days</a:t>
            </a:r>
          </a:p>
          <a:p>
            <a:pPr lvl="2"/>
            <a:r>
              <a:rPr lang="en-US" sz="2400" dirty="0"/>
              <a:t>Amazon </a:t>
            </a:r>
            <a:r>
              <a:rPr lang="en-US" sz="2400" dirty="0" err="1"/>
              <a:t>Lightsail</a:t>
            </a:r>
            <a:r>
              <a:rPr lang="en-US" sz="2400" dirty="0"/>
              <a:t> → 3 months free (for certain instance sizes)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3A55A-A2BE-EAA4-E53B-212243508034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051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289</Words>
  <Application>Microsoft Office PowerPoint</Application>
  <PresentationFormat>Widescreen</PresentationFormat>
  <Paragraphs>42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Explore AWS Plans</vt:lpstr>
      <vt:lpstr>AWS Offering </vt:lpstr>
      <vt:lpstr>Free plan</vt:lpstr>
      <vt:lpstr>Always free</vt:lpstr>
      <vt:lpstr>Paid plan</vt:lpstr>
      <vt:lpstr>Short-term trial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48</cp:revision>
  <dcterms:created xsi:type="dcterms:W3CDTF">2025-10-17T06:41:43Z</dcterms:created>
  <dcterms:modified xsi:type="dcterms:W3CDTF">2025-10-27T04:36:21Z</dcterms:modified>
</cp:coreProperties>
</file>