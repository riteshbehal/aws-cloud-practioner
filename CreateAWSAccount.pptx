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C2B5C1-4F8F-41F1-BD27-189019425E40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D04C3D1-EAA9-4BE0-81C5-3A8F8DB95ABE}">
      <dgm:prSet custT="1"/>
      <dgm:spPr/>
      <dgm:t>
        <a:bodyPr/>
        <a:lstStyle/>
        <a:p>
          <a:r>
            <a:rPr lang="en-US" sz="1600" dirty="0"/>
            <a:t>Step 1: Enter your account information</a:t>
          </a:r>
        </a:p>
      </dgm:t>
    </dgm:pt>
    <dgm:pt modelId="{77025C37-78A4-4582-8BD6-C61A49CA245A}" type="parTrans" cxnId="{EF4D437D-2259-480E-8230-9378F2160FA6}">
      <dgm:prSet/>
      <dgm:spPr/>
      <dgm:t>
        <a:bodyPr/>
        <a:lstStyle/>
        <a:p>
          <a:endParaRPr lang="en-US"/>
        </a:p>
      </dgm:t>
    </dgm:pt>
    <dgm:pt modelId="{80B339F0-5BFA-422B-B114-90DD182F9FF9}" type="sibTrans" cxnId="{EF4D437D-2259-480E-8230-9378F2160FA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D31656E-AD54-4B77-A02D-13587A81B9BE}">
      <dgm:prSet/>
      <dgm:spPr/>
      <dgm:t>
        <a:bodyPr/>
        <a:lstStyle/>
        <a:p>
          <a:r>
            <a:rPr lang="en-US" dirty="0"/>
            <a:t>Step 2: Add your contact information</a:t>
          </a:r>
        </a:p>
      </dgm:t>
    </dgm:pt>
    <dgm:pt modelId="{7B6E24D0-9CF4-4886-9480-A4977E26CE96}" type="parTrans" cxnId="{8ECFDE09-9077-4163-B6CC-D2B23C19C3B6}">
      <dgm:prSet/>
      <dgm:spPr/>
      <dgm:t>
        <a:bodyPr/>
        <a:lstStyle/>
        <a:p>
          <a:endParaRPr lang="en-US"/>
        </a:p>
      </dgm:t>
    </dgm:pt>
    <dgm:pt modelId="{943AB3AB-8BF7-4AAD-B76F-19ABDDE7DA9D}" type="sibTrans" cxnId="{8ECFDE09-9077-4163-B6CC-D2B23C19C3B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DA7AD36-0393-451A-97E4-58ED5DF26A46}">
      <dgm:prSet/>
      <dgm:spPr/>
      <dgm:t>
        <a:bodyPr/>
        <a:lstStyle/>
        <a:p>
          <a:r>
            <a:rPr lang="en-US" dirty="0"/>
            <a:t>Step 3: Add a payment method</a:t>
          </a:r>
        </a:p>
      </dgm:t>
    </dgm:pt>
    <dgm:pt modelId="{2A8BA48E-18A8-45C1-9B3C-35EF22914399}" type="parTrans" cxnId="{391DDB54-4C31-400C-BA6F-6507F6106456}">
      <dgm:prSet/>
      <dgm:spPr/>
      <dgm:t>
        <a:bodyPr/>
        <a:lstStyle/>
        <a:p>
          <a:endParaRPr lang="en-US"/>
        </a:p>
      </dgm:t>
    </dgm:pt>
    <dgm:pt modelId="{95F4D5F2-A49F-465B-AA6E-F4652B2FB2B5}" type="sibTrans" cxnId="{391DDB54-4C31-400C-BA6F-6507F610645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20E609F-17EA-49BC-A769-292DABC84C8F}">
      <dgm:prSet/>
      <dgm:spPr/>
      <dgm:t>
        <a:bodyPr/>
        <a:lstStyle/>
        <a:p>
          <a:r>
            <a:rPr lang="en-US" dirty="0"/>
            <a:t>Step 4: Verify your phone number</a:t>
          </a:r>
        </a:p>
      </dgm:t>
    </dgm:pt>
    <dgm:pt modelId="{BDF04BF3-958D-47C5-A32C-287153D53339}" type="parTrans" cxnId="{DB85FFFB-CEA2-455F-B11C-A69AD1282A6A}">
      <dgm:prSet/>
      <dgm:spPr/>
      <dgm:t>
        <a:bodyPr/>
        <a:lstStyle/>
        <a:p>
          <a:endParaRPr lang="en-US"/>
        </a:p>
      </dgm:t>
    </dgm:pt>
    <dgm:pt modelId="{023A9F93-8B8E-49B8-93AC-8214A3B72EC2}" type="sibTrans" cxnId="{DB85FFFB-CEA2-455F-B11C-A69AD1282A6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DCF894D-545A-4AC4-AE32-8BF9C8CD1585}">
      <dgm:prSet/>
      <dgm:spPr/>
      <dgm:t>
        <a:bodyPr/>
        <a:lstStyle/>
        <a:p>
          <a:r>
            <a:rPr lang="en-US" dirty="0"/>
            <a:t>Step 5: Choose an AWS Support plan</a:t>
          </a:r>
        </a:p>
      </dgm:t>
    </dgm:pt>
    <dgm:pt modelId="{F0171489-CCB1-4EC0-B831-2452B6CB53AE}" type="parTrans" cxnId="{F8270652-285B-451D-8787-1F59594B3AE1}">
      <dgm:prSet/>
      <dgm:spPr/>
      <dgm:t>
        <a:bodyPr/>
        <a:lstStyle/>
        <a:p>
          <a:endParaRPr lang="en-US"/>
        </a:p>
      </dgm:t>
    </dgm:pt>
    <dgm:pt modelId="{DD620CB5-114B-4B8E-A9CF-E279687A27B9}" type="sibTrans" cxnId="{F8270652-285B-451D-8787-1F59594B3AE1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DA6CA68-0F8D-4C5C-A857-8341207D6003}">
      <dgm:prSet/>
      <dgm:spPr/>
      <dgm:t>
        <a:bodyPr/>
        <a:lstStyle/>
        <a:p>
          <a:r>
            <a:rPr lang="en-US" dirty="0"/>
            <a:t>Step 6: Complete sign up ( the process might take up to 24 hours) </a:t>
          </a:r>
        </a:p>
      </dgm:t>
    </dgm:pt>
    <dgm:pt modelId="{B7D30AC7-B74A-48FA-B39E-0C8C6F332230}" type="parTrans" cxnId="{AC1D9ABD-FD58-4362-9322-E7293BCE5E96}">
      <dgm:prSet/>
      <dgm:spPr/>
      <dgm:t>
        <a:bodyPr/>
        <a:lstStyle/>
        <a:p>
          <a:endParaRPr lang="en-US"/>
        </a:p>
      </dgm:t>
    </dgm:pt>
    <dgm:pt modelId="{FBEC907C-C750-4A50-9C9D-662ACC4F4ED0}" type="sibTrans" cxnId="{AC1D9ABD-FD58-4362-9322-E7293BCE5E96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1C0FBD7F-DC9E-4355-B7EE-1BE008B68E34}" type="pres">
      <dgm:prSet presAssocID="{29C2B5C1-4F8F-41F1-BD27-189019425E40}" presName="linearFlow" presStyleCnt="0">
        <dgm:presLayoutVars>
          <dgm:dir/>
          <dgm:animLvl val="lvl"/>
          <dgm:resizeHandles val="exact"/>
        </dgm:presLayoutVars>
      </dgm:prSet>
      <dgm:spPr/>
    </dgm:pt>
    <dgm:pt modelId="{60144658-B0F2-4BA0-BD62-918602BF3FBB}" type="pres">
      <dgm:prSet presAssocID="{6D04C3D1-EAA9-4BE0-81C5-3A8F8DB95ABE}" presName="compositeNode" presStyleCnt="0"/>
      <dgm:spPr/>
    </dgm:pt>
    <dgm:pt modelId="{C6EFA50D-53E5-4A01-A7D4-DE2C88B5202E}" type="pres">
      <dgm:prSet presAssocID="{6D04C3D1-EAA9-4BE0-81C5-3A8F8DB95AB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6E923ED-21FC-4E41-9081-DFEA6FC1111B}" type="pres">
      <dgm:prSet presAssocID="{6D04C3D1-EAA9-4BE0-81C5-3A8F8DB95ABE}" presName="parSh" presStyleCnt="0"/>
      <dgm:spPr/>
    </dgm:pt>
    <dgm:pt modelId="{253AA23B-F2EC-4EA7-BDFA-AEF74D4BEC39}" type="pres">
      <dgm:prSet presAssocID="{6D04C3D1-EAA9-4BE0-81C5-3A8F8DB95ABE}" presName="lineNode" presStyleLbl="alignAccFollowNode1" presStyleIdx="0" presStyleCnt="18"/>
      <dgm:spPr/>
    </dgm:pt>
    <dgm:pt modelId="{DC509863-ECEA-4873-ACFC-DFAAC4C2A944}" type="pres">
      <dgm:prSet presAssocID="{6D04C3D1-EAA9-4BE0-81C5-3A8F8DB95ABE}" presName="lineArrowNode" presStyleLbl="alignAccFollowNode1" presStyleIdx="1" presStyleCnt="18"/>
      <dgm:spPr/>
    </dgm:pt>
    <dgm:pt modelId="{9117ACBD-5194-4D56-9F68-E1F2258F6B54}" type="pres">
      <dgm:prSet presAssocID="{80B339F0-5BFA-422B-B114-90DD182F9FF9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784E8720-128A-40FA-8701-698C1EF6F95B}" type="pres">
      <dgm:prSet presAssocID="{80B339F0-5BFA-422B-B114-90DD182F9FF9}" presName="spacerBetweenCircleAndCallout" presStyleCnt="0">
        <dgm:presLayoutVars/>
      </dgm:prSet>
      <dgm:spPr/>
    </dgm:pt>
    <dgm:pt modelId="{401DE7DB-BAA6-4CB7-A20D-82C1AD093FC6}" type="pres">
      <dgm:prSet presAssocID="{6D04C3D1-EAA9-4BE0-81C5-3A8F8DB95ABE}" presName="nodeText" presStyleLbl="alignAccFollowNode1" presStyleIdx="2" presStyleCnt="18">
        <dgm:presLayoutVars>
          <dgm:bulletEnabled val="1"/>
        </dgm:presLayoutVars>
      </dgm:prSet>
      <dgm:spPr/>
    </dgm:pt>
    <dgm:pt modelId="{5F0B0398-3C2B-41E1-8875-D55774DAB8E9}" type="pres">
      <dgm:prSet presAssocID="{80B339F0-5BFA-422B-B114-90DD182F9FF9}" presName="sibTransComposite" presStyleCnt="0"/>
      <dgm:spPr/>
    </dgm:pt>
    <dgm:pt modelId="{1E116EFE-AD22-436A-A8F5-96BDDA372DB5}" type="pres">
      <dgm:prSet presAssocID="{7D31656E-AD54-4B77-A02D-13587A81B9BE}" presName="compositeNode" presStyleCnt="0"/>
      <dgm:spPr/>
    </dgm:pt>
    <dgm:pt modelId="{1B149C8D-3827-4D92-85D0-F741D0C48F84}" type="pres">
      <dgm:prSet presAssocID="{7D31656E-AD54-4B77-A02D-13587A81B9B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E9AE9BE-8819-4618-AA5A-302A5FD11B3E}" type="pres">
      <dgm:prSet presAssocID="{7D31656E-AD54-4B77-A02D-13587A81B9BE}" presName="parSh" presStyleCnt="0"/>
      <dgm:spPr/>
    </dgm:pt>
    <dgm:pt modelId="{2EEC954B-633E-4802-9FAC-44805D4084C2}" type="pres">
      <dgm:prSet presAssocID="{7D31656E-AD54-4B77-A02D-13587A81B9BE}" presName="lineNode" presStyleLbl="alignAccFollowNode1" presStyleIdx="3" presStyleCnt="18"/>
      <dgm:spPr/>
    </dgm:pt>
    <dgm:pt modelId="{D34FD41B-8F50-4C94-B6B7-433C1876B448}" type="pres">
      <dgm:prSet presAssocID="{7D31656E-AD54-4B77-A02D-13587A81B9BE}" presName="lineArrowNode" presStyleLbl="alignAccFollowNode1" presStyleIdx="4" presStyleCnt="18"/>
      <dgm:spPr/>
    </dgm:pt>
    <dgm:pt modelId="{D1FF8834-582C-4B26-8DC5-A21652FF0AD2}" type="pres">
      <dgm:prSet presAssocID="{943AB3AB-8BF7-4AAD-B76F-19ABDDE7DA9D}" presName="sibTransNodeCircle" presStyleLbl="alignNode1" presStyleIdx="1" presStyleCnt="6">
        <dgm:presLayoutVars>
          <dgm:chMax val="0"/>
          <dgm:bulletEnabled/>
        </dgm:presLayoutVars>
      </dgm:prSet>
      <dgm:spPr/>
    </dgm:pt>
    <dgm:pt modelId="{A2638A13-1414-4F00-B2F7-A94872356870}" type="pres">
      <dgm:prSet presAssocID="{943AB3AB-8BF7-4AAD-B76F-19ABDDE7DA9D}" presName="spacerBetweenCircleAndCallout" presStyleCnt="0">
        <dgm:presLayoutVars/>
      </dgm:prSet>
      <dgm:spPr/>
    </dgm:pt>
    <dgm:pt modelId="{4CEBCC83-6DC8-4992-9961-DB8F8A562DBC}" type="pres">
      <dgm:prSet presAssocID="{7D31656E-AD54-4B77-A02D-13587A81B9BE}" presName="nodeText" presStyleLbl="alignAccFollowNode1" presStyleIdx="5" presStyleCnt="18">
        <dgm:presLayoutVars>
          <dgm:bulletEnabled val="1"/>
        </dgm:presLayoutVars>
      </dgm:prSet>
      <dgm:spPr/>
    </dgm:pt>
    <dgm:pt modelId="{8B3B73CC-6198-4842-83AE-606BF7350B0E}" type="pres">
      <dgm:prSet presAssocID="{943AB3AB-8BF7-4AAD-B76F-19ABDDE7DA9D}" presName="sibTransComposite" presStyleCnt="0"/>
      <dgm:spPr/>
    </dgm:pt>
    <dgm:pt modelId="{93752C2C-EDBD-4267-B726-FC154606640D}" type="pres">
      <dgm:prSet presAssocID="{5DA7AD36-0393-451A-97E4-58ED5DF26A46}" presName="compositeNode" presStyleCnt="0"/>
      <dgm:spPr/>
    </dgm:pt>
    <dgm:pt modelId="{D8552B3E-2AF7-4E5E-94B5-115BB75D96FC}" type="pres">
      <dgm:prSet presAssocID="{5DA7AD36-0393-451A-97E4-58ED5DF26A4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34F904D-C48F-4452-84E9-98221627E370}" type="pres">
      <dgm:prSet presAssocID="{5DA7AD36-0393-451A-97E4-58ED5DF26A46}" presName="parSh" presStyleCnt="0"/>
      <dgm:spPr/>
    </dgm:pt>
    <dgm:pt modelId="{FF00236F-D223-4712-B0BE-0ACFEFEAE068}" type="pres">
      <dgm:prSet presAssocID="{5DA7AD36-0393-451A-97E4-58ED5DF26A46}" presName="lineNode" presStyleLbl="alignAccFollowNode1" presStyleIdx="6" presStyleCnt="18"/>
      <dgm:spPr/>
    </dgm:pt>
    <dgm:pt modelId="{B14D1C28-5392-43AE-846D-4C1DCB0ABFBF}" type="pres">
      <dgm:prSet presAssocID="{5DA7AD36-0393-451A-97E4-58ED5DF26A46}" presName="lineArrowNode" presStyleLbl="alignAccFollowNode1" presStyleIdx="7" presStyleCnt="18"/>
      <dgm:spPr/>
    </dgm:pt>
    <dgm:pt modelId="{2CB4A3A1-EC99-4AEB-B99E-5B0A336D7BA6}" type="pres">
      <dgm:prSet presAssocID="{95F4D5F2-A49F-465B-AA6E-F4652B2FB2B5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6EE01062-65CE-45A2-BAC2-62548C099126}" type="pres">
      <dgm:prSet presAssocID="{95F4D5F2-A49F-465B-AA6E-F4652B2FB2B5}" presName="spacerBetweenCircleAndCallout" presStyleCnt="0">
        <dgm:presLayoutVars/>
      </dgm:prSet>
      <dgm:spPr/>
    </dgm:pt>
    <dgm:pt modelId="{B4770E1A-1FDB-4A9B-B815-136659E994DB}" type="pres">
      <dgm:prSet presAssocID="{5DA7AD36-0393-451A-97E4-58ED5DF26A46}" presName="nodeText" presStyleLbl="alignAccFollowNode1" presStyleIdx="8" presStyleCnt="18">
        <dgm:presLayoutVars>
          <dgm:bulletEnabled val="1"/>
        </dgm:presLayoutVars>
      </dgm:prSet>
      <dgm:spPr/>
    </dgm:pt>
    <dgm:pt modelId="{79B5DDD3-FDC7-43B4-99C6-8E808FBB11FC}" type="pres">
      <dgm:prSet presAssocID="{95F4D5F2-A49F-465B-AA6E-F4652B2FB2B5}" presName="sibTransComposite" presStyleCnt="0"/>
      <dgm:spPr/>
    </dgm:pt>
    <dgm:pt modelId="{D4577583-A688-472B-9148-E4416FD96AFF}" type="pres">
      <dgm:prSet presAssocID="{D20E609F-17EA-49BC-A769-292DABC84C8F}" presName="compositeNode" presStyleCnt="0"/>
      <dgm:spPr/>
    </dgm:pt>
    <dgm:pt modelId="{6EF47F6F-8DE1-4A24-926B-CC39994689CB}" type="pres">
      <dgm:prSet presAssocID="{D20E609F-17EA-49BC-A769-292DABC84C8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27FC778-0EBD-4EE9-A6B7-70F204664033}" type="pres">
      <dgm:prSet presAssocID="{D20E609F-17EA-49BC-A769-292DABC84C8F}" presName="parSh" presStyleCnt="0"/>
      <dgm:spPr/>
    </dgm:pt>
    <dgm:pt modelId="{0751819A-7199-414B-8ADE-82A210711580}" type="pres">
      <dgm:prSet presAssocID="{D20E609F-17EA-49BC-A769-292DABC84C8F}" presName="lineNode" presStyleLbl="alignAccFollowNode1" presStyleIdx="9" presStyleCnt="18"/>
      <dgm:spPr/>
    </dgm:pt>
    <dgm:pt modelId="{C061848B-D800-406C-9D18-85E66FBFC4A4}" type="pres">
      <dgm:prSet presAssocID="{D20E609F-17EA-49BC-A769-292DABC84C8F}" presName="lineArrowNode" presStyleLbl="alignAccFollowNode1" presStyleIdx="10" presStyleCnt="18"/>
      <dgm:spPr/>
    </dgm:pt>
    <dgm:pt modelId="{DB2E93E1-421E-4B71-9409-72166BBC40EA}" type="pres">
      <dgm:prSet presAssocID="{023A9F93-8B8E-49B8-93AC-8214A3B72EC2}" presName="sibTransNodeCircle" presStyleLbl="alignNode1" presStyleIdx="3" presStyleCnt="6">
        <dgm:presLayoutVars>
          <dgm:chMax val="0"/>
          <dgm:bulletEnabled/>
        </dgm:presLayoutVars>
      </dgm:prSet>
      <dgm:spPr/>
    </dgm:pt>
    <dgm:pt modelId="{3A11FB1D-76F9-4F85-940E-A250D6E56A8F}" type="pres">
      <dgm:prSet presAssocID="{023A9F93-8B8E-49B8-93AC-8214A3B72EC2}" presName="spacerBetweenCircleAndCallout" presStyleCnt="0">
        <dgm:presLayoutVars/>
      </dgm:prSet>
      <dgm:spPr/>
    </dgm:pt>
    <dgm:pt modelId="{1E4D40A4-C48E-4438-8EC6-76243805E11A}" type="pres">
      <dgm:prSet presAssocID="{D20E609F-17EA-49BC-A769-292DABC84C8F}" presName="nodeText" presStyleLbl="alignAccFollowNode1" presStyleIdx="11" presStyleCnt="18">
        <dgm:presLayoutVars>
          <dgm:bulletEnabled val="1"/>
        </dgm:presLayoutVars>
      </dgm:prSet>
      <dgm:spPr/>
    </dgm:pt>
    <dgm:pt modelId="{2134416B-12F9-481C-907D-995F13986CF8}" type="pres">
      <dgm:prSet presAssocID="{023A9F93-8B8E-49B8-93AC-8214A3B72EC2}" presName="sibTransComposite" presStyleCnt="0"/>
      <dgm:spPr/>
    </dgm:pt>
    <dgm:pt modelId="{0338079F-94C2-4FD6-B0CE-84B9B69612B3}" type="pres">
      <dgm:prSet presAssocID="{1DCF894D-545A-4AC4-AE32-8BF9C8CD1585}" presName="compositeNode" presStyleCnt="0"/>
      <dgm:spPr/>
    </dgm:pt>
    <dgm:pt modelId="{D81026D5-A020-4EF2-ABD1-399024B09881}" type="pres">
      <dgm:prSet presAssocID="{1DCF894D-545A-4AC4-AE32-8BF9C8CD158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7250A21-E9D6-4989-A95B-50B63DF1707D}" type="pres">
      <dgm:prSet presAssocID="{1DCF894D-545A-4AC4-AE32-8BF9C8CD1585}" presName="parSh" presStyleCnt="0"/>
      <dgm:spPr/>
    </dgm:pt>
    <dgm:pt modelId="{2263007B-5DE6-414B-9683-16567AF5597D}" type="pres">
      <dgm:prSet presAssocID="{1DCF894D-545A-4AC4-AE32-8BF9C8CD1585}" presName="lineNode" presStyleLbl="alignAccFollowNode1" presStyleIdx="12" presStyleCnt="18"/>
      <dgm:spPr/>
    </dgm:pt>
    <dgm:pt modelId="{B105BF7D-C255-47B9-A8BA-16FA1094854A}" type="pres">
      <dgm:prSet presAssocID="{1DCF894D-545A-4AC4-AE32-8BF9C8CD1585}" presName="lineArrowNode" presStyleLbl="alignAccFollowNode1" presStyleIdx="13" presStyleCnt="18"/>
      <dgm:spPr/>
    </dgm:pt>
    <dgm:pt modelId="{47B820CA-6E14-4A78-A11F-12A8E909259A}" type="pres">
      <dgm:prSet presAssocID="{DD620CB5-114B-4B8E-A9CF-E279687A27B9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F2240CD-5485-463C-9240-BBCB0A61BE0F}" type="pres">
      <dgm:prSet presAssocID="{DD620CB5-114B-4B8E-A9CF-E279687A27B9}" presName="spacerBetweenCircleAndCallout" presStyleCnt="0">
        <dgm:presLayoutVars/>
      </dgm:prSet>
      <dgm:spPr/>
    </dgm:pt>
    <dgm:pt modelId="{40FAECBB-0907-4AB2-BE19-FBC29A676201}" type="pres">
      <dgm:prSet presAssocID="{1DCF894D-545A-4AC4-AE32-8BF9C8CD1585}" presName="nodeText" presStyleLbl="alignAccFollowNode1" presStyleIdx="14" presStyleCnt="18">
        <dgm:presLayoutVars>
          <dgm:bulletEnabled val="1"/>
        </dgm:presLayoutVars>
      </dgm:prSet>
      <dgm:spPr/>
    </dgm:pt>
    <dgm:pt modelId="{CE33189C-D243-4214-83AB-F5EDC98C6A37}" type="pres">
      <dgm:prSet presAssocID="{DD620CB5-114B-4B8E-A9CF-E279687A27B9}" presName="sibTransComposite" presStyleCnt="0"/>
      <dgm:spPr/>
    </dgm:pt>
    <dgm:pt modelId="{8458BAB8-A900-4588-A041-98920901A950}" type="pres">
      <dgm:prSet presAssocID="{5DA6CA68-0F8D-4C5C-A857-8341207D6003}" presName="compositeNode" presStyleCnt="0"/>
      <dgm:spPr/>
    </dgm:pt>
    <dgm:pt modelId="{C4382094-5ECB-40B3-ADAF-E59103F3AF8D}" type="pres">
      <dgm:prSet presAssocID="{5DA6CA68-0F8D-4C5C-A857-8341207D600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D4D711A-C96A-4612-BE7D-1FE6A6DAB58D}" type="pres">
      <dgm:prSet presAssocID="{5DA6CA68-0F8D-4C5C-A857-8341207D6003}" presName="parSh" presStyleCnt="0"/>
      <dgm:spPr/>
    </dgm:pt>
    <dgm:pt modelId="{7C7102EA-D3F5-4884-9645-935A3B9E1095}" type="pres">
      <dgm:prSet presAssocID="{5DA6CA68-0F8D-4C5C-A857-8341207D6003}" presName="lineNode" presStyleLbl="alignAccFollowNode1" presStyleIdx="15" presStyleCnt="18"/>
      <dgm:spPr/>
    </dgm:pt>
    <dgm:pt modelId="{B4A0127A-61E1-4126-A454-5480237BADA3}" type="pres">
      <dgm:prSet presAssocID="{5DA6CA68-0F8D-4C5C-A857-8341207D6003}" presName="lineArrowNode" presStyleLbl="alignAccFollowNode1" presStyleIdx="16" presStyleCnt="18"/>
      <dgm:spPr/>
    </dgm:pt>
    <dgm:pt modelId="{76AE4FE6-43C4-4424-B5FE-2B1E9BD8F52C}" type="pres">
      <dgm:prSet presAssocID="{FBEC907C-C750-4A50-9C9D-662ACC4F4ED0}" presName="sibTransNodeCircle" presStyleLbl="alignNode1" presStyleIdx="5" presStyleCnt="6">
        <dgm:presLayoutVars>
          <dgm:chMax val="0"/>
          <dgm:bulletEnabled/>
        </dgm:presLayoutVars>
      </dgm:prSet>
      <dgm:spPr/>
    </dgm:pt>
    <dgm:pt modelId="{7AB077D7-EC4F-4101-85EC-69302476F7EF}" type="pres">
      <dgm:prSet presAssocID="{FBEC907C-C750-4A50-9C9D-662ACC4F4ED0}" presName="spacerBetweenCircleAndCallout" presStyleCnt="0">
        <dgm:presLayoutVars/>
      </dgm:prSet>
      <dgm:spPr/>
    </dgm:pt>
    <dgm:pt modelId="{9E6C46E5-C786-488B-98E7-51D1D671B3AE}" type="pres">
      <dgm:prSet presAssocID="{5DA6CA68-0F8D-4C5C-A857-8341207D6003}" presName="nodeText" presStyleLbl="alignAccFollowNode1" presStyleIdx="17" presStyleCnt="18">
        <dgm:presLayoutVars>
          <dgm:bulletEnabled val="1"/>
        </dgm:presLayoutVars>
      </dgm:prSet>
      <dgm:spPr/>
    </dgm:pt>
  </dgm:ptLst>
  <dgm:cxnLst>
    <dgm:cxn modelId="{8ECFDE09-9077-4163-B6CC-D2B23C19C3B6}" srcId="{29C2B5C1-4F8F-41F1-BD27-189019425E40}" destId="{7D31656E-AD54-4B77-A02D-13587A81B9BE}" srcOrd="1" destOrd="0" parTransId="{7B6E24D0-9CF4-4886-9480-A4977E26CE96}" sibTransId="{943AB3AB-8BF7-4AAD-B76F-19ABDDE7DA9D}"/>
    <dgm:cxn modelId="{545EEF0A-BDDD-4D7D-8488-AA861D75316D}" type="presOf" srcId="{95F4D5F2-A49F-465B-AA6E-F4652B2FB2B5}" destId="{2CB4A3A1-EC99-4AEB-B99E-5B0A336D7BA6}" srcOrd="0" destOrd="0" presId="urn:microsoft.com/office/officeart/2016/7/layout/LinearArrowProcessNumbered"/>
    <dgm:cxn modelId="{7A3B5E0D-3C22-4705-BB8D-5BCAB8FF5A0A}" type="presOf" srcId="{6D04C3D1-EAA9-4BE0-81C5-3A8F8DB95ABE}" destId="{401DE7DB-BAA6-4CB7-A20D-82C1AD093FC6}" srcOrd="0" destOrd="0" presId="urn:microsoft.com/office/officeart/2016/7/layout/LinearArrowProcessNumbered"/>
    <dgm:cxn modelId="{984FEA35-0A93-4834-9890-3BECBF2E1243}" type="presOf" srcId="{5DA6CA68-0F8D-4C5C-A857-8341207D6003}" destId="{9E6C46E5-C786-488B-98E7-51D1D671B3AE}" srcOrd="0" destOrd="0" presId="urn:microsoft.com/office/officeart/2016/7/layout/LinearArrowProcessNumbered"/>
    <dgm:cxn modelId="{242F803E-F926-461F-8CCE-EEAEF5DD7A53}" type="presOf" srcId="{80B339F0-5BFA-422B-B114-90DD182F9FF9}" destId="{9117ACBD-5194-4D56-9F68-E1F2258F6B54}" srcOrd="0" destOrd="0" presId="urn:microsoft.com/office/officeart/2016/7/layout/LinearArrowProcessNumbered"/>
    <dgm:cxn modelId="{88C6BF60-D508-437E-9C77-48ECFD3D8D14}" type="presOf" srcId="{1DCF894D-545A-4AC4-AE32-8BF9C8CD1585}" destId="{40FAECBB-0907-4AB2-BE19-FBC29A676201}" srcOrd="0" destOrd="0" presId="urn:microsoft.com/office/officeart/2016/7/layout/LinearArrowProcessNumbered"/>
    <dgm:cxn modelId="{C817A767-A941-45C2-8C4B-F76D2DD64E67}" type="presOf" srcId="{D20E609F-17EA-49BC-A769-292DABC84C8F}" destId="{1E4D40A4-C48E-4438-8EC6-76243805E11A}" srcOrd="0" destOrd="0" presId="urn:microsoft.com/office/officeart/2016/7/layout/LinearArrowProcessNumbered"/>
    <dgm:cxn modelId="{F8270652-285B-451D-8787-1F59594B3AE1}" srcId="{29C2B5C1-4F8F-41F1-BD27-189019425E40}" destId="{1DCF894D-545A-4AC4-AE32-8BF9C8CD1585}" srcOrd="4" destOrd="0" parTransId="{F0171489-CCB1-4EC0-B831-2452B6CB53AE}" sibTransId="{DD620CB5-114B-4B8E-A9CF-E279687A27B9}"/>
    <dgm:cxn modelId="{391DDB54-4C31-400C-BA6F-6507F6106456}" srcId="{29C2B5C1-4F8F-41F1-BD27-189019425E40}" destId="{5DA7AD36-0393-451A-97E4-58ED5DF26A46}" srcOrd="2" destOrd="0" parTransId="{2A8BA48E-18A8-45C1-9B3C-35EF22914399}" sibTransId="{95F4D5F2-A49F-465B-AA6E-F4652B2FB2B5}"/>
    <dgm:cxn modelId="{EF4D437D-2259-480E-8230-9378F2160FA6}" srcId="{29C2B5C1-4F8F-41F1-BD27-189019425E40}" destId="{6D04C3D1-EAA9-4BE0-81C5-3A8F8DB95ABE}" srcOrd="0" destOrd="0" parTransId="{77025C37-78A4-4582-8BD6-C61A49CA245A}" sibTransId="{80B339F0-5BFA-422B-B114-90DD182F9FF9}"/>
    <dgm:cxn modelId="{CA27148D-69BA-4D2F-81C9-DF49A0B2EDF6}" type="presOf" srcId="{943AB3AB-8BF7-4AAD-B76F-19ABDDE7DA9D}" destId="{D1FF8834-582C-4B26-8DC5-A21652FF0AD2}" srcOrd="0" destOrd="0" presId="urn:microsoft.com/office/officeart/2016/7/layout/LinearArrowProcessNumbered"/>
    <dgm:cxn modelId="{88B00BB7-2487-494F-AE65-97DF9840FA53}" type="presOf" srcId="{7D31656E-AD54-4B77-A02D-13587A81B9BE}" destId="{4CEBCC83-6DC8-4992-9961-DB8F8A562DBC}" srcOrd="0" destOrd="0" presId="urn:microsoft.com/office/officeart/2016/7/layout/LinearArrowProcessNumbered"/>
    <dgm:cxn modelId="{AC1D9ABD-FD58-4362-9322-E7293BCE5E96}" srcId="{29C2B5C1-4F8F-41F1-BD27-189019425E40}" destId="{5DA6CA68-0F8D-4C5C-A857-8341207D6003}" srcOrd="5" destOrd="0" parTransId="{B7D30AC7-B74A-48FA-B39E-0C8C6F332230}" sibTransId="{FBEC907C-C750-4A50-9C9D-662ACC4F4ED0}"/>
    <dgm:cxn modelId="{DB162FC1-CD79-4959-AA16-154E03CA19CE}" type="presOf" srcId="{5DA7AD36-0393-451A-97E4-58ED5DF26A46}" destId="{B4770E1A-1FDB-4A9B-B815-136659E994DB}" srcOrd="0" destOrd="0" presId="urn:microsoft.com/office/officeart/2016/7/layout/LinearArrowProcessNumbered"/>
    <dgm:cxn modelId="{05B00AD0-47BD-4251-A68B-A225A7DBFC45}" type="presOf" srcId="{FBEC907C-C750-4A50-9C9D-662ACC4F4ED0}" destId="{76AE4FE6-43C4-4424-B5FE-2B1E9BD8F52C}" srcOrd="0" destOrd="0" presId="urn:microsoft.com/office/officeart/2016/7/layout/LinearArrowProcessNumbered"/>
    <dgm:cxn modelId="{FBB154E1-6279-4605-90E4-7A309F040CB4}" type="presOf" srcId="{29C2B5C1-4F8F-41F1-BD27-189019425E40}" destId="{1C0FBD7F-DC9E-4355-B7EE-1BE008B68E34}" srcOrd="0" destOrd="0" presId="urn:microsoft.com/office/officeart/2016/7/layout/LinearArrowProcessNumbered"/>
    <dgm:cxn modelId="{EA9A21E3-9DA2-4D98-83E0-82CE8B2CB57D}" type="presOf" srcId="{DD620CB5-114B-4B8E-A9CF-E279687A27B9}" destId="{47B820CA-6E14-4A78-A11F-12A8E909259A}" srcOrd="0" destOrd="0" presId="urn:microsoft.com/office/officeart/2016/7/layout/LinearArrowProcessNumbered"/>
    <dgm:cxn modelId="{DB85FFFB-CEA2-455F-B11C-A69AD1282A6A}" srcId="{29C2B5C1-4F8F-41F1-BD27-189019425E40}" destId="{D20E609F-17EA-49BC-A769-292DABC84C8F}" srcOrd="3" destOrd="0" parTransId="{BDF04BF3-958D-47C5-A32C-287153D53339}" sibTransId="{023A9F93-8B8E-49B8-93AC-8214A3B72EC2}"/>
    <dgm:cxn modelId="{C0BDD6FD-7C80-4BD0-AE51-D821AAB4207C}" type="presOf" srcId="{023A9F93-8B8E-49B8-93AC-8214A3B72EC2}" destId="{DB2E93E1-421E-4B71-9409-72166BBC40EA}" srcOrd="0" destOrd="0" presId="urn:microsoft.com/office/officeart/2016/7/layout/LinearArrowProcessNumbered"/>
    <dgm:cxn modelId="{E91B57B5-01FA-4763-A095-EF8684983E9D}" type="presParOf" srcId="{1C0FBD7F-DC9E-4355-B7EE-1BE008B68E34}" destId="{60144658-B0F2-4BA0-BD62-918602BF3FBB}" srcOrd="0" destOrd="0" presId="urn:microsoft.com/office/officeart/2016/7/layout/LinearArrowProcessNumbered"/>
    <dgm:cxn modelId="{FB0A266C-9C25-4F62-A946-97DFB24ED302}" type="presParOf" srcId="{60144658-B0F2-4BA0-BD62-918602BF3FBB}" destId="{C6EFA50D-53E5-4A01-A7D4-DE2C88B5202E}" srcOrd="0" destOrd="0" presId="urn:microsoft.com/office/officeart/2016/7/layout/LinearArrowProcessNumbered"/>
    <dgm:cxn modelId="{4F0F595B-6539-4B36-9E1D-6FF9CBE676AE}" type="presParOf" srcId="{60144658-B0F2-4BA0-BD62-918602BF3FBB}" destId="{46E923ED-21FC-4E41-9081-DFEA6FC1111B}" srcOrd="1" destOrd="0" presId="urn:microsoft.com/office/officeart/2016/7/layout/LinearArrowProcessNumbered"/>
    <dgm:cxn modelId="{F29091E6-0BE2-4FD2-8FCA-5D87EC775EB1}" type="presParOf" srcId="{46E923ED-21FC-4E41-9081-DFEA6FC1111B}" destId="{253AA23B-F2EC-4EA7-BDFA-AEF74D4BEC39}" srcOrd="0" destOrd="0" presId="urn:microsoft.com/office/officeart/2016/7/layout/LinearArrowProcessNumbered"/>
    <dgm:cxn modelId="{F3EE4BCE-E4B9-4A66-B6B7-A14DCAA89207}" type="presParOf" srcId="{46E923ED-21FC-4E41-9081-DFEA6FC1111B}" destId="{DC509863-ECEA-4873-ACFC-DFAAC4C2A944}" srcOrd="1" destOrd="0" presId="urn:microsoft.com/office/officeart/2016/7/layout/LinearArrowProcessNumbered"/>
    <dgm:cxn modelId="{16E6F6C0-4E33-4573-9457-F65B310B5B2E}" type="presParOf" srcId="{46E923ED-21FC-4E41-9081-DFEA6FC1111B}" destId="{9117ACBD-5194-4D56-9F68-E1F2258F6B54}" srcOrd="2" destOrd="0" presId="urn:microsoft.com/office/officeart/2016/7/layout/LinearArrowProcessNumbered"/>
    <dgm:cxn modelId="{220A6100-4DCA-4E3E-B398-08581A12C78D}" type="presParOf" srcId="{46E923ED-21FC-4E41-9081-DFEA6FC1111B}" destId="{784E8720-128A-40FA-8701-698C1EF6F95B}" srcOrd="3" destOrd="0" presId="urn:microsoft.com/office/officeart/2016/7/layout/LinearArrowProcessNumbered"/>
    <dgm:cxn modelId="{BBC34A3F-5F4F-4CD9-AC76-EBD479880ACB}" type="presParOf" srcId="{60144658-B0F2-4BA0-BD62-918602BF3FBB}" destId="{401DE7DB-BAA6-4CB7-A20D-82C1AD093FC6}" srcOrd="2" destOrd="0" presId="urn:microsoft.com/office/officeart/2016/7/layout/LinearArrowProcessNumbered"/>
    <dgm:cxn modelId="{55FD24A7-9C54-46D9-AF3E-90D95BDAF3B4}" type="presParOf" srcId="{1C0FBD7F-DC9E-4355-B7EE-1BE008B68E34}" destId="{5F0B0398-3C2B-41E1-8875-D55774DAB8E9}" srcOrd="1" destOrd="0" presId="urn:microsoft.com/office/officeart/2016/7/layout/LinearArrowProcessNumbered"/>
    <dgm:cxn modelId="{60F89C05-30B1-42E2-8B8C-12AC2739229D}" type="presParOf" srcId="{1C0FBD7F-DC9E-4355-B7EE-1BE008B68E34}" destId="{1E116EFE-AD22-436A-A8F5-96BDDA372DB5}" srcOrd="2" destOrd="0" presId="urn:microsoft.com/office/officeart/2016/7/layout/LinearArrowProcessNumbered"/>
    <dgm:cxn modelId="{D31444A9-0081-4195-8919-A54650929DB9}" type="presParOf" srcId="{1E116EFE-AD22-436A-A8F5-96BDDA372DB5}" destId="{1B149C8D-3827-4D92-85D0-F741D0C48F84}" srcOrd="0" destOrd="0" presId="urn:microsoft.com/office/officeart/2016/7/layout/LinearArrowProcessNumbered"/>
    <dgm:cxn modelId="{63079803-7D39-445D-B6D7-899A53ADCF99}" type="presParOf" srcId="{1E116EFE-AD22-436A-A8F5-96BDDA372DB5}" destId="{AE9AE9BE-8819-4618-AA5A-302A5FD11B3E}" srcOrd="1" destOrd="0" presId="urn:microsoft.com/office/officeart/2016/7/layout/LinearArrowProcessNumbered"/>
    <dgm:cxn modelId="{5DB1B3E6-4426-4F4F-BF91-652C2EC0BF1D}" type="presParOf" srcId="{AE9AE9BE-8819-4618-AA5A-302A5FD11B3E}" destId="{2EEC954B-633E-4802-9FAC-44805D4084C2}" srcOrd="0" destOrd="0" presId="urn:microsoft.com/office/officeart/2016/7/layout/LinearArrowProcessNumbered"/>
    <dgm:cxn modelId="{B4C6B20B-3A03-49E3-98F9-D9304A58DC93}" type="presParOf" srcId="{AE9AE9BE-8819-4618-AA5A-302A5FD11B3E}" destId="{D34FD41B-8F50-4C94-B6B7-433C1876B448}" srcOrd="1" destOrd="0" presId="urn:microsoft.com/office/officeart/2016/7/layout/LinearArrowProcessNumbered"/>
    <dgm:cxn modelId="{FFE1E334-B5FF-49B0-AE5B-53D9D327FD5F}" type="presParOf" srcId="{AE9AE9BE-8819-4618-AA5A-302A5FD11B3E}" destId="{D1FF8834-582C-4B26-8DC5-A21652FF0AD2}" srcOrd="2" destOrd="0" presId="urn:microsoft.com/office/officeart/2016/7/layout/LinearArrowProcessNumbered"/>
    <dgm:cxn modelId="{903D78C0-5C9B-4A4E-BED4-FAA93CCF6846}" type="presParOf" srcId="{AE9AE9BE-8819-4618-AA5A-302A5FD11B3E}" destId="{A2638A13-1414-4F00-B2F7-A94872356870}" srcOrd="3" destOrd="0" presId="urn:microsoft.com/office/officeart/2016/7/layout/LinearArrowProcessNumbered"/>
    <dgm:cxn modelId="{A94D1393-3347-4694-91F3-549B7725E4E4}" type="presParOf" srcId="{1E116EFE-AD22-436A-A8F5-96BDDA372DB5}" destId="{4CEBCC83-6DC8-4992-9961-DB8F8A562DBC}" srcOrd="2" destOrd="0" presId="urn:microsoft.com/office/officeart/2016/7/layout/LinearArrowProcessNumbered"/>
    <dgm:cxn modelId="{01F2A74D-ACCC-4E4D-AD4B-9BC89B63EEA5}" type="presParOf" srcId="{1C0FBD7F-DC9E-4355-B7EE-1BE008B68E34}" destId="{8B3B73CC-6198-4842-83AE-606BF7350B0E}" srcOrd="3" destOrd="0" presId="urn:microsoft.com/office/officeart/2016/7/layout/LinearArrowProcessNumbered"/>
    <dgm:cxn modelId="{0FCB5E8A-F07A-40AE-A669-B9357C194FF1}" type="presParOf" srcId="{1C0FBD7F-DC9E-4355-B7EE-1BE008B68E34}" destId="{93752C2C-EDBD-4267-B726-FC154606640D}" srcOrd="4" destOrd="0" presId="urn:microsoft.com/office/officeart/2016/7/layout/LinearArrowProcessNumbered"/>
    <dgm:cxn modelId="{C523FB1A-DBF9-4505-AE8D-CEFF5CC7B891}" type="presParOf" srcId="{93752C2C-EDBD-4267-B726-FC154606640D}" destId="{D8552B3E-2AF7-4E5E-94B5-115BB75D96FC}" srcOrd="0" destOrd="0" presId="urn:microsoft.com/office/officeart/2016/7/layout/LinearArrowProcessNumbered"/>
    <dgm:cxn modelId="{2A6E19CA-A9E1-45B9-8C51-0D535CF496A8}" type="presParOf" srcId="{93752C2C-EDBD-4267-B726-FC154606640D}" destId="{A34F904D-C48F-4452-84E9-98221627E370}" srcOrd="1" destOrd="0" presId="urn:microsoft.com/office/officeart/2016/7/layout/LinearArrowProcessNumbered"/>
    <dgm:cxn modelId="{02A648C1-00DC-4723-B95F-31392F098A61}" type="presParOf" srcId="{A34F904D-C48F-4452-84E9-98221627E370}" destId="{FF00236F-D223-4712-B0BE-0ACFEFEAE068}" srcOrd="0" destOrd="0" presId="urn:microsoft.com/office/officeart/2016/7/layout/LinearArrowProcessNumbered"/>
    <dgm:cxn modelId="{F495AA9A-84F2-4157-8867-476AFACF98FB}" type="presParOf" srcId="{A34F904D-C48F-4452-84E9-98221627E370}" destId="{B14D1C28-5392-43AE-846D-4C1DCB0ABFBF}" srcOrd="1" destOrd="0" presId="urn:microsoft.com/office/officeart/2016/7/layout/LinearArrowProcessNumbered"/>
    <dgm:cxn modelId="{B1E1067D-B397-43E8-B939-4010B8729579}" type="presParOf" srcId="{A34F904D-C48F-4452-84E9-98221627E370}" destId="{2CB4A3A1-EC99-4AEB-B99E-5B0A336D7BA6}" srcOrd="2" destOrd="0" presId="urn:microsoft.com/office/officeart/2016/7/layout/LinearArrowProcessNumbered"/>
    <dgm:cxn modelId="{6B583E03-C5F7-4AE2-8960-B96B503A34E2}" type="presParOf" srcId="{A34F904D-C48F-4452-84E9-98221627E370}" destId="{6EE01062-65CE-45A2-BAC2-62548C099126}" srcOrd="3" destOrd="0" presId="urn:microsoft.com/office/officeart/2016/7/layout/LinearArrowProcessNumbered"/>
    <dgm:cxn modelId="{16B27323-909B-4A20-9B46-328FE4A23CC7}" type="presParOf" srcId="{93752C2C-EDBD-4267-B726-FC154606640D}" destId="{B4770E1A-1FDB-4A9B-B815-136659E994DB}" srcOrd="2" destOrd="0" presId="urn:microsoft.com/office/officeart/2016/7/layout/LinearArrowProcessNumbered"/>
    <dgm:cxn modelId="{E9726869-FBE9-4367-8E25-741838620CBE}" type="presParOf" srcId="{1C0FBD7F-DC9E-4355-B7EE-1BE008B68E34}" destId="{79B5DDD3-FDC7-43B4-99C6-8E808FBB11FC}" srcOrd="5" destOrd="0" presId="urn:microsoft.com/office/officeart/2016/7/layout/LinearArrowProcessNumbered"/>
    <dgm:cxn modelId="{9FDF96D1-0ABE-4508-AF68-6BCC8ABB0992}" type="presParOf" srcId="{1C0FBD7F-DC9E-4355-B7EE-1BE008B68E34}" destId="{D4577583-A688-472B-9148-E4416FD96AFF}" srcOrd="6" destOrd="0" presId="urn:microsoft.com/office/officeart/2016/7/layout/LinearArrowProcessNumbered"/>
    <dgm:cxn modelId="{38CDA8E3-E182-4F1D-A7D6-38C5D951B785}" type="presParOf" srcId="{D4577583-A688-472B-9148-E4416FD96AFF}" destId="{6EF47F6F-8DE1-4A24-926B-CC39994689CB}" srcOrd="0" destOrd="0" presId="urn:microsoft.com/office/officeart/2016/7/layout/LinearArrowProcessNumbered"/>
    <dgm:cxn modelId="{9DF8E26A-7AAC-4C36-809D-0E1A501DA7BF}" type="presParOf" srcId="{D4577583-A688-472B-9148-E4416FD96AFF}" destId="{927FC778-0EBD-4EE9-A6B7-70F204664033}" srcOrd="1" destOrd="0" presId="urn:microsoft.com/office/officeart/2016/7/layout/LinearArrowProcessNumbered"/>
    <dgm:cxn modelId="{1D8DE0A7-E96B-4D04-B3C5-ED70CE936FB4}" type="presParOf" srcId="{927FC778-0EBD-4EE9-A6B7-70F204664033}" destId="{0751819A-7199-414B-8ADE-82A210711580}" srcOrd="0" destOrd="0" presId="urn:microsoft.com/office/officeart/2016/7/layout/LinearArrowProcessNumbered"/>
    <dgm:cxn modelId="{2FE89E33-0FAF-4772-8C92-9D6B8CFDDA29}" type="presParOf" srcId="{927FC778-0EBD-4EE9-A6B7-70F204664033}" destId="{C061848B-D800-406C-9D18-85E66FBFC4A4}" srcOrd="1" destOrd="0" presId="urn:microsoft.com/office/officeart/2016/7/layout/LinearArrowProcessNumbered"/>
    <dgm:cxn modelId="{52DE8D24-6761-4A81-AFB4-DF4EC7654C52}" type="presParOf" srcId="{927FC778-0EBD-4EE9-A6B7-70F204664033}" destId="{DB2E93E1-421E-4B71-9409-72166BBC40EA}" srcOrd="2" destOrd="0" presId="urn:microsoft.com/office/officeart/2016/7/layout/LinearArrowProcessNumbered"/>
    <dgm:cxn modelId="{6284D32F-91BD-4C4A-AB34-EA6474207C43}" type="presParOf" srcId="{927FC778-0EBD-4EE9-A6B7-70F204664033}" destId="{3A11FB1D-76F9-4F85-940E-A250D6E56A8F}" srcOrd="3" destOrd="0" presId="urn:microsoft.com/office/officeart/2016/7/layout/LinearArrowProcessNumbered"/>
    <dgm:cxn modelId="{B52F25C1-C9D4-4310-98EF-0A358B6C6198}" type="presParOf" srcId="{D4577583-A688-472B-9148-E4416FD96AFF}" destId="{1E4D40A4-C48E-4438-8EC6-76243805E11A}" srcOrd="2" destOrd="0" presId="urn:microsoft.com/office/officeart/2016/7/layout/LinearArrowProcessNumbered"/>
    <dgm:cxn modelId="{8EC0E47D-758B-40FA-97F2-6ECC5900EDA2}" type="presParOf" srcId="{1C0FBD7F-DC9E-4355-B7EE-1BE008B68E34}" destId="{2134416B-12F9-481C-907D-995F13986CF8}" srcOrd="7" destOrd="0" presId="urn:microsoft.com/office/officeart/2016/7/layout/LinearArrowProcessNumbered"/>
    <dgm:cxn modelId="{DA9DB97A-241E-49B0-A386-D1D7D4C6D41F}" type="presParOf" srcId="{1C0FBD7F-DC9E-4355-B7EE-1BE008B68E34}" destId="{0338079F-94C2-4FD6-B0CE-84B9B69612B3}" srcOrd="8" destOrd="0" presId="urn:microsoft.com/office/officeart/2016/7/layout/LinearArrowProcessNumbered"/>
    <dgm:cxn modelId="{F0B9D16A-F892-4129-9D5F-798FEF77541F}" type="presParOf" srcId="{0338079F-94C2-4FD6-B0CE-84B9B69612B3}" destId="{D81026D5-A020-4EF2-ABD1-399024B09881}" srcOrd="0" destOrd="0" presId="urn:microsoft.com/office/officeart/2016/7/layout/LinearArrowProcessNumbered"/>
    <dgm:cxn modelId="{27C6BB3E-305B-400D-9EB9-46924F0A23D6}" type="presParOf" srcId="{0338079F-94C2-4FD6-B0CE-84B9B69612B3}" destId="{77250A21-E9D6-4989-A95B-50B63DF1707D}" srcOrd="1" destOrd="0" presId="urn:microsoft.com/office/officeart/2016/7/layout/LinearArrowProcessNumbered"/>
    <dgm:cxn modelId="{E0028681-5880-432F-9467-AC1E4C1554B8}" type="presParOf" srcId="{77250A21-E9D6-4989-A95B-50B63DF1707D}" destId="{2263007B-5DE6-414B-9683-16567AF5597D}" srcOrd="0" destOrd="0" presId="urn:microsoft.com/office/officeart/2016/7/layout/LinearArrowProcessNumbered"/>
    <dgm:cxn modelId="{6FD03695-68C8-4C74-9542-97DC79A76223}" type="presParOf" srcId="{77250A21-E9D6-4989-A95B-50B63DF1707D}" destId="{B105BF7D-C255-47B9-A8BA-16FA1094854A}" srcOrd="1" destOrd="0" presId="urn:microsoft.com/office/officeart/2016/7/layout/LinearArrowProcessNumbered"/>
    <dgm:cxn modelId="{3146459E-E318-413F-917C-D75A6F6AB46D}" type="presParOf" srcId="{77250A21-E9D6-4989-A95B-50B63DF1707D}" destId="{47B820CA-6E14-4A78-A11F-12A8E909259A}" srcOrd="2" destOrd="0" presId="urn:microsoft.com/office/officeart/2016/7/layout/LinearArrowProcessNumbered"/>
    <dgm:cxn modelId="{68A3B126-98DC-41D0-903D-EFF57B4536A9}" type="presParOf" srcId="{77250A21-E9D6-4989-A95B-50B63DF1707D}" destId="{BF2240CD-5485-463C-9240-BBCB0A61BE0F}" srcOrd="3" destOrd="0" presId="urn:microsoft.com/office/officeart/2016/7/layout/LinearArrowProcessNumbered"/>
    <dgm:cxn modelId="{3EFE2E07-5F9E-4B29-8E71-6367098B8668}" type="presParOf" srcId="{0338079F-94C2-4FD6-B0CE-84B9B69612B3}" destId="{40FAECBB-0907-4AB2-BE19-FBC29A676201}" srcOrd="2" destOrd="0" presId="urn:microsoft.com/office/officeart/2016/7/layout/LinearArrowProcessNumbered"/>
    <dgm:cxn modelId="{9AF64F80-C224-4A45-B1A2-810501B2EE5D}" type="presParOf" srcId="{1C0FBD7F-DC9E-4355-B7EE-1BE008B68E34}" destId="{CE33189C-D243-4214-83AB-F5EDC98C6A37}" srcOrd="9" destOrd="0" presId="urn:microsoft.com/office/officeart/2016/7/layout/LinearArrowProcessNumbered"/>
    <dgm:cxn modelId="{D11C301D-C8E1-48D4-8883-15CA28D24743}" type="presParOf" srcId="{1C0FBD7F-DC9E-4355-B7EE-1BE008B68E34}" destId="{8458BAB8-A900-4588-A041-98920901A950}" srcOrd="10" destOrd="0" presId="urn:microsoft.com/office/officeart/2016/7/layout/LinearArrowProcessNumbered"/>
    <dgm:cxn modelId="{630D548E-D0AC-4E98-AE1A-B767AF375617}" type="presParOf" srcId="{8458BAB8-A900-4588-A041-98920901A950}" destId="{C4382094-5ECB-40B3-ADAF-E59103F3AF8D}" srcOrd="0" destOrd="0" presId="urn:microsoft.com/office/officeart/2016/7/layout/LinearArrowProcessNumbered"/>
    <dgm:cxn modelId="{266E9D89-315C-458B-A029-D330518720BC}" type="presParOf" srcId="{8458BAB8-A900-4588-A041-98920901A950}" destId="{AD4D711A-C96A-4612-BE7D-1FE6A6DAB58D}" srcOrd="1" destOrd="0" presId="urn:microsoft.com/office/officeart/2016/7/layout/LinearArrowProcessNumbered"/>
    <dgm:cxn modelId="{01E32092-7563-425F-A142-8EECCC4E0A63}" type="presParOf" srcId="{AD4D711A-C96A-4612-BE7D-1FE6A6DAB58D}" destId="{7C7102EA-D3F5-4884-9645-935A3B9E1095}" srcOrd="0" destOrd="0" presId="urn:microsoft.com/office/officeart/2016/7/layout/LinearArrowProcessNumbered"/>
    <dgm:cxn modelId="{DABB58ED-2FD6-43F8-BAB8-42F3C1DD84A5}" type="presParOf" srcId="{AD4D711A-C96A-4612-BE7D-1FE6A6DAB58D}" destId="{B4A0127A-61E1-4126-A454-5480237BADA3}" srcOrd="1" destOrd="0" presId="urn:microsoft.com/office/officeart/2016/7/layout/LinearArrowProcessNumbered"/>
    <dgm:cxn modelId="{C707E05C-365D-47E4-A19E-E15CDFF66E80}" type="presParOf" srcId="{AD4D711A-C96A-4612-BE7D-1FE6A6DAB58D}" destId="{76AE4FE6-43C4-4424-B5FE-2B1E9BD8F52C}" srcOrd="2" destOrd="0" presId="urn:microsoft.com/office/officeart/2016/7/layout/LinearArrowProcessNumbered"/>
    <dgm:cxn modelId="{384CCB71-8F45-4059-A0DE-0DABDD47805D}" type="presParOf" srcId="{AD4D711A-C96A-4612-BE7D-1FE6A6DAB58D}" destId="{7AB077D7-EC4F-4101-85EC-69302476F7EF}" srcOrd="3" destOrd="0" presId="urn:microsoft.com/office/officeart/2016/7/layout/LinearArrowProcessNumbered"/>
    <dgm:cxn modelId="{C03A7ECF-9765-4FA2-8398-BA1669C5EB2D}" type="presParOf" srcId="{8458BAB8-A900-4588-A041-98920901A950}" destId="{9E6C46E5-C786-488B-98E7-51D1D671B3AE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AA23B-F2EC-4EA7-BDFA-AEF74D4BEC39}">
      <dsp:nvSpPr>
        <dsp:cNvPr id="0" name=""/>
        <dsp:cNvSpPr/>
      </dsp:nvSpPr>
      <dsp:spPr>
        <a:xfrm>
          <a:off x="915098" y="1030766"/>
          <a:ext cx="727810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509863-ECEA-4873-ACFC-DFAAC4C2A944}">
      <dsp:nvSpPr>
        <dsp:cNvPr id="0" name=""/>
        <dsp:cNvSpPr/>
      </dsp:nvSpPr>
      <dsp:spPr>
        <a:xfrm>
          <a:off x="1686578" y="969666"/>
          <a:ext cx="83698" cy="157206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702627"/>
            <a:satOff val="157"/>
            <a:lumOff val="2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02627"/>
              <a:satOff val="157"/>
              <a:lumOff val="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7ACBD-5194-4D56-9F68-E1F2258F6B54}">
      <dsp:nvSpPr>
        <dsp:cNvPr id="0" name=""/>
        <dsp:cNvSpPr/>
      </dsp:nvSpPr>
      <dsp:spPr>
        <a:xfrm>
          <a:off x="470236" y="676916"/>
          <a:ext cx="707772" cy="70777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66" tIns="27466" rIns="27466" bIns="274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1</a:t>
          </a:r>
        </a:p>
      </dsp:txBody>
      <dsp:txXfrm>
        <a:off x="573887" y="780567"/>
        <a:ext cx="500470" cy="500470"/>
      </dsp:txXfrm>
    </dsp:sp>
    <dsp:sp modelId="{401DE7DB-BAA6-4CB7-A20D-82C1AD093FC6}">
      <dsp:nvSpPr>
        <dsp:cNvPr id="0" name=""/>
        <dsp:cNvSpPr/>
      </dsp:nvSpPr>
      <dsp:spPr>
        <a:xfrm>
          <a:off x="5335" y="1550288"/>
          <a:ext cx="16375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405255"/>
            <a:satOff val="314"/>
            <a:lumOff val="4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405255"/>
              <a:satOff val="314"/>
              <a:lumOff val="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174" tIns="165100" rIns="129174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Step 1: Enter your account information</a:t>
          </a:r>
        </a:p>
      </dsp:txBody>
      <dsp:txXfrm>
        <a:off x="5335" y="1877803"/>
        <a:ext cx="1637573" cy="1638085"/>
      </dsp:txXfrm>
    </dsp:sp>
    <dsp:sp modelId="{2EEC954B-633E-4802-9FAC-44805D4084C2}">
      <dsp:nvSpPr>
        <dsp:cNvPr id="0" name=""/>
        <dsp:cNvSpPr/>
      </dsp:nvSpPr>
      <dsp:spPr>
        <a:xfrm>
          <a:off x="1824862" y="1030766"/>
          <a:ext cx="1637573" cy="72"/>
        </a:xfrm>
        <a:prstGeom prst="rect">
          <a:avLst/>
        </a:prstGeom>
        <a:solidFill>
          <a:schemeClr val="accent5">
            <a:tint val="40000"/>
            <a:alpha val="90000"/>
            <a:hueOff val="-2107882"/>
            <a:satOff val="471"/>
            <a:lumOff val="7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2107882"/>
              <a:satOff val="471"/>
              <a:lumOff val="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4FD41B-8F50-4C94-B6B7-433C1876B448}">
      <dsp:nvSpPr>
        <dsp:cNvPr id="0" name=""/>
        <dsp:cNvSpPr/>
      </dsp:nvSpPr>
      <dsp:spPr>
        <a:xfrm>
          <a:off x="3506104" y="969666"/>
          <a:ext cx="83698" cy="15720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2810510"/>
            <a:satOff val="628"/>
            <a:lumOff val="9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2810510"/>
              <a:satOff val="628"/>
              <a:lumOff val="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F8834-582C-4B26-8DC5-A21652FF0AD2}">
      <dsp:nvSpPr>
        <dsp:cNvPr id="0" name=""/>
        <dsp:cNvSpPr/>
      </dsp:nvSpPr>
      <dsp:spPr>
        <a:xfrm>
          <a:off x="2289762" y="676916"/>
          <a:ext cx="707772" cy="707772"/>
        </a:xfrm>
        <a:prstGeom prst="ellipse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66" tIns="27466" rIns="27466" bIns="274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2</a:t>
          </a:r>
        </a:p>
      </dsp:txBody>
      <dsp:txXfrm>
        <a:off x="2393413" y="780567"/>
        <a:ext cx="500470" cy="500470"/>
      </dsp:txXfrm>
    </dsp:sp>
    <dsp:sp modelId="{4CEBCC83-6DC8-4992-9961-DB8F8A562DBC}">
      <dsp:nvSpPr>
        <dsp:cNvPr id="0" name=""/>
        <dsp:cNvSpPr/>
      </dsp:nvSpPr>
      <dsp:spPr>
        <a:xfrm>
          <a:off x="1824862" y="1550288"/>
          <a:ext cx="16375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3513137"/>
            <a:satOff val="784"/>
            <a:lumOff val="118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513137"/>
              <a:satOff val="784"/>
              <a:lumOff val="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174" tIns="165100" rIns="129174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Step 2: Add your contact information</a:t>
          </a:r>
        </a:p>
      </dsp:txBody>
      <dsp:txXfrm>
        <a:off x="1824862" y="1877803"/>
        <a:ext cx="1637573" cy="1638085"/>
      </dsp:txXfrm>
    </dsp:sp>
    <dsp:sp modelId="{FF00236F-D223-4712-B0BE-0ACFEFEAE068}">
      <dsp:nvSpPr>
        <dsp:cNvPr id="0" name=""/>
        <dsp:cNvSpPr/>
      </dsp:nvSpPr>
      <dsp:spPr>
        <a:xfrm>
          <a:off x="3644388" y="1030766"/>
          <a:ext cx="1637573" cy="72"/>
        </a:xfrm>
        <a:prstGeom prst="rect">
          <a:avLst/>
        </a:prstGeom>
        <a:solidFill>
          <a:schemeClr val="accent5">
            <a:tint val="40000"/>
            <a:alpha val="90000"/>
            <a:hueOff val="-4215764"/>
            <a:satOff val="941"/>
            <a:lumOff val="142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4215764"/>
              <a:satOff val="941"/>
              <a:lumOff val="1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4D1C28-5392-43AE-846D-4C1DCB0ABFBF}">
      <dsp:nvSpPr>
        <dsp:cNvPr id="0" name=""/>
        <dsp:cNvSpPr/>
      </dsp:nvSpPr>
      <dsp:spPr>
        <a:xfrm>
          <a:off x="5325630" y="969666"/>
          <a:ext cx="83698" cy="15720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4918392"/>
            <a:satOff val="1098"/>
            <a:lumOff val="165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4918392"/>
              <a:satOff val="1098"/>
              <a:lumOff val="1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B4A3A1-EC99-4AEB-B99E-5B0A336D7BA6}">
      <dsp:nvSpPr>
        <dsp:cNvPr id="0" name=""/>
        <dsp:cNvSpPr/>
      </dsp:nvSpPr>
      <dsp:spPr>
        <a:xfrm>
          <a:off x="4109288" y="676916"/>
          <a:ext cx="707772" cy="707772"/>
        </a:xfrm>
        <a:prstGeom prst="ellipse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66" tIns="27466" rIns="27466" bIns="274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</a:t>
          </a:r>
        </a:p>
      </dsp:txBody>
      <dsp:txXfrm>
        <a:off x="4212939" y="780567"/>
        <a:ext cx="500470" cy="500470"/>
      </dsp:txXfrm>
    </dsp:sp>
    <dsp:sp modelId="{B4770E1A-1FDB-4A9B-B815-136659E994DB}">
      <dsp:nvSpPr>
        <dsp:cNvPr id="0" name=""/>
        <dsp:cNvSpPr/>
      </dsp:nvSpPr>
      <dsp:spPr>
        <a:xfrm>
          <a:off x="3644388" y="1550288"/>
          <a:ext cx="16375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5621019"/>
            <a:satOff val="1255"/>
            <a:lumOff val="189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621019"/>
              <a:satOff val="1255"/>
              <a:lumOff val="1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174" tIns="165100" rIns="129174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Step 3: Add a payment method</a:t>
          </a:r>
        </a:p>
      </dsp:txBody>
      <dsp:txXfrm>
        <a:off x="3644388" y="1877803"/>
        <a:ext cx="1637573" cy="1638085"/>
      </dsp:txXfrm>
    </dsp:sp>
    <dsp:sp modelId="{0751819A-7199-414B-8ADE-82A210711580}">
      <dsp:nvSpPr>
        <dsp:cNvPr id="0" name=""/>
        <dsp:cNvSpPr/>
      </dsp:nvSpPr>
      <dsp:spPr>
        <a:xfrm>
          <a:off x="5463914" y="1030766"/>
          <a:ext cx="1637573" cy="72"/>
        </a:xfrm>
        <a:prstGeom prst="rect">
          <a:avLst/>
        </a:prstGeom>
        <a:solidFill>
          <a:schemeClr val="accent5">
            <a:tint val="40000"/>
            <a:alpha val="90000"/>
            <a:hueOff val="-6323647"/>
            <a:satOff val="1412"/>
            <a:lumOff val="212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6323647"/>
              <a:satOff val="1412"/>
              <a:lumOff val="2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61848B-D800-406C-9D18-85E66FBFC4A4}">
      <dsp:nvSpPr>
        <dsp:cNvPr id="0" name=""/>
        <dsp:cNvSpPr/>
      </dsp:nvSpPr>
      <dsp:spPr>
        <a:xfrm>
          <a:off x="7145156" y="969666"/>
          <a:ext cx="83698" cy="15720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7026274"/>
            <a:satOff val="1569"/>
            <a:lumOff val="236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026274"/>
              <a:satOff val="1569"/>
              <a:lumOff val="2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E93E1-421E-4B71-9409-72166BBC40EA}">
      <dsp:nvSpPr>
        <dsp:cNvPr id="0" name=""/>
        <dsp:cNvSpPr/>
      </dsp:nvSpPr>
      <dsp:spPr>
        <a:xfrm>
          <a:off x="5928815" y="676916"/>
          <a:ext cx="707772" cy="707772"/>
        </a:xfrm>
        <a:prstGeom prst="ellipse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66" tIns="27466" rIns="27466" bIns="274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4</a:t>
          </a:r>
        </a:p>
      </dsp:txBody>
      <dsp:txXfrm>
        <a:off x="6032466" y="780567"/>
        <a:ext cx="500470" cy="500470"/>
      </dsp:txXfrm>
    </dsp:sp>
    <dsp:sp modelId="{1E4D40A4-C48E-4438-8EC6-76243805E11A}">
      <dsp:nvSpPr>
        <dsp:cNvPr id="0" name=""/>
        <dsp:cNvSpPr/>
      </dsp:nvSpPr>
      <dsp:spPr>
        <a:xfrm>
          <a:off x="5463914" y="1550288"/>
          <a:ext cx="16375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7728901"/>
            <a:satOff val="1726"/>
            <a:lumOff val="259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728901"/>
              <a:satOff val="1726"/>
              <a:lumOff val="2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174" tIns="165100" rIns="129174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Step 4: Verify your phone number</a:t>
          </a:r>
        </a:p>
      </dsp:txBody>
      <dsp:txXfrm>
        <a:off x="5463914" y="1877803"/>
        <a:ext cx="1637573" cy="1638085"/>
      </dsp:txXfrm>
    </dsp:sp>
    <dsp:sp modelId="{2263007B-5DE6-414B-9683-16567AF5597D}">
      <dsp:nvSpPr>
        <dsp:cNvPr id="0" name=""/>
        <dsp:cNvSpPr/>
      </dsp:nvSpPr>
      <dsp:spPr>
        <a:xfrm>
          <a:off x="7283440" y="1030766"/>
          <a:ext cx="1637573" cy="72"/>
        </a:xfrm>
        <a:prstGeom prst="rect">
          <a:avLst/>
        </a:prstGeom>
        <a:solidFill>
          <a:schemeClr val="accent5">
            <a:tint val="40000"/>
            <a:alpha val="90000"/>
            <a:hueOff val="-8431529"/>
            <a:satOff val="1883"/>
            <a:lumOff val="283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8431529"/>
              <a:satOff val="1883"/>
              <a:lumOff val="2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05BF7D-C255-47B9-A8BA-16FA1094854A}">
      <dsp:nvSpPr>
        <dsp:cNvPr id="0" name=""/>
        <dsp:cNvSpPr/>
      </dsp:nvSpPr>
      <dsp:spPr>
        <a:xfrm>
          <a:off x="8964682" y="969666"/>
          <a:ext cx="83698" cy="15720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9134156"/>
            <a:satOff val="2039"/>
            <a:lumOff val="30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9134156"/>
              <a:satOff val="2039"/>
              <a:lumOff val="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B820CA-6E14-4A78-A11F-12A8E909259A}">
      <dsp:nvSpPr>
        <dsp:cNvPr id="0" name=""/>
        <dsp:cNvSpPr/>
      </dsp:nvSpPr>
      <dsp:spPr>
        <a:xfrm>
          <a:off x="7748341" y="676916"/>
          <a:ext cx="707772" cy="707772"/>
        </a:xfrm>
        <a:prstGeom prst="ellipse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66" tIns="27466" rIns="27466" bIns="274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5</a:t>
          </a:r>
        </a:p>
      </dsp:txBody>
      <dsp:txXfrm>
        <a:off x="7851992" y="780567"/>
        <a:ext cx="500470" cy="500470"/>
      </dsp:txXfrm>
    </dsp:sp>
    <dsp:sp modelId="{40FAECBB-0907-4AB2-BE19-FBC29A676201}">
      <dsp:nvSpPr>
        <dsp:cNvPr id="0" name=""/>
        <dsp:cNvSpPr/>
      </dsp:nvSpPr>
      <dsp:spPr>
        <a:xfrm>
          <a:off x="7283440" y="1550288"/>
          <a:ext cx="16375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9836784"/>
            <a:satOff val="2196"/>
            <a:lumOff val="33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9836784"/>
              <a:satOff val="2196"/>
              <a:lumOff val="3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174" tIns="165100" rIns="129174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Step 5: Choose an AWS Support plan</a:t>
          </a:r>
        </a:p>
      </dsp:txBody>
      <dsp:txXfrm>
        <a:off x="7283440" y="1877803"/>
        <a:ext cx="1637573" cy="1638085"/>
      </dsp:txXfrm>
    </dsp:sp>
    <dsp:sp modelId="{7C7102EA-D3F5-4884-9645-935A3B9E1095}">
      <dsp:nvSpPr>
        <dsp:cNvPr id="0" name=""/>
        <dsp:cNvSpPr/>
      </dsp:nvSpPr>
      <dsp:spPr>
        <a:xfrm>
          <a:off x="9102966" y="1030766"/>
          <a:ext cx="818786" cy="72"/>
        </a:xfrm>
        <a:prstGeom prst="rect">
          <a:avLst/>
        </a:prstGeom>
        <a:solidFill>
          <a:schemeClr val="accent5">
            <a:tint val="40000"/>
            <a:alpha val="90000"/>
            <a:hueOff val="-10539411"/>
            <a:satOff val="2353"/>
            <a:lumOff val="35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0539411"/>
              <a:satOff val="2353"/>
              <a:lumOff val="3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AE4FE6-43C4-4424-B5FE-2B1E9BD8F52C}">
      <dsp:nvSpPr>
        <dsp:cNvPr id="0" name=""/>
        <dsp:cNvSpPr/>
      </dsp:nvSpPr>
      <dsp:spPr>
        <a:xfrm>
          <a:off x="9567867" y="676916"/>
          <a:ext cx="707772" cy="707772"/>
        </a:xfrm>
        <a:prstGeom prst="ellips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66" tIns="27466" rIns="27466" bIns="274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6</a:t>
          </a:r>
        </a:p>
      </dsp:txBody>
      <dsp:txXfrm>
        <a:off x="9671518" y="780567"/>
        <a:ext cx="500470" cy="500470"/>
      </dsp:txXfrm>
    </dsp:sp>
    <dsp:sp modelId="{9E6C46E5-C786-488B-98E7-51D1D671B3AE}">
      <dsp:nvSpPr>
        <dsp:cNvPr id="0" name=""/>
        <dsp:cNvSpPr/>
      </dsp:nvSpPr>
      <dsp:spPr>
        <a:xfrm>
          <a:off x="9102966" y="1550288"/>
          <a:ext cx="16375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174" tIns="165100" rIns="129174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Step 6: Complete sign up ( the process might take up to 24 hours) </a:t>
          </a:r>
        </a:p>
      </dsp:txBody>
      <dsp:txXfrm>
        <a:off x="9102966" y="1877803"/>
        <a:ext cx="1637573" cy="1638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B7EA-259E-35CE-44CE-58133EFBE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EE6AF7-C92C-84E3-D526-2F86915CD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CE9B2-F4EF-691B-E918-571AE68C4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3C8D-7D8F-BA23-E601-B7C76BEFB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43DF4-89E9-0319-06FA-C2B9CD10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41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1AD6B-38BF-D203-194C-62A663031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9DC27-F8E4-7107-3500-07EA66015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C1989-129C-5522-3329-33E6305F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74B52-F3C4-B6F5-118F-6960EE826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3E9E7-0138-8836-5F7E-CDE0F634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0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B089-B592-EF8A-EDC7-89DE2DD0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CF257-7C6E-004B-2FBE-1EEB8C3F5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080E1-7E88-BE00-6397-3790EF1F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64F1F-1EF8-CB70-5FB5-AE49CA4F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7CE3A-3843-8F50-1AA6-847F2394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51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03726-F440-3E63-FF12-49F2C797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4CBB-979A-893F-FA80-916774ACB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9195F-D49B-66EC-BC44-FF88BDFB1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38458-FB36-8DEB-7D3A-A660E9F2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3E598-C13C-D939-B443-3FE1C6253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C514E-7873-8070-3260-DA8D4989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086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C27A-C5E9-D417-AABB-5DC5DC93E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A1878-5EB5-B600-6A65-0D8F66EC3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D5366-C9D6-C1E4-2C64-C9CDFFBB9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4A0BF6-E4F7-8C42-ECDF-6B0C914D0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038B25-981B-6891-9EF4-EFC3923F3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9B797F-B388-BADC-50B6-6D79F7FDC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CBD4E8-37C2-00DD-EE9D-38CDE23A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4C6815-F40E-25B8-A37B-92267D12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018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AB1E4-7F26-8FCE-1155-693E2522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C36C08-8752-7796-B559-AFD9AFB8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E85B63-16A8-C8EE-1D39-A16EE199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B1B70-360F-706A-EFCF-A0610397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85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1269A0-6F92-2DB1-5C71-86DC3569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A6C0C-789A-2DDB-84A5-D48DD02B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B4C30-7672-76CC-FEF6-04597B4C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560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D273-F926-9893-E203-D296D883A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8F855-9C04-F145-173D-05A165369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3A0FB-1C73-3174-6AA9-61B32AEB9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A6B9F-183C-B2CA-9969-99ADFD6DC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B782F-A12D-A77C-B741-40F22AAF8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C06C6-8061-4FFD-6820-4B63D9F5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86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3767-C095-1CD9-A9F4-8A77A61A9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FFD5CC-C586-FEED-5C06-DA385D6E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E8724-82B6-B72D-C697-1355F186F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2689E-1AE3-26A8-F7BF-55C579DA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7CCE1-B401-5D0F-C65A-17A608F6A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681AF-EE52-AE3F-C480-E2136849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15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A9F5-C1C0-6E2A-1091-F6DC4D96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D7168-4B15-9E44-142F-69D505133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22FDA-FF10-314D-8F61-71E601FC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E5BF8-E920-EC8D-F861-65B200C5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15A4-9557-14C2-F09C-4A794DD0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935EDD-849F-6217-DF86-542E23CFDC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D7D39-0FFD-D65C-A038-E7FBED2F5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13C5A-519F-E82C-088C-1B2C72C34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DF844-0228-16F5-172F-54718ED7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97B3C-5013-40C0-0330-52AF3136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09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A72CB6-FE54-6D78-57CB-599F94FE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20AF8-CC92-B36A-8F34-027E28A63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80170-C52E-CD1D-469A-FC895A926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33F9C-1661-45EA-B571-BFD9E6FBDA47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0FE46-10ED-0718-B486-D716DCA0EF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53856-ECF0-54BF-0F70-49F90368B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F9CFF-26CF-4D4B-BC16-A4F571E58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88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457E3-2493-9B77-97F0-AB0F1A832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9258676" cy="326852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How to create an AWS account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0FB5E-92BF-583E-F95D-A98ACBB1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Steps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A2828E2-4DBA-2CE6-3C16-84D061013F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671371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8470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How to create an AWS account</vt:lpstr>
      <vt:lpstr>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6</cp:revision>
  <dcterms:created xsi:type="dcterms:W3CDTF">2025-10-17T09:38:23Z</dcterms:created>
  <dcterms:modified xsi:type="dcterms:W3CDTF">2025-10-17T09:43:16Z</dcterms:modified>
</cp:coreProperties>
</file>