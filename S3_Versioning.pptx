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1657A7-85B4-4070-AEC8-F9F7E3DBFF3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BCBD8A4-1A17-4737-ADF0-90521AF3A2B8}">
      <dgm:prSet/>
      <dgm:spPr/>
      <dgm:t>
        <a:bodyPr/>
        <a:lstStyle/>
        <a:p>
          <a:r>
            <a:rPr lang="en-US" b="0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Data Protection: Recover accidentally deleted or overwritten files.</a:t>
          </a:r>
          <a:endParaRPr lang="en-US" b="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0BDEF233-ABF8-4679-8C49-7C2A84DA815E}" type="parTrans" cxnId="{503257D4-F0A5-463E-ADD6-12DD60C09E33}">
      <dgm:prSet/>
      <dgm:spPr/>
      <dgm:t>
        <a:bodyPr/>
        <a:lstStyle/>
        <a:p>
          <a:endParaRPr lang="en-US"/>
        </a:p>
      </dgm:t>
    </dgm:pt>
    <dgm:pt modelId="{051A7AE0-34F2-40C7-96B3-16EAEA5F6FDE}" type="sibTrans" cxnId="{503257D4-F0A5-463E-ADD6-12DD60C09E33}">
      <dgm:prSet/>
      <dgm:spPr/>
      <dgm:t>
        <a:bodyPr/>
        <a:lstStyle/>
        <a:p>
          <a:endParaRPr lang="en-US"/>
        </a:p>
      </dgm:t>
    </dgm:pt>
    <dgm:pt modelId="{E435CE53-FCDC-4EBB-A006-9423D83CD740}">
      <dgm:prSet/>
      <dgm:spPr/>
      <dgm:t>
        <a:bodyPr/>
        <a:lstStyle/>
        <a:p>
          <a:r>
            <a:rPr lang="en-US" b="0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Historical Tracking: Keep old versions for auditing or rollback.</a:t>
          </a:r>
          <a:endParaRPr lang="en-US" b="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12C52D76-1A9A-42B7-961C-C7D0AE6FA187}" type="parTrans" cxnId="{4432EBAA-0F90-4E32-86BE-FEE39084D6D4}">
      <dgm:prSet/>
      <dgm:spPr/>
      <dgm:t>
        <a:bodyPr/>
        <a:lstStyle/>
        <a:p>
          <a:endParaRPr lang="en-US"/>
        </a:p>
      </dgm:t>
    </dgm:pt>
    <dgm:pt modelId="{671053D0-B01D-4536-8F83-08AE5E501EB5}" type="sibTrans" cxnId="{4432EBAA-0F90-4E32-86BE-FEE39084D6D4}">
      <dgm:prSet/>
      <dgm:spPr/>
      <dgm:t>
        <a:bodyPr/>
        <a:lstStyle/>
        <a:p>
          <a:endParaRPr lang="en-US"/>
        </a:p>
      </dgm:t>
    </dgm:pt>
    <dgm:pt modelId="{05EB9C9F-9310-4FB7-9126-9DCF232BF10C}">
      <dgm:prSet/>
      <dgm:spPr/>
      <dgm:t>
        <a:bodyPr/>
        <a:lstStyle/>
        <a:p>
          <a:r>
            <a:rPr lang="en-US" b="0" i="0" baseline="0" dirty="0"/>
            <a:t>Backup Simplification: Eliminates need for complex file backup logic.</a:t>
          </a:r>
          <a:endParaRPr lang="en-US" dirty="0"/>
        </a:p>
      </dgm:t>
    </dgm:pt>
    <dgm:pt modelId="{355EB9BD-B0D3-4753-80F0-3572994B311E}" type="parTrans" cxnId="{AB718FA5-3425-4D4F-BD5F-CE910B37519D}">
      <dgm:prSet/>
      <dgm:spPr/>
      <dgm:t>
        <a:bodyPr/>
        <a:lstStyle/>
        <a:p>
          <a:endParaRPr lang="en-US"/>
        </a:p>
      </dgm:t>
    </dgm:pt>
    <dgm:pt modelId="{75DB27FA-55FF-4FD1-B805-228D51BF7855}" type="sibTrans" cxnId="{AB718FA5-3425-4D4F-BD5F-CE910B37519D}">
      <dgm:prSet/>
      <dgm:spPr/>
      <dgm:t>
        <a:bodyPr/>
        <a:lstStyle/>
        <a:p>
          <a:endParaRPr lang="en-US"/>
        </a:p>
      </dgm:t>
    </dgm:pt>
    <dgm:pt modelId="{FED650EB-32D5-4FC0-B373-753ABAF877A7}">
      <dgm:prSet/>
      <dgm:spPr/>
      <dgm:t>
        <a:bodyPr/>
        <a:lstStyle/>
        <a:p>
          <a:r>
            <a:rPr lang="en-US" b="0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Integration: Works seamlessly with S3 lifecycle rules for cost optimization.</a:t>
          </a:r>
          <a:endParaRPr lang="en-US" b="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803D25E4-6E17-41B0-9EC8-79E03D3C8718}" type="parTrans" cxnId="{CB95D081-0CAB-4C83-8635-52CCB000B1ED}">
      <dgm:prSet/>
      <dgm:spPr/>
      <dgm:t>
        <a:bodyPr/>
        <a:lstStyle/>
        <a:p>
          <a:endParaRPr lang="en-US"/>
        </a:p>
      </dgm:t>
    </dgm:pt>
    <dgm:pt modelId="{A1FEE58C-1695-4261-8DF1-C08875FE4048}" type="sibTrans" cxnId="{CB95D081-0CAB-4C83-8635-52CCB000B1ED}">
      <dgm:prSet/>
      <dgm:spPr/>
      <dgm:t>
        <a:bodyPr/>
        <a:lstStyle/>
        <a:p>
          <a:endParaRPr lang="en-US"/>
        </a:p>
      </dgm:t>
    </dgm:pt>
    <dgm:pt modelId="{EFC3923A-ED77-4DEE-A46C-781956E3F5BB}" type="pres">
      <dgm:prSet presAssocID="{E31657A7-85B4-4070-AEC8-F9F7E3DBFF33}" presName="root" presStyleCnt="0">
        <dgm:presLayoutVars>
          <dgm:dir/>
          <dgm:resizeHandles val="exact"/>
        </dgm:presLayoutVars>
      </dgm:prSet>
      <dgm:spPr/>
    </dgm:pt>
    <dgm:pt modelId="{8B4E7C73-466B-4275-B7B3-81E5615E006B}" type="pres">
      <dgm:prSet presAssocID="{9BCBD8A4-1A17-4737-ADF0-90521AF3A2B8}" presName="compNode" presStyleCnt="0"/>
      <dgm:spPr/>
    </dgm:pt>
    <dgm:pt modelId="{D04ECE1F-B62B-4B29-B7BF-C74A09A0D566}" type="pres">
      <dgm:prSet presAssocID="{9BCBD8A4-1A17-4737-ADF0-90521AF3A2B8}" presName="bgRect" presStyleLbl="bgShp" presStyleIdx="0" presStyleCnt="4"/>
      <dgm:spPr/>
    </dgm:pt>
    <dgm:pt modelId="{E0FE9D3F-2706-46F3-A759-7EF20F869086}" type="pres">
      <dgm:prSet presAssocID="{9BCBD8A4-1A17-4737-ADF0-90521AF3A2B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6BBAF96A-C6EA-4F79-8BB7-9EF0EE2ECFA4}" type="pres">
      <dgm:prSet presAssocID="{9BCBD8A4-1A17-4737-ADF0-90521AF3A2B8}" presName="spaceRect" presStyleCnt="0"/>
      <dgm:spPr/>
    </dgm:pt>
    <dgm:pt modelId="{7294E014-4892-433F-858D-E49B437D6C5E}" type="pres">
      <dgm:prSet presAssocID="{9BCBD8A4-1A17-4737-ADF0-90521AF3A2B8}" presName="parTx" presStyleLbl="revTx" presStyleIdx="0" presStyleCnt="4">
        <dgm:presLayoutVars>
          <dgm:chMax val="0"/>
          <dgm:chPref val="0"/>
        </dgm:presLayoutVars>
      </dgm:prSet>
      <dgm:spPr/>
    </dgm:pt>
    <dgm:pt modelId="{03F6640E-3EED-46DA-8C17-AD3EF429F758}" type="pres">
      <dgm:prSet presAssocID="{051A7AE0-34F2-40C7-96B3-16EAEA5F6FDE}" presName="sibTrans" presStyleCnt="0"/>
      <dgm:spPr/>
    </dgm:pt>
    <dgm:pt modelId="{37ACF13D-DECD-49E4-8A1B-50A4667AEFBE}" type="pres">
      <dgm:prSet presAssocID="{E435CE53-FCDC-4EBB-A006-9423D83CD740}" presName="compNode" presStyleCnt="0"/>
      <dgm:spPr/>
    </dgm:pt>
    <dgm:pt modelId="{505DDF7A-10A3-4740-975F-022E6D51EA9D}" type="pres">
      <dgm:prSet presAssocID="{E435CE53-FCDC-4EBB-A006-9423D83CD740}" presName="bgRect" presStyleLbl="bgShp" presStyleIdx="1" presStyleCnt="4"/>
      <dgm:spPr/>
    </dgm:pt>
    <dgm:pt modelId="{E4ADE51F-6347-4AEE-AFA8-29152F6B4377}" type="pres">
      <dgm:prSet presAssocID="{E435CE53-FCDC-4EBB-A006-9423D83CD74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3C861F2C-ABCD-47C6-9DD7-6E1ACCE33EC0}" type="pres">
      <dgm:prSet presAssocID="{E435CE53-FCDC-4EBB-A006-9423D83CD740}" presName="spaceRect" presStyleCnt="0"/>
      <dgm:spPr/>
    </dgm:pt>
    <dgm:pt modelId="{0C4C600E-A7CA-448F-A599-4039FC36ACEF}" type="pres">
      <dgm:prSet presAssocID="{E435CE53-FCDC-4EBB-A006-9423D83CD740}" presName="parTx" presStyleLbl="revTx" presStyleIdx="1" presStyleCnt="4">
        <dgm:presLayoutVars>
          <dgm:chMax val="0"/>
          <dgm:chPref val="0"/>
        </dgm:presLayoutVars>
      </dgm:prSet>
      <dgm:spPr/>
    </dgm:pt>
    <dgm:pt modelId="{305A9B4D-428D-4EC7-A2F9-DC583AEC3C3D}" type="pres">
      <dgm:prSet presAssocID="{671053D0-B01D-4536-8F83-08AE5E501EB5}" presName="sibTrans" presStyleCnt="0"/>
      <dgm:spPr/>
    </dgm:pt>
    <dgm:pt modelId="{D4593FC9-6050-4259-877B-7A8606BB4A55}" type="pres">
      <dgm:prSet presAssocID="{05EB9C9F-9310-4FB7-9126-9DCF232BF10C}" presName="compNode" presStyleCnt="0"/>
      <dgm:spPr/>
    </dgm:pt>
    <dgm:pt modelId="{E7F5A782-B221-43FC-9E87-12650A8FC922}" type="pres">
      <dgm:prSet presAssocID="{05EB9C9F-9310-4FB7-9126-9DCF232BF10C}" presName="bgRect" presStyleLbl="bgShp" presStyleIdx="2" presStyleCnt="4"/>
      <dgm:spPr/>
    </dgm:pt>
    <dgm:pt modelId="{F19A5C28-469A-4286-B175-F252E39485FC}" type="pres">
      <dgm:prSet presAssocID="{05EB9C9F-9310-4FB7-9126-9DCF232BF10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EBE11984-1931-410D-A222-9254E27F7C8B}" type="pres">
      <dgm:prSet presAssocID="{05EB9C9F-9310-4FB7-9126-9DCF232BF10C}" presName="spaceRect" presStyleCnt="0"/>
      <dgm:spPr/>
    </dgm:pt>
    <dgm:pt modelId="{68EA2BBA-D214-402F-AF3B-5AD4CF2C361E}" type="pres">
      <dgm:prSet presAssocID="{05EB9C9F-9310-4FB7-9126-9DCF232BF10C}" presName="parTx" presStyleLbl="revTx" presStyleIdx="2" presStyleCnt="4">
        <dgm:presLayoutVars>
          <dgm:chMax val="0"/>
          <dgm:chPref val="0"/>
        </dgm:presLayoutVars>
      </dgm:prSet>
      <dgm:spPr/>
    </dgm:pt>
    <dgm:pt modelId="{A6CE7D60-1DCD-41E2-800F-A478E835716A}" type="pres">
      <dgm:prSet presAssocID="{75DB27FA-55FF-4FD1-B805-228D51BF7855}" presName="sibTrans" presStyleCnt="0"/>
      <dgm:spPr/>
    </dgm:pt>
    <dgm:pt modelId="{81C7955A-E4EC-4D93-905E-17BCB70E336E}" type="pres">
      <dgm:prSet presAssocID="{FED650EB-32D5-4FC0-B373-753ABAF877A7}" presName="compNode" presStyleCnt="0"/>
      <dgm:spPr/>
    </dgm:pt>
    <dgm:pt modelId="{9DD2FB55-51B9-4587-B24C-78C576519BE4}" type="pres">
      <dgm:prSet presAssocID="{FED650EB-32D5-4FC0-B373-753ABAF877A7}" presName="bgRect" presStyleLbl="bgShp" presStyleIdx="3" presStyleCnt="4"/>
      <dgm:spPr/>
    </dgm:pt>
    <dgm:pt modelId="{4CF72D50-D39B-412E-B8D4-5E257AF58A76}" type="pres">
      <dgm:prSet presAssocID="{FED650EB-32D5-4FC0-B373-753ABAF877A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7A6D7C8E-A125-48C5-BEA5-9D6CEA8DC8F7}" type="pres">
      <dgm:prSet presAssocID="{FED650EB-32D5-4FC0-B373-753ABAF877A7}" presName="spaceRect" presStyleCnt="0"/>
      <dgm:spPr/>
    </dgm:pt>
    <dgm:pt modelId="{4F89CBB7-AB43-486E-9ABD-4ECEBDEC6054}" type="pres">
      <dgm:prSet presAssocID="{FED650EB-32D5-4FC0-B373-753ABAF877A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6239647-EEFF-4D8A-8516-598E3804288F}" type="presOf" srcId="{E435CE53-FCDC-4EBB-A006-9423D83CD740}" destId="{0C4C600E-A7CA-448F-A599-4039FC36ACEF}" srcOrd="0" destOrd="0" presId="urn:microsoft.com/office/officeart/2018/2/layout/IconVerticalSolidList"/>
    <dgm:cxn modelId="{043D0075-F93B-4312-A53B-45F40E29E20F}" type="presOf" srcId="{9BCBD8A4-1A17-4737-ADF0-90521AF3A2B8}" destId="{7294E014-4892-433F-858D-E49B437D6C5E}" srcOrd="0" destOrd="0" presId="urn:microsoft.com/office/officeart/2018/2/layout/IconVerticalSolidList"/>
    <dgm:cxn modelId="{CB95D081-0CAB-4C83-8635-52CCB000B1ED}" srcId="{E31657A7-85B4-4070-AEC8-F9F7E3DBFF33}" destId="{FED650EB-32D5-4FC0-B373-753ABAF877A7}" srcOrd="3" destOrd="0" parTransId="{803D25E4-6E17-41B0-9EC8-79E03D3C8718}" sibTransId="{A1FEE58C-1695-4261-8DF1-C08875FE4048}"/>
    <dgm:cxn modelId="{3BB595A3-FDD9-4BBD-848A-2D90BD70D8A1}" type="presOf" srcId="{E31657A7-85B4-4070-AEC8-F9F7E3DBFF33}" destId="{EFC3923A-ED77-4DEE-A46C-781956E3F5BB}" srcOrd="0" destOrd="0" presId="urn:microsoft.com/office/officeart/2018/2/layout/IconVerticalSolidList"/>
    <dgm:cxn modelId="{AB718FA5-3425-4D4F-BD5F-CE910B37519D}" srcId="{E31657A7-85B4-4070-AEC8-F9F7E3DBFF33}" destId="{05EB9C9F-9310-4FB7-9126-9DCF232BF10C}" srcOrd="2" destOrd="0" parTransId="{355EB9BD-B0D3-4753-80F0-3572994B311E}" sibTransId="{75DB27FA-55FF-4FD1-B805-228D51BF7855}"/>
    <dgm:cxn modelId="{51EBD5A9-0B49-4BF9-9602-7B32AC808A6B}" type="presOf" srcId="{FED650EB-32D5-4FC0-B373-753ABAF877A7}" destId="{4F89CBB7-AB43-486E-9ABD-4ECEBDEC6054}" srcOrd="0" destOrd="0" presId="urn:microsoft.com/office/officeart/2018/2/layout/IconVerticalSolidList"/>
    <dgm:cxn modelId="{4432EBAA-0F90-4E32-86BE-FEE39084D6D4}" srcId="{E31657A7-85B4-4070-AEC8-F9F7E3DBFF33}" destId="{E435CE53-FCDC-4EBB-A006-9423D83CD740}" srcOrd="1" destOrd="0" parTransId="{12C52D76-1A9A-42B7-961C-C7D0AE6FA187}" sibTransId="{671053D0-B01D-4536-8F83-08AE5E501EB5}"/>
    <dgm:cxn modelId="{2E44DFC0-229B-4577-AC45-A2396DAE38B6}" type="presOf" srcId="{05EB9C9F-9310-4FB7-9126-9DCF232BF10C}" destId="{68EA2BBA-D214-402F-AF3B-5AD4CF2C361E}" srcOrd="0" destOrd="0" presId="urn:microsoft.com/office/officeart/2018/2/layout/IconVerticalSolidList"/>
    <dgm:cxn modelId="{503257D4-F0A5-463E-ADD6-12DD60C09E33}" srcId="{E31657A7-85B4-4070-AEC8-F9F7E3DBFF33}" destId="{9BCBD8A4-1A17-4737-ADF0-90521AF3A2B8}" srcOrd="0" destOrd="0" parTransId="{0BDEF233-ABF8-4679-8C49-7C2A84DA815E}" sibTransId="{051A7AE0-34F2-40C7-96B3-16EAEA5F6FDE}"/>
    <dgm:cxn modelId="{370B5308-46FD-421A-8E5A-42964F4C1A5D}" type="presParOf" srcId="{EFC3923A-ED77-4DEE-A46C-781956E3F5BB}" destId="{8B4E7C73-466B-4275-B7B3-81E5615E006B}" srcOrd="0" destOrd="0" presId="urn:microsoft.com/office/officeart/2018/2/layout/IconVerticalSolidList"/>
    <dgm:cxn modelId="{B574B912-6DDE-4DC2-AEE7-0A69088C39F8}" type="presParOf" srcId="{8B4E7C73-466B-4275-B7B3-81E5615E006B}" destId="{D04ECE1F-B62B-4B29-B7BF-C74A09A0D566}" srcOrd="0" destOrd="0" presId="urn:microsoft.com/office/officeart/2018/2/layout/IconVerticalSolidList"/>
    <dgm:cxn modelId="{E817E4D2-4A78-4B90-A470-61E49C752B33}" type="presParOf" srcId="{8B4E7C73-466B-4275-B7B3-81E5615E006B}" destId="{E0FE9D3F-2706-46F3-A759-7EF20F869086}" srcOrd="1" destOrd="0" presId="urn:microsoft.com/office/officeart/2018/2/layout/IconVerticalSolidList"/>
    <dgm:cxn modelId="{982D2F38-3F3E-43C8-BDFF-41828B8E951A}" type="presParOf" srcId="{8B4E7C73-466B-4275-B7B3-81E5615E006B}" destId="{6BBAF96A-C6EA-4F79-8BB7-9EF0EE2ECFA4}" srcOrd="2" destOrd="0" presId="urn:microsoft.com/office/officeart/2018/2/layout/IconVerticalSolidList"/>
    <dgm:cxn modelId="{ED7C08B1-671A-4A2A-B26D-1D91210F3D0E}" type="presParOf" srcId="{8B4E7C73-466B-4275-B7B3-81E5615E006B}" destId="{7294E014-4892-433F-858D-E49B437D6C5E}" srcOrd="3" destOrd="0" presId="urn:microsoft.com/office/officeart/2018/2/layout/IconVerticalSolidList"/>
    <dgm:cxn modelId="{A78DAC2D-B4BF-4A86-9B83-C3326E4C99B7}" type="presParOf" srcId="{EFC3923A-ED77-4DEE-A46C-781956E3F5BB}" destId="{03F6640E-3EED-46DA-8C17-AD3EF429F758}" srcOrd="1" destOrd="0" presId="urn:microsoft.com/office/officeart/2018/2/layout/IconVerticalSolidList"/>
    <dgm:cxn modelId="{F80EAC74-954F-4A52-ADCF-926F2EDA57CE}" type="presParOf" srcId="{EFC3923A-ED77-4DEE-A46C-781956E3F5BB}" destId="{37ACF13D-DECD-49E4-8A1B-50A4667AEFBE}" srcOrd="2" destOrd="0" presId="urn:microsoft.com/office/officeart/2018/2/layout/IconVerticalSolidList"/>
    <dgm:cxn modelId="{DCFC408F-800F-433F-8818-A1D1E420323C}" type="presParOf" srcId="{37ACF13D-DECD-49E4-8A1B-50A4667AEFBE}" destId="{505DDF7A-10A3-4740-975F-022E6D51EA9D}" srcOrd="0" destOrd="0" presId="urn:microsoft.com/office/officeart/2018/2/layout/IconVerticalSolidList"/>
    <dgm:cxn modelId="{18498D57-35B4-4099-8CFE-3761E085D431}" type="presParOf" srcId="{37ACF13D-DECD-49E4-8A1B-50A4667AEFBE}" destId="{E4ADE51F-6347-4AEE-AFA8-29152F6B4377}" srcOrd="1" destOrd="0" presId="urn:microsoft.com/office/officeart/2018/2/layout/IconVerticalSolidList"/>
    <dgm:cxn modelId="{5173A3CF-AA10-4A4A-94B5-04F04EDC53E6}" type="presParOf" srcId="{37ACF13D-DECD-49E4-8A1B-50A4667AEFBE}" destId="{3C861F2C-ABCD-47C6-9DD7-6E1ACCE33EC0}" srcOrd="2" destOrd="0" presId="urn:microsoft.com/office/officeart/2018/2/layout/IconVerticalSolidList"/>
    <dgm:cxn modelId="{DC36450F-D83C-4579-AF20-CDB7CC336E52}" type="presParOf" srcId="{37ACF13D-DECD-49E4-8A1B-50A4667AEFBE}" destId="{0C4C600E-A7CA-448F-A599-4039FC36ACEF}" srcOrd="3" destOrd="0" presId="urn:microsoft.com/office/officeart/2018/2/layout/IconVerticalSolidList"/>
    <dgm:cxn modelId="{03467C5B-899D-4D54-8978-5F7C181B48CA}" type="presParOf" srcId="{EFC3923A-ED77-4DEE-A46C-781956E3F5BB}" destId="{305A9B4D-428D-4EC7-A2F9-DC583AEC3C3D}" srcOrd="3" destOrd="0" presId="urn:microsoft.com/office/officeart/2018/2/layout/IconVerticalSolidList"/>
    <dgm:cxn modelId="{DABB96D6-F522-47D4-9047-4C1A3B7896C1}" type="presParOf" srcId="{EFC3923A-ED77-4DEE-A46C-781956E3F5BB}" destId="{D4593FC9-6050-4259-877B-7A8606BB4A55}" srcOrd="4" destOrd="0" presId="urn:microsoft.com/office/officeart/2018/2/layout/IconVerticalSolidList"/>
    <dgm:cxn modelId="{1EBA155D-C164-480B-96D2-223CE29C06DF}" type="presParOf" srcId="{D4593FC9-6050-4259-877B-7A8606BB4A55}" destId="{E7F5A782-B221-43FC-9E87-12650A8FC922}" srcOrd="0" destOrd="0" presId="urn:microsoft.com/office/officeart/2018/2/layout/IconVerticalSolidList"/>
    <dgm:cxn modelId="{1C491CFC-7535-44FD-A136-11E21BBAA351}" type="presParOf" srcId="{D4593FC9-6050-4259-877B-7A8606BB4A55}" destId="{F19A5C28-469A-4286-B175-F252E39485FC}" srcOrd="1" destOrd="0" presId="urn:microsoft.com/office/officeart/2018/2/layout/IconVerticalSolidList"/>
    <dgm:cxn modelId="{A46870CA-5D05-44BD-AA8C-066AF3CCE416}" type="presParOf" srcId="{D4593FC9-6050-4259-877B-7A8606BB4A55}" destId="{EBE11984-1931-410D-A222-9254E27F7C8B}" srcOrd="2" destOrd="0" presId="urn:microsoft.com/office/officeart/2018/2/layout/IconVerticalSolidList"/>
    <dgm:cxn modelId="{6DE750F4-6A51-4E1F-A579-09E1397D4C1A}" type="presParOf" srcId="{D4593FC9-6050-4259-877B-7A8606BB4A55}" destId="{68EA2BBA-D214-402F-AF3B-5AD4CF2C361E}" srcOrd="3" destOrd="0" presId="urn:microsoft.com/office/officeart/2018/2/layout/IconVerticalSolidList"/>
    <dgm:cxn modelId="{1ED0E908-FE5A-47A6-A393-AB1AFBDA02F2}" type="presParOf" srcId="{EFC3923A-ED77-4DEE-A46C-781956E3F5BB}" destId="{A6CE7D60-1DCD-41E2-800F-A478E835716A}" srcOrd="5" destOrd="0" presId="urn:microsoft.com/office/officeart/2018/2/layout/IconVerticalSolidList"/>
    <dgm:cxn modelId="{AEDB5234-5565-4D42-A15D-C318851CB115}" type="presParOf" srcId="{EFC3923A-ED77-4DEE-A46C-781956E3F5BB}" destId="{81C7955A-E4EC-4D93-905E-17BCB70E336E}" srcOrd="6" destOrd="0" presId="urn:microsoft.com/office/officeart/2018/2/layout/IconVerticalSolidList"/>
    <dgm:cxn modelId="{B1405D1A-A5C7-4148-A5E0-FC8DAE76D8AE}" type="presParOf" srcId="{81C7955A-E4EC-4D93-905E-17BCB70E336E}" destId="{9DD2FB55-51B9-4587-B24C-78C576519BE4}" srcOrd="0" destOrd="0" presId="urn:microsoft.com/office/officeart/2018/2/layout/IconVerticalSolidList"/>
    <dgm:cxn modelId="{83075582-66B5-411B-8104-03EBCFD7DC65}" type="presParOf" srcId="{81C7955A-E4EC-4D93-905E-17BCB70E336E}" destId="{4CF72D50-D39B-412E-B8D4-5E257AF58A76}" srcOrd="1" destOrd="0" presId="urn:microsoft.com/office/officeart/2018/2/layout/IconVerticalSolidList"/>
    <dgm:cxn modelId="{536E5058-B2BF-42BD-8732-2896C58AA346}" type="presParOf" srcId="{81C7955A-E4EC-4D93-905E-17BCB70E336E}" destId="{7A6D7C8E-A125-48C5-BEA5-9D6CEA8DC8F7}" srcOrd="2" destOrd="0" presId="urn:microsoft.com/office/officeart/2018/2/layout/IconVerticalSolidList"/>
    <dgm:cxn modelId="{9F1A93FB-5EB6-4273-8620-3656C1F93BA4}" type="presParOf" srcId="{81C7955A-E4EC-4D93-905E-17BCB70E336E}" destId="{4F89CBB7-AB43-486E-9ABD-4ECEBDEC605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43DF172-D405-47B5-A6ED-1B452C5BFF1F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E183F0B-031F-4414-8C15-021061AEFC92}">
      <dgm:prSet custT="1"/>
      <dgm:spPr/>
      <dgm:t>
        <a:bodyPr/>
        <a:lstStyle/>
        <a:p>
          <a:r>
            <a:rPr lang="en-US" sz="2000" b="0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When versioning is </a:t>
          </a:r>
          <a:r>
            <a:rPr lang="en-US" sz="2000" b="1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enabled</a:t>
          </a:r>
          <a:r>
            <a:rPr lang="en-US" sz="2000" b="0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, a delete action does </a:t>
          </a:r>
          <a:r>
            <a:rPr lang="en-US" sz="2000" b="1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not</a:t>
          </a:r>
          <a:r>
            <a:rPr lang="en-US" sz="2000" b="0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remove the object.</a:t>
          </a:r>
          <a:endParaRPr lang="en-US" sz="20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D2F8F844-809C-4F08-9971-3A5584789C24}" type="parTrans" cxnId="{E70EE4C5-A744-40CF-A081-469AF682F78D}">
      <dgm:prSet/>
      <dgm:spPr/>
      <dgm:t>
        <a:bodyPr/>
        <a:lstStyle/>
        <a:p>
          <a:endParaRPr lang="en-US"/>
        </a:p>
      </dgm:t>
    </dgm:pt>
    <dgm:pt modelId="{3C6D9777-5BB9-4B5C-841E-7C8D38049210}" type="sibTrans" cxnId="{E70EE4C5-A744-40CF-A081-469AF682F78D}">
      <dgm:prSet/>
      <dgm:spPr/>
      <dgm:t>
        <a:bodyPr/>
        <a:lstStyle/>
        <a:p>
          <a:endParaRPr lang="en-US"/>
        </a:p>
      </dgm:t>
    </dgm:pt>
    <dgm:pt modelId="{8879CDC9-DCB1-4D47-8325-61F7CABC7489}">
      <dgm:prSet custT="1"/>
      <dgm:spPr/>
      <dgm:t>
        <a:bodyPr/>
        <a:lstStyle/>
        <a:p>
          <a:r>
            <a:rPr lang="en-US" sz="2000" b="0" i="0" baseline="0" dirty="0"/>
            <a:t>S3 adds a </a:t>
          </a:r>
          <a:r>
            <a:rPr lang="en-US" sz="2000" b="1" i="0" baseline="0" dirty="0"/>
            <a:t>Delete Marker</a:t>
          </a:r>
          <a:r>
            <a:rPr lang="en-US" sz="2000" b="0" i="0" baseline="0" dirty="0"/>
            <a:t> instead.</a:t>
          </a:r>
          <a:endParaRPr lang="en-US" sz="2000" dirty="0"/>
        </a:p>
      </dgm:t>
    </dgm:pt>
    <dgm:pt modelId="{A7FD5305-D8CA-4FBE-93F8-B82C2BAB428E}" type="parTrans" cxnId="{865D983B-C625-40C9-9EBF-8D34BD15B036}">
      <dgm:prSet/>
      <dgm:spPr/>
      <dgm:t>
        <a:bodyPr/>
        <a:lstStyle/>
        <a:p>
          <a:endParaRPr lang="en-US"/>
        </a:p>
      </dgm:t>
    </dgm:pt>
    <dgm:pt modelId="{29ADA529-E5F2-4F9E-96AB-69F73F19AC95}" type="sibTrans" cxnId="{865D983B-C625-40C9-9EBF-8D34BD15B036}">
      <dgm:prSet/>
      <dgm:spPr/>
      <dgm:t>
        <a:bodyPr/>
        <a:lstStyle/>
        <a:p>
          <a:endParaRPr lang="en-US"/>
        </a:p>
      </dgm:t>
    </dgm:pt>
    <dgm:pt modelId="{D7C6C52B-3215-496A-A704-C79998E73F77}">
      <dgm:prSet custT="1"/>
      <dgm:spPr/>
      <dgm:t>
        <a:bodyPr/>
        <a:lstStyle/>
        <a:p>
          <a:r>
            <a:rPr lang="en-US" sz="2000" b="0" i="0" baseline="0" dirty="0"/>
            <a:t>The object appears deleted in console but older versions still exist.</a:t>
          </a:r>
          <a:endParaRPr lang="en-US" sz="2000" dirty="0"/>
        </a:p>
      </dgm:t>
    </dgm:pt>
    <dgm:pt modelId="{8C07D823-D1B7-4D02-9B2B-3744AA0C4F07}" type="parTrans" cxnId="{E581FDC3-5BB4-42FD-8AAD-098C984445A6}">
      <dgm:prSet/>
      <dgm:spPr/>
      <dgm:t>
        <a:bodyPr/>
        <a:lstStyle/>
        <a:p>
          <a:endParaRPr lang="en-US"/>
        </a:p>
      </dgm:t>
    </dgm:pt>
    <dgm:pt modelId="{9C97953D-975B-4FFD-A770-219D33A2A638}" type="sibTrans" cxnId="{E581FDC3-5BB4-42FD-8AAD-098C984445A6}">
      <dgm:prSet/>
      <dgm:spPr/>
      <dgm:t>
        <a:bodyPr/>
        <a:lstStyle/>
        <a:p>
          <a:endParaRPr lang="en-US"/>
        </a:p>
      </dgm:t>
    </dgm:pt>
    <dgm:pt modelId="{08042726-0A1D-420C-990E-29DE7F9F5456}">
      <dgm:prSet custT="1"/>
      <dgm:spPr/>
      <dgm:t>
        <a:bodyPr/>
        <a:lstStyle/>
        <a:p>
          <a:r>
            <a:rPr lang="en-US" sz="2000" b="0" i="0" baseline="0" dirty="0"/>
            <a:t>You can </a:t>
          </a:r>
          <a:r>
            <a:rPr lang="en-US" sz="2000" b="1" i="0" baseline="0" dirty="0"/>
            <a:t>delete the delete marker</a:t>
          </a:r>
          <a:r>
            <a:rPr lang="en-US" sz="2000" b="0" i="0" baseline="0" dirty="0"/>
            <a:t> to restore the object.</a:t>
          </a:r>
          <a:endParaRPr lang="en-US" sz="2000" dirty="0"/>
        </a:p>
      </dgm:t>
    </dgm:pt>
    <dgm:pt modelId="{C315AC2E-80EA-4BD5-8488-8F6280E78EBD}" type="parTrans" cxnId="{6D946F91-2B39-4EEA-A6DB-AC1D3A75AEEC}">
      <dgm:prSet/>
      <dgm:spPr/>
      <dgm:t>
        <a:bodyPr/>
        <a:lstStyle/>
        <a:p>
          <a:endParaRPr lang="en-US"/>
        </a:p>
      </dgm:t>
    </dgm:pt>
    <dgm:pt modelId="{A325EDFA-F272-4B27-A1DB-193C60401C78}" type="sibTrans" cxnId="{6D946F91-2B39-4EEA-A6DB-AC1D3A75AEEC}">
      <dgm:prSet/>
      <dgm:spPr/>
      <dgm:t>
        <a:bodyPr/>
        <a:lstStyle/>
        <a:p>
          <a:endParaRPr lang="en-US"/>
        </a:p>
      </dgm:t>
    </dgm:pt>
    <dgm:pt modelId="{95490C56-89DC-4B54-85FD-70E149165D8E}" type="pres">
      <dgm:prSet presAssocID="{A43DF172-D405-47B5-A6ED-1B452C5BFF1F}" presName="linear" presStyleCnt="0">
        <dgm:presLayoutVars>
          <dgm:animLvl val="lvl"/>
          <dgm:resizeHandles val="exact"/>
        </dgm:presLayoutVars>
      </dgm:prSet>
      <dgm:spPr/>
    </dgm:pt>
    <dgm:pt modelId="{1DD32F2F-7CFE-4A27-851A-7B17F27CAC27}" type="pres">
      <dgm:prSet presAssocID="{0E183F0B-031F-4414-8C15-021061AEFC9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8CDDAF6-5ACF-49FC-95D4-108F8367E051}" type="pres">
      <dgm:prSet presAssocID="{3C6D9777-5BB9-4B5C-841E-7C8D38049210}" presName="spacer" presStyleCnt="0"/>
      <dgm:spPr/>
    </dgm:pt>
    <dgm:pt modelId="{EBA0E77A-C611-4349-A397-0D35D6FD62DE}" type="pres">
      <dgm:prSet presAssocID="{8879CDC9-DCB1-4D47-8325-61F7CABC748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2BD6699-1875-477B-809C-FF715A3A8F48}" type="pres">
      <dgm:prSet presAssocID="{29ADA529-E5F2-4F9E-96AB-69F73F19AC95}" presName="spacer" presStyleCnt="0"/>
      <dgm:spPr/>
    </dgm:pt>
    <dgm:pt modelId="{37D827C9-E08D-4A0B-9250-335B5A4F1120}" type="pres">
      <dgm:prSet presAssocID="{D7C6C52B-3215-496A-A704-C79998E73F7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18FF88C-BB32-45CC-9869-8DD4C45E4BA2}" type="pres">
      <dgm:prSet presAssocID="{9C97953D-975B-4FFD-A770-219D33A2A638}" presName="spacer" presStyleCnt="0"/>
      <dgm:spPr/>
    </dgm:pt>
    <dgm:pt modelId="{E3147177-4878-432A-BF59-7C46D0353B5B}" type="pres">
      <dgm:prSet presAssocID="{08042726-0A1D-420C-990E-29DE7F9F545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65D983B-C625-40C9-9EBF-8D34BD15B036}" srcId="{A43DF172-D405-47B5-A6ED-1B452C5BFF1F}" destId="{8879CDC9-DCB1-4D47-8325-61F7CABC7489}" srcOrd="1" destOrd="0" parTransId="{A7FD5305-D8CA-4FBE-93F8-B82C2BAB428E}" sibTransId="{29ADA529-E5F2-4F9E-96AB-69F73F19AC95}"/>
    <dgm:cxn modelId="{9320E33E-6C73-42BB-BF7F-7D1B1F96EC74}" type="presOf" srcId="{08042726-0A1D-420C-990E-29DE7F9F5456}" destId="{E3147177-4878-432A-BF59-7C46D0353B5B}" srcOrd="0" destOrd="0" presId="urn:microsoft.com/office/officeart/2005/8/layout/vList2"/>
    <dgm:cxn modelId="{27DC6459-3BAF-454B-A60B-907634266B52}" type="presOf" srcId="{0E183F0B-031F-4414-8C15-021061AEFC92}" destId="{1DD32F2F-7CFE-4A27-851A-7B17F27CAC27}" srcOrd="0" destOrd="0" presId="urn:microsoft.com/office/officeart/2005/8/layout/vList2"/>
    <dgm:cxn modelId="{6D946F91-2B39-4EEA-A6DB-AC1D3A75AEEC}" srcId="{A43DF172-D405-47B5-A6ED-1B452C5BFF1F}" destId="{08042726-0A1D-420C-990E-29DE7F9F5456}" srcOrd="3" destOrd="0" parTransId="{C315AC2E-80EA-4BD5-8488-8F6280E78EBD}" sibTransId="{A325EDFA-F272-4B27-A1DB-193C60401C78}"/>
    <dgm:cxn modelId="{D01A069C-FCCA-4B1A-B359-F2D25BA734C9}" type="presOf" srcId="{D7C6C52B-3215-496A-A704-C79998E73F77}" destId="{37D827C9-E08D-4A0B-9250-335B5A4F1120}" srcOrd="0" destOrd="0" presId="urn:microsoft.com/office/officeart/2005/8/layout/vList2"/>
    <dgm:cxn modelId="{033BBC9F-5DEE-400D-A352-C63FEB770085}" type="presOf" srcId="{A43DF172-D405-47B5-A6ED-1B452C5BFF1F}" destId="{95490C56-89DC-4B54-85FD-70E149165D8E}" srcOrd="0" destOrd="0" presId="urn:microsoft.com/office/officeart/2005/8/layout/vList2"/>
    <dgm:cxn modelId="{8EC8EAC0-F56B-4BB4-BE47-1059EF90A574}" type="presOf" srcId="{8879CDC9-DCB1-4D47-8325-61F7CABC7489}" destId="{EBA0E77A-C611-4349-A397-0D35D6FD62DE}" srcOrd="0" destOrd="0" presId="urn:microsoft.com/office/officeart/2005/8/layout/vList2"/>
    <dgm:cxn modelId="{E581FDC3-5BB4-42FD-8AAD-098C984445A6}" srcId="{A43DF172-D405-47B5-A6ED-1B452C5BFF1F}" destId="{D7C6C52B-3215-496A-A704-C79998E73F77}" srcOrd="2" destOrd="0" parTransId="{8C07D823-D1B7-4D02-9B2B-3744AA0C4F07}" sibTransId="{9C97953D-975B-4FFD-A770-219D33A2A638}"/>
    <dgm:cxn modelId="{E70EE4C5-A744-40CF-A081-469AF682F78D}" srcId="{A43DF172-D405-47B5-A6ED-1B452C5BFF1F}" destId="{0E183F0B-031F-4414-8C15-021061AEFC92}" srcOrd="0" destOrd="0" parTransId="{D2F8F844-809C-4F08-9971-3A5584789C24}" sibTransId="{3C6D9777-5BB9-4B5C-841E-7C8D38049210}"/>
    <dgm:cxn modelId="{5FAF301D-842B-4D52-A187-DA2EF6E22A8F}" type="presParOf" srcId="{95490C56-89DC-4B54-85FD-70E149165D8E}" destId="{1DD32F2F-7CFE-4A27-851A-7B17F27CAC27}" srcOrd="0" destOrd="0" presId="urn:microsoft.com/office/officeart/2005/8/layout/vList2"/>
    <dgm:cxn modelId="{EBFE9EA7-C942-41B0-88A1-3343F6AF5F3F}" type="presParOf" srcId="{95490C56-89DC-4B54-85FD-70E149165D8E}" destId="{38CDDAF6-5ACF-49FC-95D4-108F8367E051}" srcOrd="1" destOrd="0" presId="urn:microsoft.com/office/officeart/2005/8/layout/vList2"/>
    <dgm:cxn modelId="{DE5F4135-3228-4B3F-A4DD-7D055C9E9C52}" type="presParOf" srcId="{95490C56-89DC-4B54-85FD-70E149165D8E}" destId="{EBA0E77A-C611-4349-A397-0D35D6FD62DE}" srcOrd="2" destOrd="0" presId="urn:microsoft.com/office/officeart/2005/8/layout/vList2"/>
    <dgm:cxn modelId="{B757A5FD-3F2F-4ACF-B11E-E1F0F4C06CBA}" type="presParOf" srcId="{95490C56-89DC-4B54-85FD-70E149165D8E}" destId="{12BD6699-1875-477B-809C-FF715A3A8F48}" srcOrd="3" destOrd="0" presId="urn:microsoft.com/office/officeart/2005/8/layout/vList2"/>
    <dgm:cxn modelId="{AF71102B-8381-47CA-8085-32EB0159EDED}" type="presParOf" srcId="{95490C56-89DC-4B54-85FD-70E149165D8E}" destId="{37D827C9-E08D-4A0B-9250-335B5A4F1120}" srcOrd="4" destOrd="0" presId="urn:microsoft.com/office/officeart/2005/8/layout/vList2"/>
    <dgm:cxn modelId="{F6FCB7F0-0CCD-4235-A29A-DAF397DCDB03}" type="presParOf" srcId="{95490C56-89DC-4B54-85FD-70E149165D8E}" destId="{B18FF88C-BB32-45CC-9869-8DD4C45E4BA2}" srcOrd="5" destOrd="0" presId="urn:microsoft.com/office/officeart/2005/8/layout/vList2"/>
    <dgm:cxn modelId="{CF6E3AD9-C451-4BD9-BF58-ACA5998E4786}" type="presParOf" srcId="{95490C56-89DC-4B54-85FD-70E149165D8E}" destId="{E3147177-4878-432A-BF59-7C46D0353B5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D24CA56-3DC5-43A3-94ED-F8CD8072BDEF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15F876D8-F16F-4DCF-94E3-014A154DFD65}">
      <dgm:prSet/>
      <dgm:spPr/>
      <dgm:t>
        <a:bodyPr/>
        <a:lstStyle/>
        <a:p>
          <a:r>
            <a:rPr lang="en-US" b="0" i="0" baseline="0"/>
            <a:t>View versions in Console → “</a:t>
          </a:r>
          <a:r>
            <a:rPr lang="en-US" b="1" i="0" baseline="0"/>
            <a:t>List versions</a:t>
          </a:r>
          <a:r>
            <a:rPr lang="en-US" b="0" i="0" baseline="0"/>
            <a:t>” option.</a:t>
          </a:r>
          <a:endParaRPr lang="en-US"/>
        </a:p>
      </dgm:t>
    </dgm:pt>
    <dgm:pt modelId="{0A018B66-D1C0-4D43-B6D2-17814E87FAC4}" type="parTrans" cxnId="{2FE4B709-B737-479B-A915-99B535DEAE77}">
      <dgm:prSet/>
      <dgm:spPr/>
      <dgm:t>
        <a:bodyPr/>
        <a:lstStyle/>
        <a:p>
          <a:endParaRPr lang="en-US"/>
        </a:p>
      </dgm:t>
    </dgm:pt>
    <dgm:pt modelId="{EC3E8B76-5E45-4A08-847E-716718E7003A}" type="sibTrans" cxnId="{2FE4B709-B737-479B-A915-99B535DEAE77}">
      <dgm:prSet/>
      <dgm:spPr/>
      <dgm:t>
        <a:bodyPr/>
        <a:lstStyle/>
        <a:p>
          <a:endParaRPr lang="en-US"/>
        </a:p>
      </dgm:t>
    </dgm:pt>
    <dgm:pt modelId="{6FC32394-F6A8-409D-8EE6-44812DF376BD}">
      <dgm:prSet/>
      <dgm:spPr/>
      <dgm:t>
        <a:bodyPr/>
        <a:lstStyle/>
        <a:p>
          <a:r>
            <a:rPr lang="en-US" b="0" i="0" baseline="0"/>
            <a:t>You can:</a:t>
          </a:r>
          <a:endParaRPr lang="en-US"/>
        </a:p>
      </dgm:t>
    </dgm:pt>
    <dgm:pt modelId="{B47B9827-EF0E-4868-945F-70E9A1D83CAE}" type="parTrans" cxnId="{7BF87141-5ED3-44D4-AC9A-C7CB136887F1}">
      <dgm:prSet/>
      <dgm:spPr/>
      <dgm:t>
        <a:bodyPr/>
        <a:lstStyle/>
        <a:p>
          <a:endParaRPr lang="en-US"/>
        </a:p>
      </dgm:t>
    </dgm:pt>
    <dgm:pt modelId="{DD376FA2-880E-48EA-A0EA-C95BEED13C7F}" type="sibTrans" cxnId="{7BF87141-5ED3-44D4-AC9A-C7CB136887F1}">
      <dgm:prSet/>
      <dgm:spPr/>
      <dgm:t>
        <a:bodyPr/>
        <a:lstStyle/>
        <a:p>
          <a:endParaRPr lang="en-US"/>
        </a:p>
      </dgm:t>
    </dgm:pt>
    <dgm:pt modelId="{BC5ACF9B-AA91-425D-A61E-E5D9310A96EC}">
      <dgm:prSet/>
      <dgm:spPr/>
      <dgm:t>
        <a:bodyPr/>
        <a:lstStyle/>
        <a:p>
          <a:r>
            <a:rPr lang="en-US" b="1" i="0" baseline="0" dirty="0"/>
            <a:t>Download</a:t>
          </a:r>
          <a:r>
            <a:rPr lang="en-US" b="0" i="0" baseline="0" dirty="0"/>
            <a:t> a specific version</a:t>
          </a:r>
          <a:endParaRPr lang="en-US" dirty="0"/>
        </a:p>
      </dgm:t>
    </dgm:pt>
    <dgm:pt modelId="{391CEF56-FD99-4913-BA69-E7AFF4C7CF77}" type="parTrans" cxnId="{7D510025-194C-4FC4-810D-D3A2EF4E7CF9}">
      <dgm:prSet/>
      <dgm:spPr/>
      <dgm:t>
        <a:bodyPr/>
        <a:lstStyle/>
        <a:p>
          <a:endParaRPr lang="en-US"/>
        </a:p>
      </dgm:t>
    </dgm:pt>
    <dgm:pt modelId="{33DDDD5B-F1AF-420A-B7EA-08265DB57E77}" type="sibTrans" cxnId="{7D510025-194C-4FC4-810D-D3A2EF4E7CF9}">
      <dgm:prSet/>
      <dgm:spPr/>
      <dgm:t>
        <a:bodyPr/>
        <a:lstStyle/>
        <a:p>
          <a:endParaRPr lang="en-US"/>
        </a:p>
      </dgm:t>
    </dgm:pt>
    <dgm:pt modelId="{5A13B9F2-1315-41AB-8745-DE3E47EC696F}">
      <dgm:prSet/>
      <dgm:spPr/>
      <dgm:t>
        <a:bodyPr/>
        <a:lstStyle/>
        <a:p>
          <a:r>
            <a:rPr lang="en-US" b="1" i="0" baseline="0"/>
            <a:t>Delete</a:t>
          </a:r>
          <a:r>
            <a:rPr lang="en-US" b="0" i="0" baseline="0"/>
            <a:t> a version</a:t>
          </a:r>
          <a:endParaRPr lang="en-US"/>
        </a:p>
      </dgm:t>
    </dgm:pt>
    <dgm:pt modelId="{45DFBC17-5176-42D0-8F54-045836E6CB10}" type="parTrans" cxnId="{9C55BFD2-40D8-4F64-9206-0EFF38F962C6}">
      <dgm:prSet/>
      <dgm:spPr/>
      <dgm:t>
        <a:bodyPr/>
        <a:lstStyle/>
        <a:p>
          <a:endParaRPr lang="en-US"/>
        </a:p>
      </dgm:t>
    </dgm:pt>
    <dgm:pt modelId="{4FBBF497-D1DD-4A00-B969-DAF11E6EEDEE}" type="sibTrans" cxnId="{9C55BFD2-40D8-4F64-9206-0EFF38F962C6}">
      <dgm:prSet/>
      <dgm:spPr/>
      <dgm:t>
        <a:bodyPr/>
        <a:lstStyle/>
        <a:p>
          <a:endParaRPr lang="en-US"/>
        </a:p>
      </dgm:t>
    </dgm:pt>
    <dgm:pt modelId="{4DA2D8A2-F9E9-4652-8487-E77970D64C7F}">
      <dgm:prSet/>
      <dgm:spPr/>
      <dgm:t>
        <a:bodyPr/>
        <a:lstStyle/>
        <a:p>
          <a:r>
            <a:rPr lang="en-US" b="1" i="0" baseline="0"/>
            <a:t>Restore</a:t>
          </a:r>
          <a:r>
            <a:rPr lang="en-US" b="0" i="0" baseline="0"/>
            <a:t> a deleted object (by removing delete marker)</a:t>
          </a:r>
          <a:endParaRPr lang="en-US"/>
        </a:p>
      </dgm:t>
    </dgm:pt>
    <dgm:pt modelId="{4E846A8B-FC3E-4CFB-9182-5510825A3D02}" type="parTrans" cxnId="{DA02E6AD-2DBB-4608-968A-B165C3930E0C}">
      <dgm:prSet/>
      <dgm:spPr/>
      <dgm:t>
        <a:bodyPr/>
        <a:lstStyle/>
        <a:p>
          <a:endParaRPr lang="en-US"/>
        </a:p>
      </dgm:t>
    </dgm:pt>
    <dgm:pt modelId="{C92DE6B2-F6D9-4AFC-ABE9-D88B5961638E}" type="sibTrans" cxnId="{DA02E6AD-2DBB-4608-968A-B165C3930E0C}">
      <dgm:prSet/>
      <dgm:spPr/>
      <dgm:t>
        <a:bodyPr/>
        <a:lstStyle/>
        <a:p>
          <a:endParaRPr lang="en-US"/>
        </a:p>
      </dgm:t>
    </dgm:pt>
    <dgm:pt modelId="{7CD25E42-28FC-4B8C-B8EF-8CF32599477D}">
      <dgm:prSet/>
      <dgm:spPr/>
      <dgm:t>
        <a:bodyPr/>
        <a:lstStyle/>
        <a:p>
          <a:r>
            <a:rPr lang="en-US" b="1" i="0" baseline="0" dirty="0"/>
            <a:t>Apply lifecycle rules</a:t>
          </a:r>
          <a:r>
            <a:rPr lang="en-US" b="0" i="0" baseline="0" dirty="0"/>
            <a:t> to transition older versions to cost friendly storage classes</a:t>
          </a:r>
          <a:endParaRPr lang="en-US" dirty="0"/>
        </a:p>
      </dgm:t>
    </dgm:pt>
    <dgm:pt modelId="{DD3AF07B-30B2-47C2-964B-4783451081A5}" type="parTrans" cxnId="{6A110DDE-E046-4B31-892F-1D78DC5E37EE}">
      <dgm:prSet/>
      <dgm:spPr/>
      <dgm:t>
        <a:bodyPr/>
        <a:lstStyle/>
        <a:p>
          <a:endParaRPr lang="en-US"/>
        </a:p>
      </dgm:t>
    </dgm:pt>
    <dgm:pt modelId="{C9EF12C2-BABD-42C6-AE01-4AFE29DE3125}" type="sibTrans" cxnId="{6A110DDE-E046-4B31-892F-1D78DC5E37EE}">
      <dgm:prSet/>
      <dgm:spPr/>
      <dgm:t>
        <a:bodyPr/>
        <a:lstStyle/>
        <a:p>
          <a:endParaRPr lang="en-US"/>
        </a:p>
      </dgm:t>
    </dgm:pt>
    <dgm:pt modelId="{EB4D9715-45AA-40C3-AB2D-4339824627DA}" type="pres">
      <dgm:prSet presAssocID="{1D24CA56-3DC5-43A3-94ED-F8CD8072BDEF}" presName="linear" presStyleCnt="0">
        <dgm:presLayoutVars>
          <dgm:dir/>
          <dgm:animLvl val="lvl"/>
          <dgm:resizeHandles val="exact"/>
        </dgm:presLayoutVars>
      </dgm:prSet>
      <dgm:spPr/>
    </dgm:pt>
    <dgm:pt modelId="{66822042-6633-417F-86F4-C879A2FEA99F}" type="pres">
      <dgm:prSet presAssocID="{15F876D8-F16F-4DCF-94E3-014A154DFD65}" presName="parentLin" presStyleCnt="0"/>
      <dgm:spPr/>
    </dgm:pt>
    <dgm:pt modelId="{E3F49A24-2EB6-4738-A461-E8D582A8B493}" type="pres">
      <dgm:prSet presAssocID="{15F876D8-F16F-4DCF-94E3-014A154DFD65}" presName="parentLeftMargin" presStyleLbl="node1" presStyleIdx="0" presStyleCnt="2"/>
      <dgm:spPr/>
    </dgm:pt>
    <dgm:pt modelId="{5C87C2C7-F3AF-42DE-8F23-C8AC60B73D85}" type="pres">
      <dgm:prSet presAssocID="{15F876D8-F16F-4DCF-94E3-014A154DFD6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C2D8AD7-4C25-434A-A016-B0B48ABBC940}" type="pres">
      <dgm:prSet presAssocID="{15F876D8-F16F-4DCF-94E3-014A154DFD65}" presName="negativeSpace" presStyleCnt="0"/>
      <dgm:spPr/>
    </dgm:pt>
    <dgm:pt modelId="{4F4EBFBD-6083-4E04-AE77-93FE92AE38AE}" type="pres">
      <dgm:prSet presAssocID="{15F876D8-F16F-4DCF-94E3-014A154DFD65}" presName="childText" presStyleLbl="conFgAcc1" presStyleIdx="0" presStyleCnt="2">
        <dgm:presLayoutVars>
          <dgm:bulletEnabled val="1"/>
        </dgm:presLayoutVars>
      </dgm:prSet>
      <dgm:spPr/>
    </dgm:pt>
    <dgm:pt modelId="{452DF16E-5FFB-41E1-87C8-120184ED18AC}" type="pres">
      <dgm:prSet presAssocID="{EC3E8B76-5E45-4A08-847E-716718E7003A}" presName="spaceBetweenRectangles" presStyleCnt="0"/>
      <dgm:spPr/>
    </dgm:pt>
    <dgm:pt modelId="{E4260644-8B04-4B00-930A-6D7C62534E60}" type="pres">
      <dgm:prSet presAssocID="{6FC32394-F6A8-409D-8EE6-44812DF376BD}" presName="parentLin" presStyleCnt="0"/>
      <dgm:spPr/>
    </dgm:pt>
    <dgm:pt modelId="{4FCD2671-4B2F-4C9A-B977-E7711BED869E}" type="pres">
      <dgm:prSet presAssocID="{6FC32394-F6A8-409D-8EE6-44812DF376BD}" presName="parentLeftMargin" presStyleLbl="node1" presStyleIdx="0" presStyleCnt="2"/>
      <dgm:spPr/>
    </dgm:pt>
    <dgm:pt modelId="{740B49E9-09CC-480C-857F-5C7BAF88F9A8}" type="pres">
      <dgm:prSet presAssocID="{6FC32394-F6A8-409D-8EE6-44812DF376B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0A94496-0AE9-48CB-871D-87F75B46922E}" type="pres">
      <dgm:prSet presAssocID="{6FC32394-F6A8-409D-8EE6-44812DF376BD}" presName="negativeSpace" presStyleCnt="0"/>
      <dgm:spPr/>
    </dgm:pt>
    <dgm:pt modelId="{D8103D81-1DDC-4F4E-8A11-A5D431FC1989}" type="pres">
      <dgm:prSet presAssocID="{6FC32394-F6A8-409D-8EE6-44812DF376BD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2FE4B709-B737-479B-A915-99B535DEAE77}" srcId="{1D24CA56-3DC5-43A3-94ED-F8CD8072BDEF}" destId="{15F876D8-F16F-4DCF-94E3-014A154DFD65}" srcOrd="0" destOrd="0" parTransId="{0A018B66-D1C0-4D43-B6D2-17814E87FAC4}" sibTransId="{EC3E8B76-5E45-4A08-847E-716718E7003A}"/>
    <dgm:cxn modelId="{6FD66C13-2DFC-449E-9107-61AA2BFBC9A0}" type="presOf" srcId="{15F876D8-F16F-4DCF-94E3-014A154DFD65}" destId="{E3F49A24-2EB6-4738-A461-E8D582A8B493}" srcOrd="0" destOrd="0" presId="urn:microsoft.com/office/officeart/2005/8/layout/list1"/>
    <dgm:cxn modelId="{7D510025-194C-4FC4-810D-D3A2EF4E7CF9}" srcId="{6FC32394-F6A8-409D-8EE6-44812DF376BD}" destId="{BC5ACF9B-AA91-425D-A61E-E5D9310A96EC}" srcOrd="0" destOrd="0" parTransId="{391CEF56-FD99-4913-BA69-E7AFF4C7CF77}" sibTransId="{33DDDD5B-F1AF-420A-B7EA-08265DB57E77}"/>
    <dgm:cxn modelId="{D612B42C-699F-403D-9752-E4B4AAC98BEA}" type="presOf" srcId="{6FC32394-F6A8-409D-8EE6-44812DF376BD}" destId="{740B49E9-09CC-480C-857F-5C7BAF88F9A8}" srcOrd="1" destOrd="0" presId="urn:microsoft.com/office/officeart/2005/8/layout/list1"/>
    <dgm:cxn modelId="{7BF87141-5ED3-44D4-AC9A-C7CB136887F1}" srcId="{1D24CA56-3DC5-43A3-94ED-F8CD8072BDEF}" destId="{6FC32394-F6A8-409D-8EE6-44812DF376BD}" srcOrd="1" destOrd="0" parTransId="{B47B9827-EF0E-4868-945F-70E9A1D83CAE}" sibTransId="{DD376FA2-880E-48EA-A0EA-C95BEED13C7F}"/>
    <dgm:cxn modelId="{69A63E78-23F9-4F4C-BE7A-DBE1F87F8260}" type="presOf" srcId="{4DA2D8A2-F9E9-4652-8487-E77970D64C7F}" destId="{D8103D81-1DDC-4F4E-8A11-A5D431FC1989}" srcOrd="0" destOrd="2" presId="urn:microsoft.com/office/officeart/2005/8/layout/list1"/>
    <dgm:cxn modelId="{3C1FF583-BFF2-478E-A63B-29E0F114B1C2}" type="presOf" srcId="{7CD25E42-28FC-4B8C-B8EF-8CF32599477D}" destId="{D8103D81-1DDC-4F4E-8A11-A5D431FC1989}" srcOrd="0" destOrd="3" presId="urn:microsoft.com/office/officeart/2005/8/layout/list1"/>
    <dgm:cxn modelId="{06FD098F-0C26-4D04-8326-C01773C4339B}" type="presOf" srcId="{15F876D8-F16F-4DCF-94E3-014A154DFD65}" destId="{5C87C2C7-F3AF-42DE-8F23-C8AC60B73D85}" srcOrd="1" destOrd="0" presId="urn:microsoft.com/office/officeart/2005/8/layout/list1"/>
    <dgm:cxn modelId="{85B0A9A2-154E-474F-BB68-A04E2B14A513}" type="presOf" srcId="{6FC32394-F6A8-409D-8EE6-44812DF376BD}" destId="{4FCD2671-4B2F-4C9A-B977-E7711BED869E}" srcOrd="0" destOrd="0" presId="urn:microsoft.com/office/officeart/2005/8/layout/list1"/>
    <dgm:cxn modelId="{DA02E6AD-2DBB-4608-968A-B165C3930E0C}" srcId="{6FC32394-F6A8-409D-8EE6-44812DF376BD}" destId="{4DA2D8A2-F9E9-4652-8487-E77970D64C7F}" srcOrd="2" destOrd="0" parTransId="{4E846A8B-FC3E-4CFB-9182-5510825A3D02}" sibTransId="{C92DE6B2-F6D9-4AFC-ABE9-D88B5961638E}"/>
    <dgm:cxn modelId="{9C55BFD2-40D8-4F64-9206-0EFF38F962C6}" srcId="{6FC32394-F6A8-409D-8EE6-44812DF376BD}" destId="{5A13B9F2-1315-41AB-8745-DE3E47EC696F}" srcOrd="1" destOrd="0" parTransId="{45DFBC17-5176-42D0-8F54-045836E6CB10}" sibTransId="{4FBBF497-D1DD-4A00-B969-DAF11E6EEDEE}"/>
    <dgm:cxn modelId="{58B682DA-3AAE-4E90-B8E8-A9D3358BDEB8}" type="presOf" srcId="{5A13B9F2-1315-41AB-8745-DE3E47EC696F}" destId="{D8103D81-1DDC-4F4E-8A11-A5D431FC1989}" srcOrd="0" destOrd="1" presId="urn:microsoft.com/office/officeart/2005/8/layout/list1"/>
    <dgm:cxn modelId="{6A110DDE-E046-4B31-892F-1D78DC5E37EE}" srcId="{6FC32394-F6A8-409D-8EE6-44812DF376BD}" destId="{7CD25E42-28FC-4B8C-B8EF-8CF32599477D}" srcOrd="3" destOrd="0" parTransId="{DD3AF07B-30B2-47C2-964B-4783451081A5}" sibTransId="{C9EF12C2-BABD-42C6-AE01-4AFE29DE3125}"/>
    <dgm:cxn modelId="{121FE0F2-2696-4DEB-9C21-CC79F62F25F6}" type="presOf" srcId="{1D24CA56-3DC5-43A3-94ED-F8CD8072BDEF}" destId="{EB4D9715-45AA-40C3-AB2D-4339824627DA}" srcOrd="0" destOrd="0" presId="urn:microsoft.com/office/officeart/2005/8/layout/list1"/>
    <dgm:cxn modelId="{709338FC-6EFF-4679-9AD2-149190BEC485}" type="presOf" srcId="{BC5ACF9B-AA91-425D-A61E-E5D9310A96EC}" destId="{D8103D81-1DDC-4F4E-8A11-A5D431FC1989}" srcOrd="0" destOrd="0" presId="urn:microsoft.com/office/officeart/2005/8/layout/list1"/>
    <dgm:cxn modelId="{D8369243-35F8-4308-A01B-5C6B6FE3B890}" type="presParOf" srcId="{EB4D9715-45AA-40C3-AB2D-4339824627DA}" destId="{66822042-6633-417F-86F4-C879A2FEA99F}" srcOrd="0" destOrd="0" presId="urn:microsoft.com/office/officeart/2005/8/layout/list1"/>
    <dgm:cxn modelId="{15507359-77C8-4A45-A4F0-B152D5BDA080}" type="presParOf" srcId="{66822042-6633-417F-86F4-C879A2FEA99F}" destId="{E3F49A24-2EB6-4738-A461-E8D582A8B493}" srcOrd="0" destOrd="0" presId="urn:microsoft.com/office/officeart/2005/8/layout/list1"/>
    <dgm:cxn modelId="{2AF46586-0605-468F-8ABA-4F143E4D9AB2}" type="presParOf" srcId="{66822042-6633-417F-86F4-C879A2FEA99F}" destId="{5C87C2C7-F3AF-42DE-8F23-C8AC60B73D85}" srcOrd="1" destOrd="0" presId="urn:microsoft.com/office/officeart/2005/8/layout/list1"/>
    <dgm:cxn modelId="{1CEE4141-483D-4219-AB3A-1EF7CCB861CF}" type="presParOf" srcId="{EB4D9715-45AA-40C3-AB2D-4339824627DA}" destId="{3C2D8AD7-4C25-434A-A016-B0B48ABBC940}" srcOrd="1" destOrd="0" presId="urn:microsoft.com/office/officeart/2005/8/layout/list1"/>
    <dgm:cxn modelId="{FD44E18C-0546-4BB4-894F-0CE56A50FB6C}" type="presParOf" srcId="{EB4D9715-45AA-40C3-AB2D-4339824627DA}" destId="{4F4EBFBD-6083-4E04-AE77-93FE92AE38AE}" srcOrd="2" destOrd="0" presId="urn:microsoft.com/office/officeart/2005/8/layout/list1"/>
    <dgm:cxn modelId="{9A193B98-C084-4723-A039-177F082F0DE7}" type="presParOf" srcId="{EB4D9715-45AA-40C3-AB2D-4339824627DA}" destId="{452DF16E-5FFB-41E1-87C8-120184ED18AC}" srcOrd="3" destOrd="0" presId="urn:microsoft.com/office/officeart/2005/8/layout/list1"/>
    <dgm:cxn modelId="{A1270CA6-256B-42DC-888F-B8721CE96B8E}" type="presParOf" srcId="{EB4D9715-45AA-40C3-AB2D-4339824627DA}" destId="{E4260644-8B04-4B00-930A-6D7C62534E60}" srcOrd="4" destOrd="0" presId="urn:microsoft.com/office/officeart/2005/8/layout/list1"/>
    <dgm:cxn modelId="{B8AD893F-4F92-402D-B459-209A15FD44D3}" type="presParOf" srcId="{E4260644-8B04-4B00-930A-6D7C62534E60}" destId="{4FCD2671-4B2F-4C9A-B977-E7711BED869E}" srcOrd="0" destOrd="0" presId="urn:microsoft.com/office/officeart/2005/8/layout/list1"/>
    <dgm:cxn modelId="{39D06586-BA94-4721-B8F0-0A9D2A74BBB3}" type="presParOf" srcId="{E4260644-8B04-4B00-930A-6D7C62534E60}" destId="{740B49E9-09CC-480C-857F-5C7BAF88F9A8}" srcOrd="1" destOrd="0" presId="urn:microsoft.com/office/officeart/2005/8/layout/list1"/>
    <dgm:cxn modelId="{E8554283-C4FF-4E0C-82C8-D8474621195A}" type="presParOf" srcId="{EB4D9715-45AA-40C3-AB2D-4339824627DA}" destId="{80A94496-0AE9-48CB-871D-87F75B46922E}" srcOrd="5" destOrd="0" presId="urn:microsoft.com/office/officeart/2005/8/layout/list1"/>
    <dgm:cxn modelId="{E8A7CF40-D539-4CCA-9E76-3B6C25C10519}" type="presParOf" srcId="{EB4D9715-45AA-40C3-AB2D-4339824627DA}" destId="{D8103D81-1DDC-4F4E-8A11-A5D431FC1989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4ECE1F-B62B-4B29-B7BF-C74A09A0D566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FE9D3F-2706-46F3-A759-7EF20F869086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94E014-4892-433F-858D-E49B437D6C5E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Data Protection: Recover accidentally deleted or overwritten files.</a:t>
          </a:r>
          <a:endParaRPr lang="en-US" sz="2200" b="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339618" y="2288"/>
        <a:ext cx="5024605" cy="1159843"/>
      </dsp:txXfrm>
    </dsp:sp>
    <dsp:sp modelId="{505DDF7A-10A3-4740-975F-022E6D51EA9D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ADE51F-6347-4AEE-AFA8-29152F6B4377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4C600E-A7CA-448F-A599-4039FC36ACEF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Historical Tracking: Keep old versions for auditing or rollback.</a:t>
          </a:r>
          <a:endParaRPr lang="en-US" sz="2200" b="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339618" y="1452092"/>
        <a:ext cx="5024605" cy="1159843"/>
      </dsp:txXfrm>
    </dsp:sp>
    <dsp:sp modelId="{E7F5A782-B221-43FC-9E87-12650A8FC922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9A5C28-469A-4286-B175-F252E39485FC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EA2BBA-D214-402F-AF3B-5AD4CF2C361E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 dirty="0"/>
            <a:t>Backup Simplification: Eliminates need for complex file backup logic.</a:t>
          </a:r>
          <a:endParaRPr lang="en-US" sz="2200" kern="1200" dirty="0"/>
        </a:p>
      </dsp:txBody>
      <dsp:txXfrm>
        <a:off x="1339618" y="2901896"/>
        <a:ext cx="5024605" cy="1159843"/>
      </dsp:txXfrm>
    </dsp:sp>
    <dsp:sp modelId="{9DD2FB55-51B9-4587-B24C-78C576519BE4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F72D50-D39B-412E-B8D4-5E257AF58A76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89CBB7-AB43-486E-9ABD-4ECEBDEC6054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Integration: Works seamlessly with S3 lifecycle rules for cost optimization.</a:t>
          </a:r>
          <a:endParaRPr lang="en-US" sz="2200" b="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339618" y="4351700"/>
        <a:ext cx="5024605" cy="11598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D32F2F-7CFE-4A27-851A-7B17F27CAC27}">
      <dsp:nvSpPr>
        <dsp:cNvPr id="0" name=""/>
        <dsp:cNvSpPr/>
      </dsp:nvSpPr>
      <dsp:spPr>
        <a:xfrm>
          <a:off x="0" y="42515"/>
          <a:ext cx="6364224" cy="12168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When versioning is </a:t>
          </a:r>
          <a:r>
            <a:rPr lang="en-US" sz="2000" b="1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enabled</a:t>
          </a:r>
          <a:r>
            <a:rPr lang="en-US" sz="2000" b="0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, a delete action does </a:t>
          </a:r>
          <a:r>
            <a:rPr lang="en-US" sz="2000" b="1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not</a:t>
          </a:r>
          <a:r>
            <a:rPr lang="en-US" sz="2000" b="0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remove the object.</a:t>
          </a:r>
          <a:endParaRPr lang="en-US" sz="20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59399" y="101914"/>
        <a:ext cx="6245426" cy="1098002"/>
      </dsp:txXfrm>
    </dsp:sp>
    <dsp:sp modelId="{EBA0E77A-C611-4349-A397-0D35D6FD62DE}">
      <dsp:nvSpPr>
        <dsp:cNvPr id="0" name=""/>
        <dsp:cNvSpPr/>
      </dsp:nvSpPr>
      <dsp:spPr>
        <a:xfrm>
          <a:off x="0" y="1446516"/>
          <a:ext cx="6364224" cy="1216800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/>
            <a:t>S3 adds a </a:t>
          </a:r>
          <a:r>
            <a:rPr lang="en-US" sz="2000" b="1" i="0" kern="1200" baseline="0" dirty="0"/>
            <a:t>Delete Marker</a:t>
          </a:r>
          <a:r>
            <a:rPr lang="en-US" sz="2000" b="0" i="0" kern="1200" baseline="0" dirty="0"/>
            <a:t> instead.</a:t>
          </a:r>
          <a:endParaRPr lang="en-US" sz="2000" kern="1200" dirty="0"/>
        </a:p>
      </dsp:txBody>
      <dsp:txXfrm>
        <a:off x="59399" y="1505915"/>
        <a:ext cx="6245426" cy="1098002"/>
      </dsp:txXfrm>
    </dsp:sp>
    <dsp:sp modelId="{37D827C9-E08D-4A0B-9250-335B5A4F1120}">
      <dsp:nvSpPr>
        <dsp:cNvPr id="0" name=""/>
        <dsp:cNvSpPr/>
      </dsp:nvSpPr>
      <dsp:spPr>
        <a:xfrm>
          <a:off x="0" y="2850516"/>
          <a:ext cx="6364224" cy="1216800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/>
            <a:t>The object appears deleted in console but older versions still exist.</a:t>
          </a:r>
          <a:endParaRPr lang="en-US" sz="2000" kern="1200" dirty="0"/>
        </a:p>
      </dsp:txBody>
      <dsp:txXfrm>
        <a:off x="59399" y="2909915"/>
        <a:ext cx="6245426" cy="1098002"/>
      </dsp:txXfrm>
    </dsp:sp>
    <dsp:sp modelId="{E3147177-4878-432A-BF59-7C46D0353B5B}">
      <dsp:nvSpPr>
        <dsp:cNvPr id="0" name=""/>
        <dsp:cNvSpPr/>
      </dsp:nvSpPr>
      <dsp:spPr>
        <a:xfrm>
          <a:off x="0" y="4254516"/>
          <a:ext cx="6364224" cy="121680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/>
            <a:t>You can </a:t>
          </a:r>
          <a:r>
            <a:rPr lang="en-US" sz="2000" b="1" i="0" kern="1200" baseline="0" dirty="0"/>
            <a:t>delete the delete marker</a:t>
          </a:r>
          <a:r>
            <a:rPr lang="en-US" sz="2000" b="0" i="0" kern="1200" baseline="0" dirty="0"/>
            <a:t> to restore the object.</a:t>
          </a:r>
          <a:endParaRPr lang="en-US" sz="2000" kern="1200" dirty="0"/>
        </a:p>
      </dsp:txBody>
      <dsp:txXfrm>
        <a:off x="59399" y="4313915"/>
        <a:ext cx="6245426" cy="10980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4EBFBD-6083-4E04-AE77-93FE92AE38AE}">
      <dsp:nvSpPr>
        <dsp:cNvPr id="0" name=""/>
        <dsp:cNvSpPr/>
      </dsp:nvSpPr>
      <dsp:spPr>
        <a:xfrm>
          <a:off x="0" y="1666470"/>
          <a:ext cx="6900512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87C2C7-F3AF-42DE-8F23-C8AC60B73D85}">
      <dsp:nvSpPr>
        <dsp:cNvPr id="0" name=""/>
        <dsp:cNvSpPr/>
      </dsp:nvSpPr>
      <dsp:spPr>
        <a:xfrm>
          <a:off x="345025" y="1430310"/>
          <a:ext cx="4830358" cy="4723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View versions in Console → “</a:t>
          </a:r>
          <a:r>
            <a:rPr lang="en-US" sz="1600" b="1" i="0" kern="1200" baseline="0"/>
            <a:t>List versions</a:t>
          </a:r>
          <a:r>
            <a:rPr lang="en-US" sz="1600" b="0" i="0" kern="1200" baseline="0"/>
            <a:t>” option.</a:t>
          </a:r>
          <a:endParaRPr lang="en-US" sz="1600" kern="1200"/>
        </a:p>
      </dsp:txBody>
      <dsp:txXfrm>
        <a:off x="368082" y="1453367"/>
        <a:ext cx="4784244" cy="426206"/>
      </dsp:txXfrm>
    </dsp:sp>
    <dsp:sp modelId="{D8103D81-1DDC-4F4E-8A11-A5D431FC1989}">
      <dsp:nvSpPr>
        <dsp:cNvPr id="0" name=""/>
        <dsp:cNvSpPr/>
      </dsp:nvSpPr>
      <dsp:spPr>
        <a:xfrm>
          <a:off x="0" y="2392230"/>
          <a:ext cx="6900512" cy="171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333248" rIns="535556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i="0" kern="1200" baseline="0" dirty="0"/>
            <a:t>Download</a:t>
          </a:r>
          <a:r>
            <a:rPr lang="en-US" sz="1600" b="0" i="0" kern="1200" baseline="0" dirty="0"/>
            <a:t> a specific version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i="0" kern="1200" baseline="0"/>
            <a:t>Delete</a:t>
          </a:r>
          <a:r>
            <a:rPr lang="en-US" sz="1600" b="0" i="0" kern="1200" baseline="0"/>
            <a:t> a version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i="0" kern="1200" baseline="0"/>
            <a:t>Restore</a:t>
          </a:r>
          <a:r>
            <a:rPr lang="en-US" sz="1600" b="0" i="0" kern="1200" baseline="0"/>
            <a:t> a deleted object (by removing delete marker)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i="0" kern="1200" baseline="0" dirty="0"/>
            <a:t>Apply lifecycle rules</a:t>
          </a:r>
          <a:r>
            <a:rPr lang="en-US" sz="1600" b="0" i="0" kern="1200" baseline="0" dirty="0"/>
            <a:t> to transition older versions to cost friendly storage classes</a:t>
          </a:r>
          <a:endParaRPr lang="en-US" sz="1600" kern="1200" dirty="0"/>
        </a:p>
      </dsp:txBody>
      <dsp:txXfrm>
        <a:off x="0" y="2392230"/>
        <a:ext cx="6900512" cy="1713600"/>
      </dsp:txXfrm>
    </dsp:sp>
    <dsp:sp modelId="{740B49E9-09CC-480C-857F-5C7BAF88F9A8}">
      <dsp:nvSpPr>
        <dsp:cNvPr id="0" name=""/>
        <dsp:cNvSpPr/>
      </dsp:nvSpPr>
      <dsp:spPr>
        <a:xfrm>
          <a:off x="345025" y="2156070"/>
          <a:ext cx="4830358" cy="47232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You can:</a:t>
          </a:r>
          <a:endParaRPr lang="en-US" sz="1600" kern="1200"/>
        </a:p>
      </dsp:txBody>
      <dsp:txXfrm>
        <a:off x="368082" y="2179127"/>
        <a:ext cx="4784244" cy="4262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2341F9-32A1-4BF7-BF9B-5D5CCECA9E3E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CA5B65-7CBD-45F4-A846-6605899DE9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1414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94F75-3C04-4D6F-8FC7-46B127EF7C29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749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C5542-EA9F-1345-E98C-F4A5F61E70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AB014E-8BD0-3CD3-C70B-2B1780985E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45AF9F-871F-A6A3-32DE-B0B460735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FE969-B1B0-481B-83BD-D89EFD1BCC88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F8019-BA9C-24D2-695B-21C97257A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0D828-61B3-5087-4975-B948280AE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7013A-A1FD-4176-A7CB-DAB15F58B9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7121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47DFC-653D-E311-C99D-A734C95F2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4C327-AFB3-373E-D2A0-2CDA654DB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3C3039-C674-F78A-6320-F53045E91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FE969-B1B0-481B-83BD-D89EFD1BCC88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2749C-B743-C711-A155-9516100E1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D67E10-8A44-A669-402D-22F16EE39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7013A-A1FD-4176-A7CB-DAB15F58B9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282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979AA-6502-FA57-219C-6591A7753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DFBB2D-AAA3-B1BD-4BF4-7148A99E4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1A00C-B424-8142-7935-675A0B061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FE969-B1B0-481B-83BD-D89EFD1BCC88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11139-9D22-4A4D-6D34-5F749BAEA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0EDEE-09D3-DD9F-FBD7-0CF14D081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7013A-A1FD-4176-A7CB-DAB15F58B9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402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3D55A-F28C-C9CB-8E7B-A0747B0F0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9F577-D4BD-D18A-C245-003920AA57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69BB27-44B3-122F-5CCE-1F95AFCF19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89D4C7-6284-76CF-7FF4-A5CDE594E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FE969-B1B0-481B-83BD-D89EFD1BCC88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632044-83FC-0E09-5599-3CB71E77B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06605A-0F50-07EA-B00A-8DDB38EA3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7013A-A1FD-4176-A7CB-DAB15F58B9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7030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35925-5BDB-FAEB-E4EE-69ADA56F8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653FEC-AB84-D220-9BDB-44FD151A3C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12F923-A140-E006-7A30-D99E138044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8783C5-5C86-19C4-393D-A3D187EBA0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1CF743-47C5-504B-1859-22B2468EB1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D163E8-2208-A4C9-D978-D805E6E68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FE969-B1B0-481B-83BD-D89EFD1BCC88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9C9303-F8E1-6156-F16B-A91B9B76D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B823E9-2BF7-A0E9-AAC2-D0E38C5A1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7013A-A1FD-4176-A7CB-DAB15F58B9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6464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86913-8759-427E-0480-79C5B9C46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FE2E60-D59C-912E-B351-45909CB5B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FE969-B1B0-481B-83BD-D89EFD1BCC88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D37C9D-7AA9-0BBC-6545-1B9FB15CA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76A4AA-76E6-3A39-E02D-0F02B7504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7013A-A1FD-4176-A7CB-DAB15F58B9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5715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AB82C1-A3E7-FA67-73BA-B800E42F1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FE969-B1B0-481B-83BD-D89EFD1BCC88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D5C77-E24A-F174-2FDF-46E6797B8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815EEC-1B33-8FCD-5274-A079BB91F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7013A-A1FD-4176-A7CB-DAB15F58B9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474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990F3-6395-FC5E-8216-7D51855A2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83FF1-7A51-039C-C409-D95FCF45F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C49C48-CBB0-BE08-ED01-772BB30AA1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65882D-57DA-DDA4-3993-21E29809A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FE969-B1B0-481B-83BD-D89EFD1BCC88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D416EB-F073-9CB8-787E-38341B411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A4C4B8-542D-5499-9A95-BE9C782ED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7013A-A1FD-4176-A7CB-DAB15F58B9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13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15975-9917-EB49-F0E3-5DDF1D079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183616-516A-3887-AFC4-B50256D9FA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97A416-C315-D5AE-DDEC-0C2BA1C88F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57A0D6-BBB6-8EA3-1B3A-72B31FABF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FE969-B1B0-481B-83BD-D89EFD1BCC88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C09441-1C56-396D-2E7F-0DE752348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5235B-D716-1204-ACE5-D1E7C4FA4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7013A-A1FD-4176-A7CB-DAB15F58B9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2712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DB4C3-7125-14AD-CEF5-9B9C46009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D3E3A5-9EDB-9F65-E0AB-0D9FCCA7A5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92C6C-6095-6F8C-B2EC-8A02BBC75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FE969-B1B0-481B-83BD-D89EFD1BCC88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46CA5-ECD9-366D-2F4F-DFDC20EA0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BB802-1D3C-C93E-E553-D921763A9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7013A-A1FD-4176-A7CB-DAB15F58B9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7146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F6B1C0-22A8-CD02-CFA1-A9AAE1437E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8ED82B-B33A-1834-F82F-489A13FC90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F71E8-913C-88C4-754F-0ADBAAE40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FE969-B1B0-481B-83BD-D89EFD1BCC88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A86A1-ADCF-6A37-19A1-2B1F507E1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7DA24-72A4-888B-EF2A-D2FF941C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7013A-A1FD-4176-A7CB-DAB15F58B9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1309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38889C-3411-918F-0304-737B97946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0C6621-7266-7DC4-5965-6FFC30C68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E3289-CA5B-4463-4C77-9B48FB8B8B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EFE969-B1B0-481B-83BD-D89EFD1BCC88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A5EA1-C5F0-2513-9293-80C1F13591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D4489-097F-144E-B65F-DACE214126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67013A-A1FD-4176-A7CB-DAB15F58B9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422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FA9B6C6-A247-48A8-9A1C-1E36FA945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D3FF3E-B42A-5337-D76C-6305FA1D2A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1261" y="590062"/>
            <a:ext cx="5409655" cy="2838938"/>
          </a:xfrm>
        </p:spPr>
        <p:txBody>
          <a:bodyPr>
            <a:normAutofit/>
          </a:bodyPr>
          <a:lstStyle/>
          <a:p>
            <a:r>
              <a:rPr lang="en-IN" sz="4800" dirty="0">
                <a:solidFill>
                  <a:srgbClr val="FFFFFF"/>
                </a:solidFill>
              </a:rPr>
              <a:t>Introduction to S3 Versioning</a:t>
            </a:r>
          </a:p>
        </p:txBody>
      </p:sp>
      <p:sp>
        <p:nvSpPr>
          <p:cNvPr id="9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76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763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20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23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8DD7A1-09A1-317C-81F6-DE2CC4231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pPr algn="ctr"/>
            <a:r>
              <a:rPr lang="en-IN" sz="4000" dirty="0">
                <a:solidFill>
                  <a:srgbClr val="FFFFFF"/>
                </a:solidFill>
              </a:rPr>
              <a:t>S3 Versioning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4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91C18DD2-1B81-0431-36CD-F373F12EBA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97233" y="518400"/>
            <a:ext cx="4771607" cy="583794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S3 Versioning allows you to preserve, retrieve, and restore every version of every object stored in a bucket.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Protects against accidental overwrites and deletions.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Once enabled, versioning applies to all objects within the bucket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0830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46B676-F412-15A7-4A18-6136C62FE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Benefits of Versioning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A0B3309-1855-1849-F0A4-185C5F93D4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2535825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06849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2D5057-9FC0-F36E-24E3-500643B68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IN" sz="56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 Versioning Concept</a:t>
            </a:r>
          </a:p>
        </p:txBody>
      </p:sp>
      <p:sp>
        <p:nvSpPr>
          <p:cNvPr id="24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792F0B10-66CC-C4C4-20D0-8EC3F1A1A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IN" sz="2000" dirty="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object version gets a unique </a:t>
            </a:r>
            <a:r>
              <a:rPr lang="en-IN" sz="2000" b="1" dirty="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Version ID</a:t>
            </a:r>
            <a:r>
              <a:rPr lang="en-IN" sz="2000" dirty="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Latest version is returned by default unless a specific version ID is requested.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can restore or delete any version as needed.</a:t>
            </a:r>
          </a:p>
          <a:p>
            <a:endParaRPr lang="en-US" sz="2000" dirty="0">
              <a:solidFill>
                <a:schemeClr val="tx1">
                  <a:alpha val="8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endParaRPr lang="en-US" sz="2000" dirty="0">
              <a:solidFill>
                <a:schemeClr val="tx1">
                  <a:alpha val="8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photo.jpg (Version ID: 1111) → Original</a:t>
            </a:r>
          </a:p>
          <a:p>
            <a:pPr lvl="1"/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photo.jpg (Version ID: 2222) → Updated</a:t>
            </a:r>
          </a:p>
          <a:p>
            <a:pPr lvl="1"/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photo.jpg (Version ID: 3333) → Another update</a:t>
            </a:r>
          </a:p>
          <a:p>
            <a:endParaRPr lang="en-US" sz="2000" dirty="0">
              <a:solidFill>
                <a:schemeClr val="tx1">
                  <a:alpha val="8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000" dirty="0">
              <a:solidFill>
                <a:schemeClr val="tx1">
                  <a:alpha val="8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5550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37CB74-472E-AFCC-A4F9-0F06FFCD0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pPr algn="ctr"/>
            <a:r>
              <a:rPr lang="en-IN" sz="4000" dirty="0"/>
              <a:t>Deletion with Versioning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C1431D0-E32C-DF36-6135-8CB935DC83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0566568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83003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9BFC18-D34F-9B59-9FFF-8D99E21E1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pPr algn="ctr"/>
            <a:r>
              <a:rPr lang="en-IN" sz="4000" dirty="0"/>
              <a:t>Managing Versions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093CF68B-0BB2-50C4-1B99-25F480CE0C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723752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43962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7E837-43AE-27E4-8A13-1567E9A2D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998018"/>
            <a:ext cx="3981854" cy="2216513"/>
          </a:xfrm>
        </p:spPr>
        <p:txBody>
          <a:bodyPr>
            <a:normAutofit/>
          </a:bodyPr>
          <a:lstStyle/>
          <a:p>
            <a:r>
              <a:rPr lang="en-US"/>
              <a:t>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9D02F-E4EF-457E-F87A-D88C90B43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0106" y="2320744"/>
            <a:ext cx="6382966" cy="221651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Explore my other </a:t>
            </a:r>
            <a:r>
              <a:rPr lang="en-US" b="1" dirty="0"/>
              <a:t>Cloud Computing Playlists</a:t>
            </a:r>
            <a:r>
              <a:rPr lang="en-US" dirty="0"/>
              <a:t> for more learning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701CDA-07AF-C32D-549F-4818E1C95BBB}"/>
              </a:ext>
            </a:extLst>
          </p:cNvPr>
          <p:cNvSpPr/>
          <p:nvPr/>
        </p:nvSpPr>
        <p:spPr>
          <a:xfrm>
            <a:off x="6" y="6347637"/>
            <a:ext cx="12191994" cy="49821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6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B2BE5594-B791-6E6D-5081-DB7AA0AA10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7521" y="6413900"/>
            <a:ext cx="2298764" cy="35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401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269</Words>
  <Application>Microsoft Office PowerPoint</Application>
  <PresentationFormat>Widescreen</PresentationFormat>
  <Paragraphs>37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Introduction to S3 Versioning</vt:lpstr>
      <vt:lpstr>S3 Versioning</vt:lpstr>
      <vt:lpstr>Key Benefits of Versioning</vt:lpstr>
      <vt:lpstr>Object Versioning Concept</vt:lpstr>
      <vt:lpstr>Deletion with Versioning</vt:lpstr>
      <vt:lpstr>Managing Versions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Ritesh Behal</dc:creator>
  <cp:lastModifiedBy>Ritesh Behal</cp:lastModifiedBy>
  <cp:revision>18</cp:revision>
  <dcterms:created xsi:type="dcterms:W3CDTF">2025-10-19T11:01:27Z</dcterms:created>
  <dcterms:modified xsi:type="dcterms:W3CDTF">2025-10-19T11:09:43Z</dcterms:modified>
</cp:coreProperties>
</file>