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381B1B-3788-4ED7-A25D-2385EDDFE55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7C1A12-FD26-4421-B240-77F9CF0917B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Fully managed: No infrastructure management required.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36B1F79-A49A-4065-8B0E-B719713711DD}" type="parTrans" cxnId="{F1977C9F-9573-4C66-97D6-4AACC3BFBF78}">
      <dgm:prSet/>
      <dgm:spPr/>
      <dgm:t>
        <a:bodyPr/>
        <a:lstStyle/>
        <a:p>
          <a:endParaRPr lang="en-US"/>
        </a:p>
      </dgm:t>
    </dgm:pt>
    <dgm:pt modelId="{D9C7196B-666E-4CD5-AC9A-C97DE5C8D005}" type="sibTrans" cxnId="{F1977C9F-9573-4C66-97D6-4AACC3BFBF78}">
      <dgm:prSet/>
      <dgm:spPr/>
      <dgm:t>
        <a:bodyPr/>
        <a:lstStyle/>
        <a:p>
          <a:endParaRPr lang="en-US"/>
        </a:p>
      </dgm:t>
    </dgm:pt>
    <dgm:pt modelId="{8F54DE7D-F2D8-4093-9B0C-D0A7EC986C5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Scalable: Handles millions of messages per second.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8ABE9AA-FA47-4E15-A726-F97E74318770}" type="parTrans" cxnId="{81E7BC95-4D26-4B7F-9864-4D9343600D07}">
      <dgm:prSet/>
      <dgm:spPr/>
      <dgm:t>
        <a:bodyPr/>
        <a:lstStyle/>
        <a:p>
          <a:endParaRPr lang="en-US"/>
        </a:p>
      </dgm:t>
    </dgm:pt>
    <dgm:pt modelId="{9D637E93-B4E2-4B48-9122-8695FCD6BC8C}" type="sibTrans" cxnId="{81E7BC95-4D26-4B7F-9864-4D9343600D07}">
      <dgm:prSet/>
      <dgm:spPr/>
      <dgm:t>
        <a:bodyPr/>
        <a:lstStyle/>
        <a:p>
          <a:endParaRPr lang="en-US"/>
        </a:p>
      </dgm:t>
    </dgm:pt>
    <dgm:pt modelId="{8A6A21AC-AE34-474B-B5F2-9220B2CEBC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Multi-protocol: Supports Email, SMS, HTTP/S, Lambda, and SQS.</a:t>
          </a:r>
          <a:endParaRPr lang="en-US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2BD7033-4EC6-408A-A9A9-B56BA6182274}" type="parTrans" cxnId="{9FA523F1-700C-4B6D-9BEC-F2E47080B552}">
      <dgm:prSet/>
      <dgm:spPr/>
      <dgm:t>
        <a:bodyPr/>
        <a:lstStyle/>
        <a:p>
          <a:endParaRPr lang="en-US"/>
        </a:p>
      </dgm:t>
    </dgm:pt>
    <dgm:pt modelId="{111D34DA-4F3A-4F89-B4AB-F7B05D41D765}" type="sibTrans" cxnId="{9FA523F1-700C-4B6D-9BEC-F2E47080B552}">
      <dgm:prSet/>
      <dgm:spPr/>
      <dgm:t>
        <a:bodyPr/>
        <a:lstStyle/>
        <a:p>
          <a:endParaRPr lang="en-US"/>
        </a:p>
      </dgm:t>
    </dgm:pt>
    <dgm:pt modelId="{257437B9-B784-4556-9E08-3DC1173339C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Low latency: Near real-time message delivery.</a:t>
          </a:r>
          <a:endParaRPr lang="en-US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7FF8185-7AEB-4B27-919E-4F07C11C5C10}" type="parTrans" cxnId="{D2DE050D-62F8-495E-B96D-5EBC609113BB}">
      <dgm:prSet/>
      <dgm:spPr/>
      <dgm:t>
        <a:bodyPr/>
        <a:lstStyle/>
        <a:p>
          <a:endParaRPr lang="en-US"/>
        </a:p>
      </dgm:t>
    </dgm:pt>
    <dgm:pt modelId="{690ADB2B-BCFF-4554-AACD-4F05253FDD67}" type="sibTrans" cxnId="{D2DE050D-62F8-495E-B96D-5EBC609113BB}">
      <dgm:prSet/>
      <dgm:spPr/>
      <dgm:t>
        <a:bodyPr/>
        <a:lstStyle/>
        <a:p>
          <a:endParaRPr lang="en-US"/>
        </a:p>
      </dgm:t>
    </dgm:pt>
    <dgm:pt modelId="{663F566A-44C5-475D-93AF-766FC8922B2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Reliable: Built on AWS’s fault-tolerant infrastructure.</a:t>
          </a:r>
          <a:endParaRPr lang="en-US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79A013C-4CC1-4F01-8E35-8C4D3ED895DA}" type="parTrans" cxnId="{E9C7C594-1889-4418-849E-24372680E045}">
      <dgm:prSet/>
      <dgm:spPr/>
      <dgm:t>
        <a:bodyPr/>
        <a:lstStyle/>
        <a:p>
          <a:endParaRPr lang="en-US"/>
        </a:p>
      </dgm:t>
    </dgm:pt>
    <dgm:pt modelId="{F68152CD-A1A6-4400-A92A-8AFA60937F83}" type="sibTrans" cxnId="{E9C7C594-1889-4418-849E-24372680E045}">
      <dgm:prSet/>
      <dgm:spPr/>
      <dgm:t>
        <a:bodyPr/>
        <a:lstStyle/>
        <a:p>
          <a:endParaRPr lang="en-US"/>
        </a:p>
      </dgm:t>
    </dgm:pt>
    <dgm:pt modelId="{BFA3189C-06D9-42CF-B962-A12A5B6333A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Secure: IAM and encryption support for message protection.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1A66124-F0E2-4E7A-A2CE-617D5B8E655D}" type="parTrans" cxnId="{E1129798-5DAA-4C07-9CAD-C1A61B6EAD37}">
      <dgm:prSet/>
      <dgm:spPr/>
      <dgm:t>
        <a:bodyPr/>
        <a:lstStyle/>
        <a:p>
          <a:endParaRPr lang="en-US"/>
        </a:p>
      </dgm:t>
    </dgm:pt>
    <dgm:pt modelId="{2BF54EC1-C8E5-4C73-A39E-7031E8B1A0AA}" type="sibTrans" cxnId="{E1129798-5DAA-4C07-9CAD-C1A61B6EAD37}">
      <dgm:prSet/>
      <dgm:spPr/>
      <dgm:t>
        <a:bodyPr/>
        <a:lstStyle/>
        <a:p>
          <a:endParaRPr lang="en-US"/>
        </a:p>
      </dgm:t>
    </dgm:pt>
    <dgm:pt modelId="{B32C7554-AA86-4E99-A892-AB0153400BD9}" type="pres">
      <dgm:prSet presAssocID="{47381B1B-3788-4ED7-A25D-2385EDDFE553}" presName="root" presStyleCnt="0">
        <dgm:presLayoutVars>
          <dgm:dir/>
          <dgm:resizeHandles val="exact"/>
        </dgm:presLayoutVars>
      </dgm:prSet>
      <dgm:spPr/>
    </dgm:pt>
    <dgm:pt modelId="{E8C7EFF2-0448-467D-96D0-84A1FB84206B}" type="pres">
      <dgm:prSet presAssocID="{E77C1A12-FD26-4421-B240-77F9CF0917B3}" presName="compNode" presStyleCnt="0"/>
      <dgm:spPr/>
    </dgm:pt>
    <dgm:pt modelId="{08DA1912-EC6B-430F-8A69-D83B1C770FA2}" type="pres">
      <dgm:prSet presAssocID="{E77C1A12-FD26-4421-B240-77F9CF0917B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0DA38759-8EAB-48D1-BB89-92CC2ABE9913}" type="pres">
      <dgm:prSet presAssocID="{E77C1A12-FD26-4421-B240-77F9CF0917B3}" presName="spaceRect" presStyleCnt="0"/>
      <dgm:spPr/>
    </dgm:pt>
    <dgm:pt modelId="{7A6F1847-657E-42C9-B1F6-168287BC121C}" type="pres">
      <dgm:prSet presAssocID="{E77C1A12-FD26-4421-B240-77F9CF0917B3}" presName="textRect" presStyleLbl="revTx" presStyleIdx="0" presStyleCnt="6">
        <dgm:presLayoutVars>
          <dgm:chMax val="1"/>
          <dgm:chPref val="1"/>
        </dgm:presLayoutVars>
      </dgm:prSet>
      <dgm:spPr/>
    </dgm:pt>
    <dgm:pt modelId="{F3696DA5-4B02-417A-95CB-DB62B8EDADE4}" type="pres">
      <dgm:prSet presAssocID="{D9C7196B-666E-4CD5-AC9A-C97DE5C8D005}" presName="sibTrans" presStyleCnt="0"/>
      <dgm:spPr/>
    </dgm:pt>
    <dgm:pt modelId="{BB7C3081-8E00-455A-9402-8A1623CD3845}" type="pres">
      <dgm:prSet presAssocID="{8F54DE7D-F2D8-4093-9B0C-D0A7EC986C51}" presName="compNode" presStyleCnt="0"/>
      <dgm:spPr/>
    </dgm:pt>
    <dgm:pt modelId="{B5ECED69-568C-4501-9E8A-BABF7EB31FA2}" type="pres">
      <dgm:prSet presAssocID="{8F54DE7D-F2D8-4093-9B0C-D0A7EC986C5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FCAA8449-61FD-4C12-BB3C-FBF04B55F889}" type="pres">
      <dgm:prSet presAssocID="{8F54DE7D-F2D8-4093-9B0C-D0A7EC986C51}" presName="spaceRect" presStyleCnt="0"/>
      <dgm:spPr/>
    </dgm:pt>
    <dgm:pt modelId="{AF5DF4C5-9859-4E03-AD67-5AD9D35C39F5}" type="pres">
      <dgm:prSet presAssocID="{8F54DE7D-F2D8-4093-9B0C-D0A7EC986C51}" presName="textRect" presStyleLbl="revTx" presStyleIdx="1" presStyleCnt="6">
        <dgm:presLayoutVars>
          <dgm:chMax val="1"/>
          <dgm:chPref val="1"/>
        </dgm:presLayoutVars>
      </dgm:prSet>
      <dgm:spPr/>
    </dgm:pt>
    <dgm:pt modelId="{D2B1F08F-11C1-41DD-B6B4-22B27494D6F2}" type="pres">
      <dgm:prSet presAssocID="{9D637E93-B4E2-4B48-9122-8695FCD6BC8C}" presName="sibTrans" presStyleCnt="0"/>
      <dgm:spPr/>
    </dgm:pt>
    <dgm:pt modelId="{1E334366-59FC-40DB-B191-46F3BA6DB012}" type="pres">
      <dgm:prSet presAssocID="{8A6A21AC-AE34-474B-B5F2-9220B2CEBCB5}" presName="compNode" presStyleCnt="0"/>
      <dgm:spPr/>
    </dgm:pt>
    <dgm:pt modelId="{057DD412-94A4-4BF2-8F03-4A00473E5B88}" type="pres">
      <dgm:prSet presAssocID="{8A6A21AC-AE34-474B-B5F2-9220B2CEBCB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8FC6758-C824-4D76-848B-80A3B583C329}" type="pres">
      <dgm:prSet presAssocID="{8A6A21AC-AE34-474B-B5F2-9220B2CEBCB5}" presName="spaceRect" presStyleCnt="0"/>
      <dgm:spPr/>
    </dgm:pt>
    <dgm:pt modelId="{6D6DAB8D-FD73-4FAC-ACD5-25A64B715172}" type="pres">
      <dgm:prSet presAssocID="{8A6A21AC-AE34-474B-B5F2-9220B2CEBCB5}" presName="textRect" presStyleLbl="revTx" presStyleIdx="2" presStyleCnt="6">
        <dgm:presLayoutVars>
          <dgm:chMax val="1"/>
          <dgm:chPref val="1"/>
        </dgm:presLayoutVars>
      </dgm:prSet>
      <dgm:spPr/>
    </dgm:pt>
    <dgm:pt modelId="{434F4DE9-12DF-408D-89AE-EB671668131B}" type="pres">
      <dgm:prSet presAssocID="{111D34DA-4F3A-4F89-B4AB-F7B05D41D765}" presName="sibTrans" presStyleCnt="0"/>
      <dgm:spPr/>
    </dgm:pt>
    <dgm:pt modelId="{BE6AC4A1-9F66-4FC0-BEF3-6315174B5E3B}" type="pres">
      <dgm:prSet presAssocID="{257437B9-B784-4556-9E08-3DC1173339C3}" presName="compNode" presStyleCnt="0"/>
      <dgm:spPr/>
    </dgm:pt>
    <dgm:pt modelId="{B390AE9E-FB2D-47EE-9F8E-ADCF2E70B72E}" type="pres">
      <dgm:prSet presAssocID="{257437B9-B784-4556-9E08-3DC1173339C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817B249-FD20-4A58-B115-3052B6EA5019}" type="pres">
      <dgm:prSet presAssocID="{257437B9-B784-4556-9E08-3DC1173339C3}" presName="spaceRect" presStyleCnt="0"/>
      <dgm:spPr/>
    </dgm:pt>
    <dgm:pt modelId="{D5244428-738A-4A7B-9AE0-C55BCD5009B1}" type="pres">
      <dgm:prSet presAssocID="{257437B9-B784-4556-9E08-3DC1173339C3}" presName="textRect" presStyleLbl="revTx" presStyleIdx="3" presStyleCnt="6">
        <dgm:presLayoutVars>
          <dgm:chMax val="1"/>
          <dgm:chPref val="1"/>
        </dgm:presLayoutVars>
      </dgm:prSet>
      <dgm:spPr/>
    </dgm:pt>
    <dgm:pt modelId="{32AF94F3-C0F9-492F-BDF8-B6D3ABCC8151}" type="pres">
      <dgm:prSet presAssocID="{690ADB2B-BCFF-4554-AACD-4F05253FDD67}" presName="sibTrans" presStyleCnt="0"/>
      <dgm:spPr/>
    </dgm:pt>
    <dgm:pt modelId="{72E68696-AEA8-4DF3-B65A-868BA71011AD}" type="pres">
      <dgm:prSet presAssocID="{663F566A-44C5-475D-93AF-766FC8922B25}" presName="compNode" presStyleCnt="0"/>
      <dgm:spPr/>
    </dgm:pt>
    <dgm:pt modelId="{FB0EEC1C-9EE0-4765-A91D-E728011AE9A2}" type="pres">
      <dgm:prSet presAssocID="{663F566A-44C5-475D-93AF-766FC8922B2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ED9E348-9D20-4A27-A6DA-C731A5082F47}" type="pres">
      <dgm:prSet presAssocID="{663F566A-44C5-475D-93AF-766FC8922B25}" presName="spaceRect" presStyleCnt="0"/>
      <dgm:spPr/>
    </dgm:pt>
    <dgm:pt modelId="{3118853C-39EB-47C5-80C1-406D6908D7D1}" type="pres">
      <dgm:prSet presAssocID="{663F566A-44C5-475D-93AF-766FC8922B25}" presName="textRect" presStyleLbl="revTx" presStyleIdx="4" presStyleCnt="6">
        <dgm:presLayoutVars>
          <dgm:chMax val="1"/>
          <dgm:chPref val="1"/>
        </dgm:presLayoutVars>
      </dgm:prSet>
      <dgm:spPr/>
    </dgm:pt>
    <dgm:pt modelId="{55D33859-0376-4E83-8039-D8E8D04DBB9B}" type="pres">
      <dgm:prSet presAssocID="{F68152CD-A1A6-4400-A92A-8AFA60937F83}" presName="sibTrans" presStyleCnt="0"/>
      <dgm:spPr/>
    </dgm:pt>
    <dgm:pt modelId="{2C6C077D-05D2-4E06-A660-88DC5727836A}" type="pres">
      <dgm:prSet presAssocID="{BFA3189C-06D9-42CF-B962-A12A5B6333AC}" presName="compNode" presStyleCnt="0"/>
      <dgm:spPr/>
    </dgm:pt>
    <dgm:pt modelId="{EE58AE75-4A8A-4A9E-AE6F-235C8071DE48}" type="pres">
      <dgm:prSet presAssocID="{BFA3189C-06D9-42CF-B962-A12A5B6333A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8D91A92-FDBB-4C54-A4B0-601C2E7B4857}" type="pres">
      <dgm:prSet presAssocID="{BFA3189C-06D9-42CF-B962-A12A5B6333AC}" presName="spaceRect" presStyleCnt="0"/>
      <dgm:spPr/>
    </dgm:pt>
    <dgm:pt modelId="{4E6A52C6-FB3B-422D-8979-9D8595A3322D}" type="pres">
      <dgm:prSet presAssocID="{BFA3189C-06D9-42CF-B962-A12A5B6333AC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2DE050D-62F8-495E-B96D-5EBC609113BB}" srcId="{47381B1B-3788-4ED7-A25D-2385EDDFE553}" destId="{257437B9-B784-4556-9E08-3DC1173339C3}" srcOrd="3" destOrd="0" parTransId="{77FF8185-7AEB-4B27-919E-4F07C11C5C10}" sibTransId="{690ADB2B-BCFF-4554-AACD-4F05253FDD67}"/>
    <dgm:cxn modelId="{2AA7CB12-BA93-4682-A5A2-5B9CF66B2D75}" type="presOf" srcId="{663F566A-44C5-475D-93AF-766FC8922B25}" destId="{3118853C-39EB-47C5-80C1-406D6908D7D1}" srcOrd="0" destOrd="0" presId="urn:microsoft.com/office/officeart/2018/2/layout/IconLabelList"/>
    <dgm:cxn modelId="{D6E61F24-8B7D-4508-A3DD-CBA34FE6DE0D}" type="presOf" srcId="{BFA3189C-06D9-42CF-B962-A12A5B6333AC}" destId="{4E6A52C6-FB3B-422D-8979-9D8595A3322D}" srcOrd="0" destOrd="0" presId="urn:microsoft.com/office/officeart/2018/2/layout/IconLabelList"/>
    <dgm:cxn modelId="{46F52B7D-9963-4512-9A79-1658DA3BEFF8}" type="presOf" srcId="{257437B9-B784-4556-9E08-3DC1173339C3}" destId="{D5244428-738A-4A7B-9AE0-C55BCD5009B1}" srcOrd="0" destOrd="0" presId="urn:microsoft.com/office/officeart/2018/2/layout/IconLabelList"/>
    <dgm:cxn modelId="{E0FF1B8D-8A43-481C-AB2E-F474E505ED31}" type="presOf" srcId="{8F54DE7D-F2D8-4093-9B0C-D0A7EC986C51}" destId="{AF5DF4C5-9859-4E03-AD67-5AD9D35C39F5}" srcOrd="0" destOrd="0" presId="urn:microsoft.com/office/officeart/2018/2/layout/IconLabelList"/>
    <dgm:cxn modelId="{E9C7C594-1889-4418-849E-24372680E045}" srcId="{47381B1B-3788-4ED7-A25D-2385EDDFE553}" destId="{663F566A-44C5-475D-93AF-766FC8922B25}" srcOrd="4" destOrd="0" parTransId="{779A013C-4CC1-4F01-8E35-8C4D3ED895DA}" sibTransId="{F68152CD-A1A6-4400-A92A-8AFA60937F83}"/>
    <dgm:cxn modelId="{81E7BC95-4D26-4B7F-9864-4D9343600D07}" srcId="{47381B1B-3788-4ED7-A25D-2385EDDFE553}" destId="{8F54DE7D-F2D8-4093-9B0C-D0A7EC986C51}" srcOrd="1" destOrd="0" parTransId="{88ABE9AA-FA47-4E15-A726-F97E74318770}" sibTransId="{9D637E93-B4E2-4B48-9122-8695FCD6BC8C}"/>
    <dgm:cxn modelId="{E1129798-5DAA-4C07-9CAD-C1A61B6EAD37}" srcId="{47381B1B-3788-4ED7-A25D-2385EDDFE553}" destId="{BFA3189C-06D9-42CF-B962-A12A5B6333AC}" srcOrd="5" destOrd="0" parTransId="{F1A66124-F0E2-4E7A-A2CE-617D5B8E655D}" sibTransId="{2BF54EC1-C8E5-4C73-A39E-7031E8B1A0AA}"/>
    <dgm:cxn modelId="{BAB7D19D-5647-4F7D-8568-AACD89ECABAA}" type="presOf" srcId="{8A6A21AC-AE34-474B-B5F2-9220B2CEBCB5}" destId="{6D6DAB8D-FD73-4FAC-ACD5-25A64B715172}" srcOrd="0" destOrd="0" presId="urn:microsoft.com/office/officeart/2018/2/layout/IconLabelList"/>
    <dgm:cxn modelId="{F1977C9F-9573-4C66-97D6-4AACC3BFBF78}" srcId="{47381B1B-3788-4ED7-A25D-2385EDDFE553}" destId="{E77C1A12-FD26-4421-B240-77F9CF0917B3}" srcOrd="0" destOrd="0" parTransId="{136B1F79-A49A-4065-8B0E-B719713711DD}" sibTransId="{D9C7196B-666E-4CD5-AC9A-C97DE5C8D005}"/>
    <dgm:cxn modelId="{77022BD4-EAB3-4475-BE60-BA3FA80124FB}" type="presOf" srcId="{47381B1B-3788-4ED7-A25D-2385EDDFE553}" destId="{B32C7554-AA86-4E99-A892-AB0153400BD9}" srcOrd="0" destOrd="0" presId="urn:microsoft.com/office/officeart/2018/2/layout/IconLabelList"/>
    <dgm:cxn modelId="{3649CEDF-19B4-45D0-B5FC-B0410CA032D8}" type="presOf" srcId="{E77C1A12-FD26-4421-B240-77F9CF0917B3}" destId="{7A6F1847-657E-42C9-B1F6-168287BC121C}" srcOrd="0" destOrd="0" presId="urn:microsoft.com/office/officeart/2018/2/layout/IconLabelList"/>
    <dgm:cxn modelId="{9FA523F1-700C-4B6D-9BEC-F2E47080B552}" srcId="{47381B1B-3788-4ED7-A25D-2385EDDFE553}" destId="{8A6A21AC-AE34-474B-B5F2-9220B2CEBCB5}" srcOrd="2" destOrd="0" parTransId="{D2BD7033-4EC6-408A-A9A9-B56BA6182274}" sibTransId="{111D34DA-4F3A-4F89-B4AB-F7B05D41D765}"/>
    <dgm:cxn modelId="{91ECF9E9-8537-4DE0-ACD4-C338C384BB49}" type="presParOf" srcId="{B32C7554-AA86-4E99-A892-AB0153400BD9}" destId="{E8C7EFF2-0448-467D-96D0-84A1FB84206B}" srcOrd="0" destOrd="0" presId="urn:microsoft.com/office/officeart/2018/2/layout/IconLabelList"/>
    <dgm:cxn modelId="{25E84126-1A2C-4E45-8549-897CCDB5111B}" type="presParOf" srcId="{E8C7EFF2-0448-467D-96D0-84A1FB84206B}" destId="{08DA1912-EC6B-430F-8A69-D83B1C770FA2}" srcOrd="0" destOrd="0" presId="urn:microsoft.com/office/officeart/2018/2/layout/IconLabelList"/>
    <dgm:cxn modelId="{DF4C1010-F514-40F7-B6EE-530FC9E87CF0}" type="presParOf" srcId="{E8C7EFF2-0448-467D-96D0-84A1FB84206B}" destId="{0DA38759-8EAB-48D1-BB89-92CC2ABE9913}" srcOrd="1" destOrd="0" presId="urn:microsoft.com/office/officeart/2018/2/layout/IconLabelList"/>
    <dgm:cxn modelId="{96040992-7A17-4AF2-B622-EDD31F62D9E1}" type="presParOf" srcId="{E8C7EFF2-0448-467D-96D0-84A1FB84206B}" destId="{7A6F1847-657E-42C9-B1F6-168287BC121C}" srcOrd="2" destOrd="0" presId="urn:microsoft.com/office/officeart/2018/2/layout/IconLabelList"/>
    <dgm:cxn modelId="{B4B11150-6610-4542-95FC-3F37BBABD484}" type="presParOf" srcId="{B32C7554-AA86-4E99-A892-AB0153400BD9}" destId="{F3696DA5-4B02-417A-95CB-DB62B8EDADE4}" srcOrd="1" destOrd="0" presId="urn:microsoft.com/office/officeart/2018/2/layout/IconLabelList"/>
    <dgm:cxn modelId="{EB0498F7-A7E8-4381-AFAE-F16F20E71CBD}" type="presParOf" srcId="{B32C7554-AA86-4E99-A892-AB0153400BD9}" destId="{BB7C3081-8E00-455A-9402-8A1623CD3845}" srcOrd="2" destOrd="0" presId="urn:microsoft.com/office/officeart/2018/2/layout/IconLabelList"/>
    <dgm:cxn modelId="{A1199548-F087-4EE5-8A35-1B1B7BF98612}" type="presParOf" srcId="{BB7C3081-8E00-455A-9402-8A1623CD3845}" destId="{B5ECED69-568C-4501-9E8A-BABF7EB31FA2}" srcOrd="0" destOrd="0" presId="urn:microsoft.com/office/officeart/2018/2/layout/IconLabelList"/>
    <dgm:cxn modelId="{52F81E8F-1D97-4DAF-80B8-1603054DCFC3}" type="presParOf" srcId="{BB7C3081-8E00-455A-9402-8A1623CD3845}" destId="{FCAA8449-61FD-4C12-BB3C-FBF04B55F889}" srcOrd="1" destOrd="0" presId="urn:microsoft.com/office/officeart/2018/2/layout/IconLabelList"/>
    <dgm:cxn modelId="{47A5931C-8553-4526-AFA4-EB6605762D61}" type="presParOf" srcId="{BB7C3081-8E00-455A-9402-8A1623CD3845}" destId="{AF5DF4C5-9859-4E03-AD67-5AD9D35C39F5}" srcOrd="2" destOrd="0" presId="urn:microsoft.com/office/officeart/2018/2/layout/IconLabelList"/>
    <dgm:cxn modelId="{ACB17CE5-99E7-436B-8B9A-87F5E4791A28}" type="presParOf" srcId="{B32C7554-AA86-4E99-A892-AB0153400BD9}" destId="{D2B1F08F-11C1-41DD-B6B4-22B27494D6F2}" srcOrd="3" destOrd="0" presId="urn:microsoft.com/office/officeart/2018/2/layout/IconLabelList"/>
    <dgm:cxn modelId="{87D9A3FF-34D2-45A4-B55D-346C11431914}" type="presParOf" srcId="{B32C7554-AA86-4E99-A892-AB0153400BD9}" destId="{1E334366-59FC-40DB-B191-46F3BA6DB012}" srcOrd="4" destOrd="0" presId="urn:microsoft.com/office/officeart/2018/2/layout/IconLabelList"/>
    <dgm:cxn modelId="{B5F7A30D-3A1E-47BD-B6F3-9D0F19A9FDA4}" type="presParOf" srcId="{1E334366-59FC-40DB-B191-46F3BA6DB012}" destId="{057DD412-94A4-4BF2-8F03-4A00473E5B88}" srcOrd="0" destOrd="0" presId="urn:microsoft.com/office/officeart/2018/2/layout/IconLabelList"/>
    <dgm:cxn modelId="{EF1070DA-E5EF-46E1-BEE3-00614E985394}" type="presParOf" srcId="{1E334366-59FC-40DB-B191-46F3BA6DB012}" destId="{88FC6758-C824-4D76-848B-80A3B583C329}" srcOrd="1" destOrd="0" presId="urn:microsoft.com/office/officeart/2018/2/layout/IconLabelList"/>
    <dgm:cxn modelId="{DFE966F4-305C-4416-878C-9A6CA0F2F406}" type="presParOf" srcId="{1E334366-59FC-40DB-B191-46F3BA6DB012}" destId="{6D6DAB8D-FD73-4FAC-ACD5-25A64B715172}" srcOrd="2" destOrd="0" presId="urn:microsoft.com/office/officeart/2018/2/layout/IconLabelList"/>
    <dgm:cxn modelId="{440A1BBE-8069-4644-8269-C3815265C731}" type="presParOf" srcId="{B32C7554-AA86-4E99-A892-AB0153400BD9}" destId="{434F4DE9-12DF-408D-89AE-EB671668131B}" srcOrd="5" destOrd="0" presId="urn:microsoft.com/office/officeart/2018/2/layout/IconLabelList"/>
    <dgm:cxn modelId="{D226FDBF-E232-4D6A-AEB4-1B75B0E4678C}" type="presParOf" srcId="{B32C7554-AA86-4E99-A892-AB0153400BD9}" destId="{BE6AC4A1-9F66-4FC0-BEF3-6315174B5E3B}" srcOrd="6" destOrd="0" presId="urn:microsoft.com/office/officeart/2018/2/layout/IconLabelList"/>
    <dgm:cxn modelId="{FA3DBB47-54FA-4118-933A-7B2B1787FA3B}" type="presParOf" srcId="{BE6AC4A1-9F66-4FC0-BEF3-6315174B5E3B}" destId="{B390AE9E-FB2D-47EE-9F8E-ADCF2E70B72E}" srcOrd="0" destOrd="0" presId="urn:microsoft.com/office/officeart/2018/2/layout/IconLabelList"/>
    <dgm:cxn modelId="{C0D7D0F0-F853-41DB-AC9C-22525DAF0A82}" type="presParOf" srcId="{BE6AC4A1-9F66-4FC0-BEF3-6315174B5E3B}" destId="{E817B249-FD20-4A58-B115-3052B6EA5019}" srcOrd="1" destOrd="0" presId="urn:microsoft.com/office/officeart/2018/2/layout/IconLabelList"/>
    <dgm:cxn modelId="{4035E9D2-154F-4D97-8D24-2E5221C4CAE5}" type="presParOf" srcId="{BE6AC4A1-9F66-4FC0-BEF3-6315174B5E3B}" destId="{D5244428-738A-4A7B-9AE0-C55BCD5009B1}" srcOrd="2" destOrd="0" presId="urn:microsoft.com/office/officeart/2018/2/layout/IconLabelList"/>
    <dgm:cxn modelId="{A68D1387-2E27-4EDA-9D74-31A1C8C4F67F}" type="presParOf" srcId="{B32C7554-AA86-4E99-A892-AB0153400BD9}" destId="{32AF94F3-C0F9-492F-BDF8-B6D3ABCC8151}" srcOrd="7" destOrd="0" presId="urn:microsoft.com/office/officeart/2018/2/layout/IconLabelList"/>
    <dgm:cxn modelId="{0290C595-9C81-4ACD-9A80-4372599BE8F8}" type="presParOf" srcId="{B32C7554-AA86-4E99-A892-AB0153400BD9}" destId="{72E68696-AEA8-4DF3-B65A-868BA71011AD}" srcOrd="8" destOrd="0" presId="urn:microsoft.com/office/officeart/2018/2/layout/IconLabelList"/>
    <dgm:cxn modelId="{F327CC05-58A0-447B-9B6C-94CF95AA47D3}" type="presParOf" srcId="{72E68696-AEA8-4DF3-B65A-868BA71011AD}" destId="{FB0EEC1C-9EE0-4765-A91D-E728011AE9A2}" srcOrd="0" destOrd="0" presId="urn:microsoft.com/office/officeart/2018/2/layout/IconLabelList"/>
    <dgm:cxn modelId="{E98385D7-D0D0-4C2B-BF54-C12B6604B8F2}" type="presParOf" srcId="{72E68696-AEA8-4DF3-B65A-868BA71011AD}" destId="{CED9E348-9D20-4A27-A6DA-C731A5082F47}" srcOrd="1" destOrd="0" presId="urn:microsoft.com/office/officeart/2018/2/layout/IconLabelList"/>
    <dgm:cxn modelId="{A0135BAB-DFE5-4294-A9C6-5A208DFAD0D4}" type="presParOf" srcId="{72E68696-AEA8-4DF3-B65A-868BA71011AD}" destId="{3118853C-39EB-47C5-80C1-406D6908D7D1}" srcOrd="2" destOrd="0" presId="urn:microsoft.com/office/officeart/2018/2/layout/IconLabelList"/>
    <dgm:cxn modelId="{CCA7CECE-6B8C-47AD-BA13-1EFD4A5CD898}" type="presParOf" srcId="{B32C7554-AA86-4E99-A892-AB0153400BD9}" destId="{55D33859-0376-4E83-8039-D8E8D04DBB9B}" srcOrd="9" destOrd="0" presId="urn:microsoft.com/office/officeart/2018/2/layout/IconLabelList"/>
    <dgm:cxn modelId="{D3E2BCB6-6450-462E-B3B2-F33C577A4188}" type="presParOf" srcId="{B32C7554-AA86-4E99-A892-AB0153400BD9}" destId="{2C6C077D-05D2-4E06-A660-88DC5727836A}" srcOrd="10" destOrd="0" presId="urn:microsoft.com/office/officeart/2018/2/layout/IconLabelList"/>
    <dgm:cxn modelId="{0896F354-85DE-47D6-ABD7-E6ACA1CE5AD1}" type="presParOf" srcId="{2C6C077D-05D2-4E06-A660-88DC5727836A}" destId="{EE58AE75-4A8A-4A9E-AE6F-235C8071DE48}" srcOrd="0" destOrd="0" presId="urn:microsoft.com/office/officeart/2018/2/layout/IconLabelList"/>
    <dgm:cxn modelId="{C5F4278E-AF69-4DB4-8AA8-ECF19CC18DE8}" type="presParOf" srcId="{2C6C077D-05D2-4E06-A660-88DC5727836A}" destId="{28D91A92-FDBB-4C54-A4B0-601C2E7B4857}" srcOrd="1" destOrd="0" presId="urn:microsoft.com/office/officeart/2018/2/layout/IconLabelList"/>
    <dgm:cxn modelId="{A5900A96-D0D1-4381-B74D-0B725875726E}" type="presParOf" srcId="{2C6C077D-05D2-4E06-A660-88DC5727836A}" destId="{4E6A52C6-FB3B-422D-8979-9D8595A3322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A1912-EC6B-430F-8A69-D83B1C770FA2}">
      <dsp:nvSpPr>
        <dsp:cNvPr id="0" name=""/>
        <dsp:cNvSpPr/>
      </dsp:nvSpPr>
      <dsp:spPr>
        <a:xfrm>
          <a:off x="421398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6F1847-657E-42C9-B1F6-168287BC121C}">
      <dsp:nvSpPr>
        <dsp:cNvPr id="0" name=""/>
        <dsp:cNvSpPr/>
      </dsp:nvSpPr>
      <dsp:spPr>
        <a:xfrm>
          <a:off x="84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Fully managed: No infrastructure management required.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841" y="2344441"/>
        <a:ext cx="1529296" cy="611718"/>
      </dsp:txXfrm>
    </dsp:sp>
    <dsp:sp modelId="{B5ECED69-568C-4501-9E8A-BABF7EB31FA2}">
      <dsp:nvSpPr>
        <dsp:cNvPr id="0" name=""/>
        <dsp:cNvSpPr/>
      </dsp:nvSpPr>
      <dsp:spPr>
        <a:xfrm>
          <a:off x="2218322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5DF4C5-9859-4E03-AD67-5AD9D35C39F5}">
      <dsp:nvSpPr>
        <dsp:cNvPr id="0" name=""/>
        <dsp:cNvSpPr/>
      </dsp:nvSpPr>
      <dsp:spPr>
        <a:xfrm>
          <a:off x="1797765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Scalable: Handles millions of messages per second.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797765" y="2344441"/>
        <a:ext cx="1529296" cy="611718"/>
      </dsp:txXfrm>
    </dsp:sp>
    <dsp:sp modelId="{057DD412-94A4-4BF2-8F03-4A00473E5B88}">
      <dsp:nvSpPr>
        <dsp:cNvPr id="0" name=""/>
        <dsp:cNvSpPr/>
      </dsp:nvSpPr>
      <dsp:spPr>
        <a:xfrm>
          <a:off x="4015246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6DAB8D-FD73-4FAC-ACD5-25A64B715172}">
      <dsp:nvSpPr>
        <dsp:cNvPr id="0" name=""/>
        <dsp:cNvSpPr/>
      </dsp:nvSpPr>
      <dsp:spPr>
        <a:xfrm>
          <a:off x="3594689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Multi-protocol: Supports Email, SMS, HTTP/S, Lambda, and SQS.</a:t>
          </a:r>
          <a:endParaRPr lang="en-US" sz="14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594689" y="2344441"/>
        <a:ext cx="1529296" cy="611718"/>
      </dsp:txXfrm>
    </dsp:sp>
    <dsp:sp modelId="{B390AE9E-FB2D-47EE-9F8E-ADCF2E70B72E}">
      <dsp:nvSpPr>
        <dsp:cNvPr id="0" name=""/>
        <dsp:cNvSpPr/>
      </dsp:nvSpPr>
      <dsp:spPr>
        <a:xfrm>
          <a:off x="5812170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44428-738A-4A7B-9AE0-C55BCD5009B1}">
      <dsp:nvSpPr>
        <dsp:cNvPr id="0" name=""/>
        <dsp:cNvSpPr/>
      </dsp:nvSpPr>
      <dsp:spPr>
        <a:xfrm>
          <a:off x="5391613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Low latency: Near real-time message delivery.</a:t>
          </a:r>
          <a:endParaRPr lang="en-US" sz="14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391613" y="2344441"/>
        <a:ext cx="1529296" cy="611718"/>
      </dsp:txXfrm>
    </dsp:sp>
    <dsp:sp modelId="{FB0EEC1C-9EE0-4765-A91D-E728011AE9A2}">
      <dsp:nvSpPr>
        <dsp:cNvPr id="0" name=""/>
        <dsp:cNvSpPr/>
      </dsp:nvSpPr>
      <dsp:spPr>
        <a:xfrm>
          <a:off x="7609093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8853C-39EB-47C5-80C1-406D6908D7D1}">
      <dsp:nvSpPr>
        <dsp:cNvPr id="0" name=""/>
        <dsp:cNvSpPr/>
      </dsp:nvSpPr>
      <dsp:spPr>
        <a:xfrm>
          <a:off x="7188537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Reliable: Built on AWS’s fault-tolerant infrastructure.</a:t>
          </a:r>
          <a:endParaRPr lang="en-US" sz="14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188537" y="2344441"/>
        <a:ext cx="1529296" cy="611718"/>
      </dsp:txXfrm>
    </dsp:sp>
    <dsp:sp modelId="{EE58AE75-4A8A-4A9E-AE6F-235C8071DE48}">
      <dsp:nvSpPr>
        <dsp:cNvPr id="0" name=""/>
        <dsp:cNvSpPr/>
      </dsp:nvSpPr>
      <dsp:spPr>
        <a:xfrm>
          <a:off x="9406017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A52C6-FB3B-422D-8979-9D8595A3322D}">
      <dsp:nvSpPr>
        <dsp:cNvPr id="0" name=""/>
        <dsp:cNvSpPr/>
      </dsp:nvSpPr>
      <dsp:spPr>
        <a:xfrm>
          <a:off x="898546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Secure: IAM and encryption support for message protection.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8985461" y="2344441"/>
        <a:ext cx="1529296" cy="611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D462B-EB9D-4F7B-B928-08A794E56CC7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7F489-8815-4CDC-B8BF-283829385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2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138B-D40F-F914-FE5F-C3B58D9F4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444552-2AF7-19B8-7467-A91E577FE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97ADC-58FC-9095-CFC1-A9723A2A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FEA4-CC28-4750-AEB5-FBC91086F3C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22910-0E6F-B19C-D409-293E3F17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A16F3-6756-F622-40EC-859C3AB4E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3A7A-B741-4D77-BD97-2A595A526A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3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F1C1-C296-6E96-A8DC-B1B660F84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7DBE6-AEC1-A0B7-5811-06CE73BE4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CD394-7811-82C1-286D-5918F77C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FEA4-CC28-4750-AEB5-FBC91086F3C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503C1-4894-0E24-124B-89AD4320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7D4E5-B3A2-2946-318E-7F4464CAA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3A7A-B741-4D77-BD97-2A595A526A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371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43A6-1804-BA18-35B6-95CB0EDB1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4A8AA-3321-D466-6ED8-BB7D0F0A0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D3C2B-0230-A657-5E58-8CE3D071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FEA4-CC28-4750-AEB5-FBC91086F3C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B9603-4CEB-5F06-6574-40146FF2D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D458D-9DC3-1756-AC21-775533DD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3A7A-B741-4D77-BD97-2A595A526A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44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39CC-B454-5D11-0D1E-FBA8542B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92009-90E7-6351-93D4-EAB3C5E19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6898D-6FE2-8024-88CF-E48DE8977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76291-2B61-39DA-0D94-1C6C5FA15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FEA4-CC28-4750-AEB5-FBC91086F3C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AD05C-D427-187B-F37A-F0C649266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835FB-BF0E-4703-5842-0F7065CE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3A7A-B741-4D77-BD97-2A595A526A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425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BB1B2-EB21-1F86-AE86-E6D981F6A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951E5-53F5-267C-DE05-1452F41B3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FE672-48E0-397C-BE63-A4A1A4391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52DC79-3A4B-E630-2735-A6298937D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A85BA6-BEBA-E202-18EC-04C4932D8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4B0B9F-8022-63C7-1217-6939BC443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FEA4-CC28-4750-AEB5-FBC91086F3C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BD7C7-C134-6DDF-1715-ABA419BC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5DB4BD-D42F-2416-1DDE-EC028B08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3A7A-B741-4D77-BD97-2A595A526A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369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9E873-32EF-98C8-7AF9-B85FADFA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C01225-CD9E-85B5-42FC-F6C3E6A72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FEA4-CC28-4750-AEB5-FBC91086F3C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C3339-5365-E42B-B96D-600C36727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F85CF-9BDF-EC88-F636-14E6BA60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3A7A-B741-4D77-BD97-2A595A526A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02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A06AF-8565-FC73-7F90-30DA3120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FEA4-CC28-4750-AEB5-FBC91086F3C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F9F3A1-61D4-21A0-6F57-171B3B87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DAF7D-ECF0-3EA1-46D3-09B4B385B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3A7A-B741-4D77-BD97-2A595A526A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248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2B2A-E6D6-E48B-D459-1DACE3C86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B6252-21DD-CF59-941A-43EECCE9D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20C15-F26A-A020-780E-AB6CDBFEA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1EEE7-419C-9BB8-C6D5-D60DB31A9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FEA4-CC28-4750-AEB5-FBC91086F3C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D55B7-07CE-E641-F28E-F360190FE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1F747-A564-1030-27F5-FC99EDE2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3A7A-B741-4D77-BD97-2A595A526A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763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834AB-D9D9-5886-AB55-1FBBCD62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625EB3-EA22-5373-8103-989FCB087F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5BC50-7D71-5A02-C5E8-B6EC5604C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83257-6775-B06B-0A9B-A167B134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FEA4-CC28-4750-AEB5-FBC91086F3C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3FBBE-B43D-6833-CA58-8BCC432E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F2DCB-96C8-760B-3617-12E4ED02C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3A7A-B741-4D77-BD97-2A595A526A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871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1E6F-9385-9724-62AA-F125DC33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4A1D7-3ACD-DEC5-14D0-F147EDA92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61540-77AD-5817-8F11-9E7FB47C7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FEA4-CC28-4750-AEB5-FBC91086F3C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80B4E-72F1-832F-E679-4F24A85D9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757CE-B968-0AC1-0A10-1A99D71B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3A7A-B741-4D77-BD97-2A595A526A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048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FC2573-B9E5-1331-6CC7-2AD1D813C1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CCEF0-2E36-A079-61F0-F79ACBB5C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58C1A-A43A-54BA-A835-63BA2209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6FEA4-CC28-4750-AEB5-FBC91086F3C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C67F-C8C0-D85D-9801-4399E6F14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B50A8-3A87-6083-6ABC-B196F9B8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3A7A-B741-4D77-BD97-2A595A526A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07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C5A193-3947-E9E6-0075-7025ED7D6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4BC62-D62A-B5C9-3C86-6F6D578F8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F68C5-376C-F000-FADA-20EBE6D15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B6FEA4-CC28-4750-AEB5-FBC91086F3C8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CE0E1-13F9-E37E-E4A9-E9FACF4A5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92574-C2BB-0736-AC55-1409FB0950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DA3A7A-B741-4D77-BD97-2A595A526A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9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C73E4-9D73-F125-E2A0-D3E6FD1F5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IN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Amazon SNS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502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BE7E9C-4FFA-AE8D-3CA0-92EE5D069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1095425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Amazon SNS?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614C7C0-FA1D-4105-8345-1DF76F987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2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8" name="Graphic 7" descr="Influencer">
            <a:extLst>
              <a:ext uri="{FF2B5EF4-FFF2-40B4-BE49-F238E27FC236}">
                <a16:creationId xmlns:a16="http://schemas.microsoft.com/office/drawing/2014/main" id="{654C1F73-FD5D-AFD9-33AF-1B219784F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7770" y="1448957"/>
            <a:ext cx="3952579" cy="395257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CB8944B-4B46-F159-D4E1-D4BA2B5976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46642" y="1688251"/>
            <a:ext cx="4158031" cy="347399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Simple Notification Service (SNS) is a fully managed messaging service for sending notifications.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publish/subscribe (pub/sub) messaging model.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applications, microservices, and users to communicate asynchronously.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Sends messages to multiple subscribers instantly (fan-out architecture).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IN" sz="18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publisher → SNS Topic → Multiple subscribers (email, SMS, SQS, Lambda, etc.)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58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E38F-77CA-BA51-75CC-2081B6CEB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Use SNS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2CD8FA-F0C9-BF6C-75A2-76521E10DD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85271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6151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EEADD9-E5AE-7C10-E9FB-D817A51EC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IN" sz="5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SNS Core Components</a:t>
            </a: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0F2504-21F9-42D7-05F3-EA8D9AB7AB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– Logical access point for message publishing.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Publisher – Sends (publishes) messages to a topic.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Subscriber – Receives messages from the topic.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Subscription – Defines the endpoint and protocol for message delivery.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 – The data sent (JSON, text, etc.) through SNS.</a:t>
            </a:r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46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17F30E-B238-1E54-306F-56EBC3D58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SNS Message Delivery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B1C0B888-2248-22D7-A069-EC7B9EA8F5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Push-based delivery: SNS pushes messages to subscribers automatically.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Fan-out pattern: One message can reach multiple destinations.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Durable message storage until delivery confirmed.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Retries: SNS automatically retries failed deliveries (for HTTP/S endpoints).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161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8475DA-244D-2A91-FFBD-D83FCA82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 Filtering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52C040-977F-E34D-1F6F-5FB1EC4B7D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4410" y="841247"/>
            <a:ext cx="4484536" cy="53400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subscribers to receive only relevant messages.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filter policies (JSON format) to specify message attributes.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unnecessary traffic and processing.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1"/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publishes orders from multiple regions.</a:t>
            </a:r>
          </a:p>
          <a:p>
            <a:pPr lvl="1"/>
            <a:r>
              <a:rPr lang="en-US" sz="1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Subscriber in India filters only messages with "region": "ap-south-1".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364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303</Words>
  <Application>Microsoft Office PowerPoint</Application>
  <PresentationFormat>Widescreen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Introduction to Amazon SNS</vt:lpstr>
      <vt:lpstr>What is Amazon SNS?</vt:lpstr>
      <vt:lpstr>Why Use SNS</vt:lpstr>
      <vt:lpstr>SNS Core Components</vt:lpstr>
      <vt:lpstr>SNS Message Delivery</vt:lpstr>
      <vt:lpstr>Message Filtering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21</cp:revision>
  <dcterms:created xsi:type="dcterms:W3CDTF">2025-10-19T15:36:09Z</dcterms:created>
  <dcterms:modified xsi:type="dcterms:W3CDTF">2025-10-19T15:42:47Z</dcterms:modified>
</cp:coreProperties>
</file>