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8" r:id="rId3"/>
    <p:sldId id="257" r:id="rId4"/>
    <p:sldId id="259" r:id="rId5"/>
    <p:sldId id="261" r:id="rId6"/>
    <p:sldId id="26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308" autoAdjust="0"/>
  </p:normalViewPr>
  <p:slideViewPr>
    <p:cSldViewPr snapToGrid="0">
      <p:cViewPr varScale="1">
        <p:scale>
          <a:sx n="79" d="100"/>
          <a:sy n="79" d="100"/>
        </p:scale>
        <p:origin x="17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3511C3-D960-4D20-93AE-AB5ACF0BEE3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7C32C5C-FC6A-4E7D-86BD-A97789C07E86}">
      <dgm:prSet/>
      <dgm:spPr/>
      <dgm:t>
        <a:bodyPr/>
        <a:lstStyle/>
        <a:p>
          <a:pPr>
            <a:lnSpc>
              <a:spcPct val="100000"/>
            </a:lnSpc>
          </a:pPr>
          <a:r>
            <a:rPr lang="en-IN" dirty="0"/>
            <a:t>Operating System (e.g., Amazon Linux, Ubuntu, Windows)</a:t>
          </a:r>
          <a:endParaRPr lang="en-US" dirty="0"/>
        </a:p>
      </dgm:t>
    </dgm:pt>
    <dgm:pt modelId="{BC7FB9C7-57B2-4DDA-9FD2-2A11C7798A29}" type="parTrans" cxnId="{81C6B433-3DBF-4DD3-8191-59F238B08E12}">
      <dgm:prSet/>
      <dgm:spPr/>
      <dgm:t>
        <a:bodyPr/>
        <a:lstStyle/>
        <a:p>
          <a:endParaRPr lang="en-US"/>
        </a:p>
      </dgm:t>
    </dgm:pt>
    <dgm:pt modelId="{D2E682BE-9C05-4D95-A279-697CF3C04C4A}" type="sibTrans" cxnId="{81C6B433-3DBF-4DD3-8191-59F238B08E12}">
      <dgm:prSet/>
      <dgm:spPr/>
      <dgm:t>
        <a:bodyPr/>
        <a:lstStyle/>
        <a:p>
          <a:endParaRPr lang="en-US"/>
        </a:p>
      </dgm:t>
    </dgm:pt>
    <dgm:pt modelId="{13C26968-D962-4D27-9262-8D5E67C36BBA}">
      <dgm:prSet/>
      <dgm:spPr/>
      <dgm:t>
        <a:bodyPr/>
        <a:lstStyle/>
        <a:p>
          <a:pPr>
            <a:lnSpc>
              <a:spcPct val="100000"/>
            </a:lnSpc>
          </a:pPr>
          <a:r>
            <a:rPr lang="en-IN" dirty="0"/>
            <a:t>Pre-installed Software/Configurations</a:t>
          </a:r>
          <a:endParaRPr lang="en-US" dirty="0"/>
        </a:p>
      </dgm:t>
    </dgm:pt>
    <dgm:pt modelId="{B7E8F15E-B723-4790-9AC2-4B2212817FA6}" type="parTrans" cxnId="{39076753-9DE7-4832-8428-C55B2A9B7EFC}">
      <dgm:prSet/>
      <dgm:spPr/>
      <dgm:t>
        <a:bodyPr/>
        <a:lstStyle/>
        <a:p>
          <a:endParaRPr lang="en-US"/>
        </a:p>
      </dgm:t>
    </dgm:pt>
    <dgm:pt modelId="{5D00540C-26CB-40F2-9799-88A0577CF176}" type="sibTrans" cxnId="{39076753-9DE7-4832-8428-C55B2A9B7EFC}">
      <dgm:prSet/>
      <dgm:spPr/>
      <dgm:t>
        <a:bodyPr/>
        <a:lstStyle/>
        <a:p>
          <a:endParaRPr lang="en-US"/>
        </a:p>
      </dgm:t>
    </dgm:pt>
    <dgm:pt modelId="{4C999E1A-90D0-470D-8A41-AD8F1C8A17F0}">
      <dgm:prSet/>
      <dgm:spPr/>
      <dgm:t>
        <a:bodyPr/>
        <a:lstStyle/>
        <a:p>
          <a:pPr>
            <a:lnSpc>
              <a:spcPct val="100000"/>
            </a:lnSpc>
          </a:pPr>
          <a:r>
            <a:rPr lang="en-IN" dirty="0"/>
            <a:t>EBS Snapshot(s) – storage of root volume and data</a:t>
          </a:r>
          <a:endParaRPr lang="en-US" dirty="0"/>
        </a:p>
      </dgm:t>
    </dgm:pt>
    <dgm:pt modelId="{05CA635B-3D22-49E5-B76E-0069A64FFDD6}" type="parTrans" cxnId="{6E6BD5E3-85D8-4621-8866-19592958F9BB}">
      <dgm:prSet/>
      <dgm:spPr/>
      <dgm:t>
        <a:bodyPr/>
        <a:lstStyle/>
        <a:p>
          <a:endParaRPr lang="en-US"/>
        </a:p>
      </dgm:t>
    </dgm:pt>
    <dgm:pt modelId="{6DFCBAB8-542A-41C8-B0D8-411770A55BFC}" type="sibTrans" cxnId="{6E6BD5E3-85D8-4621-8866-19592958F9BB}">
      <dgm:prSet/>
      <dgm:spPr/>
      <dgm:t>
        <a:bodyPr/>
        <a:lstStyle/>
        <a:p>
          <a:endParaRPr lang="en-US"/>
        </a:p>
      </dgm:t>
    </dgm:pt>
    <dgm:pt modelId="{B9028259-BD90-49A5-ADDC-1CD56BCA84BE}">
      <dgm:prSet/>
      <dgm:spPr/>
      <dgm:t>
        <a:bodyPr/>
        <a:lstStyle/>
        <a:p>
          <a:pPr>
            <a:lnSpc>
              <a:spcPct val="100000"/>
            </a:lnSpc>
          </a:pPr>
          <a:endParaRPr lang="en-US" dirty="0"/>
        </a:p>
      </dgm:t>
    </dgm:pt>
    <dgm:pt modelId="{E6E29D53-A1E9-4886-9215-101A9EF63FB8}" type="parTrans" cxnId="{D6EFE389-B61A-4B97-ACD4-5B1E17E58EDE}">
      <dgm:prSet/>
      <dgm:spPr/>
      <dgm:t>
        <a:bodyPr/>
        <a:lstStyle/>
        <a:p>
          <a:endParaRPr lang="en-US"/>
        </a:p>
      </dgm:t>
    </dgm:pt>
    <dgm:pt modelId="{252F9A22-7C9F-460F-9212-151F72EDA59A}" type="sibTrans" cxnId="{D6EFE389-B61A-4B97-ACD4-5B1E17E58EDE}">
      <dgm:prSet/>
      <dgm:spPr/>
      <dgm:t>
        <a:bodyPr/>
        <a:lstStyle/>
        <a:p>
          <a:endParaRPr lang="en-US"/>
        </a:p>
      </dgm:t>
    </dgm:pt>
    <dgm:pt modelId="{D2BF5B7F-EE70-458D-AF69-EBC8D6889066}" type="pres">
      <dgm:prSet presAssocID="{453511C3-D960-4D20-93AE-AB5ACF0BEE3D}" presName="root" presStyleCnt="0">
        <dgm:presLayoutVars>
          <dgm:dir/>
          <dgm:resizeHandles val="exact"/>
        </dgm:presLayoutVars>
      </dgm:prSet>
      <dgm:spPr/>
    </dgm:pt>
    <dgm:pt modelId="{799ADADE-1791-4992-8D8F-60158D6D4164}" type="pres">
      <dgm:prSet presAssocID="{97C32C5C-FC6A-4E7D-86BD-A97789C07E86}" presName="compNode" presStyleCnt="0"/>
      <dgm:spPr/>
    </dgm:pt>
    <dgm:pt modelId="{5DB023CE-F457-4E7A-A0BC-9F55B858F2B9}" type="pres">
      <dgm:prSet presAssocID="{97C32C5C-FC6A-4E7D-86BD-A97789C07E86}" presName="bgRect" presStyleLbl="bgShp" presStyleIdx="0" presStyleCnt="3"/>
      <dgm:spPr/>
    </dgm:pt>
    <dgm:pt modelId="{99FB31FB-19CC-4A51-AEA1-F191034A218E}" type="pres">
      <dgm:prSet presAssocID="{97C32C5C-FC6A-4E7D-86BD-A97789C07E8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58691FE9-01AF-4C57-8798-B072853902AF}" type="pres">
      <dgm:prSet presAssocID="{97C32C5C-FC6A-4E7D-86BD-A97789C07E86}" presName="spaceRect" presStyleCnt="0"/>
      <dgm:spPr/>
    </dgm:pt>
    <dgm:pt modelId="{460659C2-D87E-49BA-A0FA-49B8ACB6FDEB}" type="pres">
      <dgm:prSet presAssocID="{97C32C5C-FC6A-4E7D-86BD-A97789C07E86}" presName="parTx" presStyleLbl="revTx" presStyleIdx="0" presStyleCnt="4">
        <dgm:presLayoutVars>
          <dgm:chMax val="0"/>
          <dgm:chPref val="0"/>
        </dgm:presLayoutVars>
      </dgm:prSet>
      <dgm:spPr/>
    </dgm:pt>
    <dgm:pt modelId="{A2DF223F-3F31-4ECD-9097-793E3669799A}" type="pres">
      <dgm:prSet presAssocID="{D2E682BE-9C05-4D95-A279-697CF3C04C4A}" presName="sibTrans" presStyleCnt="0"/>
      <dgm:spPr/>
    </dgm:pt>
    <dgm:pt modelId="{928164AB-770E-45CE-B9C6-7C233C3634E4}" type="pres">
      <dgm:prSet presAssocID="{13C26968-D962-4D27-9262-8D5E67C36BBA}" presName="compNode" presStyleCnt="0"/>
      <dgm:spPr/>
    </dgm:pt>
    <dgm:pt modelId="{EECD4639-C63D-412E-B5C0-EF8AA5334530}" type="pres">
      <dgm:prSet presAssocID="{13C26968-D962-4D27-9262-8D5E67C36BBA}" presName="bgRect" presStyleLbl="bgShp" presStyleIdx="1" presStyleCnt="3"/>
      <dgm:spPr/>
    </dgm:pt>
    <dgm:pt modelId="{377681F2-7C1E-42D4-8B6E-9D3DD2414AF7}" type="pres">
      <dgm:prSet presAssocID="{13C26968-D962-4D27-9262-8D5E67C36BB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A013B50F-3543-4975-8821-DBD06241B1BF}" type="pres">
      <dgm:prSet presAssocID="{13C26968-D962-4D27-9262-8D5E67C36BBA}" presName="spaceRect" presStyleCnt="0"/>
      <dgm:spPr/>
    </dgm:pt>
    <dgm:pt modelId="{CFE0886E-48B2-413D-A10C-EB554CB84D3F}" type="pres">
      <dgm:prSet presAssocID="{13C26968-D962-4D27-9262-8D5E67C36BBA}" presName="parTx" presStyleLbl="revTx" presStyleIdx="1" presStyleCnt="4">
        <dgm:presLayoutVars>
          <dgm:chMax val="0"/>
          <dgm:chPref val="0"/>
        </dgm:presLayoutVars>
      </dgm:prSet>
      <dgm:spPr/>
    </dgm:pt>
    <dgm:pt modelId="{5E87EE4A-7D84-44E8-83AA-D1402F1AC126}" type="pres">
      <dgm:prSet presAssocID="{13C26968-D962-4D27-9262-8D5E67C36BBA}" presName="desTx" presStyleLbl="revTx" presStyleIdx="2" presStyleCnt="4">
        <dgm:presLayoutVars/>
      </dgm:prSet>
      <dgm:spPr/>
    </dgm:pt>
    <dgm:pt modelId="{48C10131-83F9-4859-8CAD-CCD649CC6C73}" type="pres">
      <dgm:prSet presAssocID="{5D00540C-26CB-40F2-9799-88A0577CF176}" presName="sibTrans" presStyleCnt="0"/>
      <dgm:spPr/>
    </dgm:pt>
    <dgm:pt modelId="{81FBC3EC-67AE-4BBE-AC8C-32614E97EF25}" type="pres">
      <dgm:prSet presAssocID="{4C999E1A-90D0-470D-8A41-AD8F1C8A17F0}" presName="compNode" presStyleCnt="0"/>
      <dgm:spPr/>
    </dgm:pt>
    <dgm:pt modelId="{EB02D805-027A-4E86-B896-E6E567306915}" type="pres">
      <dgm:prSet presAssocID="{4C999E1A-90D0-470D-8A41-AD8F1C8A17F0}" presName="bgRect" presStyleLbl="bgShp" presStyleIdx="2" presStyleCnt="3"/>
      <dgm:spPr/>
    </dgm:pt>
    <dgm:pt modelId="{A4474073-CDE8-4B6B-9400-F59E6702A021}" type="pres">
      <dgm:prSet presAssocID="{4C999E1A-90D0-470D-8A41-AD8F1C8A17F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ter"/>
        </a:ext>
      </dgm:extLst>
    </dgm:pt>
    <dgm:pt modelId="{A07D0823-DEE3-455B-8842-93FAEACFBB8F}" type="pres">
      <dgm:prSet presAssocID="{4C999E1A-90D0-470D-8A41-AD8F1C8A17F0}" presName="spaceRect" presStyleCnt="0"/>
      <dgm:spPr/>
    </dgm:pt>
    <dgm:pt modelId="{DED54440-3ABC-4666-BE72-BA6D322F15C0}" type="pres">
      <dgm:prSet presAssocID="{4C999E1A-90D0-470D-8A41-AD8F1C8A17F0}" presName="parTx" presStyleLbl="revTx" presStyleIdx="3" presStyleCnt="4">
        <dgm:presLayoutVars>
          <dgm:chMax val="0"/>
          <dgm:chPref val="0"/>
        </dgm:presLayoutVars>
      </dgm:prSet>
      <dgm:spPr/>
    </dgm:pt>
  </dgm:ptLst>
  <dgm:cxnLst>
    <dgm:cxn modelId="{7B265317-81E3-4419-8C2E-9833B2C03A44}" type="presOf" srcId="{97C32C5C-FC6A-4E7D-86BD-A97789C07E86}" destId="{460659C2-D87E-49BA-A0FA-49B8ACB6FDEB}" srcOrd="0" destOrd="0" presId="urn:microsoft.com/office/officeart/2018/2/layout/IconVerticalSolidList"/>
    <dgm:cxn modelId="{C961F829-616F-4E75-B23E-E4FE13F3397F}" type="presOf" srcId="{13C26968-D962-4D27-9262-8D5E67C36BBA}" destId="{CFE0886E-48B2-413D-A10C-EB554CB84D3F}" srcOrd="0" destOrd="0" presId="urn:microsoft.com/office/officeart/2018/2/layout/IconVerticalSolidList"/>
    <dgm:cxn modelId="{81C6B433-3DBF-4DD3-8191-59F238B08E12}" srcId="{453511C3-D960-4D20-93AE-AB5ACF0BEE3D}" destId="{97C32C5C-FC6A-4E7D-86BD-A97789C07E86}" srcOrd="0" destOrd="0" parTransId="{BC7FB9C7-57B2-4DDA-9FD2-2A11C7798A29}" sibTransId="{D2E682BE-9C05-4D95-A279-697CF3C04C4A}"/>
    <dgm:cxn modelId="{D82AA55D-331C-47DA-9A11-8E89C48E2EC2}" type="presOf" srcId="{B9028259-BD90-49A5-ADDC-1CD56BCA84BE}" destId="{5E87EE4A-7D84-44E8-83AA-D1402F1AC126}" srcOrd="0" destOrd="0" presId="urn:microsoft.com/office/officeart/2018/2/layout/IconVerticalSolidList"/>
    <dgm:cxn modelId="{39076753-9DE7-4832-8428-C55B2A9B7EFC}" srcId="{453511C3-D960-4D20-93AE-AB5ACF0BEE3D}" destId="{13C26968-D962-4D27-9262-8D5E67C36BBA}" srcOrd="1" destOrd="0" parTransId="{B7E8F15E-B723-4790-9AC2-4B2212817FA6}" sibTransId="{5D00540C-26CB-40F2-9799-88A0577CF176}"/>
    <dgm:cxn modelId="{CA21A357-0CED-4101-A343-106A2CEB575C}" type="presOf" srcId="{4C999E1A-90D0-470D-8A41-AD8F1C8A17F0}" destId="{DED54440-3ABC-4666-BE72-BA6D322F15C0}" srcOrd="0" destOrd="0" presId="urn:microsoft.com/office/officeart/2018/2/layout/IconVerticalSolidList"/>
    <dgm:cxn modelId="{D6EFE389-B61A-4B97-ACD4-5B1E17E58EDE}" srcId="{13C26968-D962-4D27-9262-8D5E67C36BBA}" destId="{B9028259-BD90-49A5-ADDC-1CD56BCA84BE}" srcOrd="0" destOrd="0" parTransId="{E6E29D53-A1E9-4886-9215-101A9EF63FB8}" sibTransId="{252F9A22-7C9F-460F-9212-151F72EDA59A}"/>
    <dgm:cxn modelId="{6E6BD5E3-85D8-4621-8866-19592958F9BB}" srcId="{453511C3-D960-4D20-93AE-AB5ACF0BEE3D}" destId="{4C999E1A-90D0-470D-8A41-AD8F1C8A17F0}" srcOrd="2" destOrd="0" parTransId="{05CA635B-3D22-49E5-B76E-0069A64FFDD6}" sibTransId="{6DFCBAB8-542A-41C8-B0D8-411770A55BFC}"/>
    <dgm:cxn modelId="{048169F1-10FF-420F-AEEB-4E4D72418FDF}" type="presOf" srcId="{453511C3-D960-4D20-93AE-AB5ACF0BEE3D}" destId="{D2BF5B7F-EE70-458D-AF69-EBC8D6889066}" srcOrd="0" destOrd="0" presId="urn:microsoft.com/office/officeart/2018/2/layout/IconVerticalSolidList"/>
    <dgm:cxn modelId="{824AD039-18EF-4254-9035-57736E0A66FA}" type="presParOf" srcId="{D2BF5B7F-EE70-458D-AF69-EBC8D6889066}" destId="{799ADADE-1791-4992-8D8F-60158D6D4164}" srcOrd="0" destOrd="0" presId="urn:microsoft.com/office/officeart/2018/2/layout/IconVerticalSolidList"/>
    <dgm:cxn modelId="{083119EB-F2CB-4857-8ABB-9FF819E65899}" type="presParOf" srcId="{799ADADE-1791-4992-8D8F-60158D6D4164}" destId="{5DB023CE-F457-4E7A-A0BC-9F55B858F2B9}" srcOrd="0" destOrd="0" presId="urn:microsoft.com/office/officeart/2018/2/layout/IconVerticalSolidList"/>
    <dgm:cxn modelId="{439B6EC6-C418-4CB9-AC97-679E76F99004}" type="presParOf" srcId="{799ADADE-1791-4992-8D8F-60158D6D4164}" destId="{99FB31FB-19CC-4A51-AEA1-F191034A218E}" srcOrd="1" destOrd="0" presId="urn:microsoft.com/office/officeart/2018/2/layout/IconVerticalSolidList"/>
    <dgm:cxn modelId="{33E703D2-CA10-499C-9E69-F9ADE002A46A}" type="presParOf" srcId="{799ADADE-1791-4992-8D8F-60158D6D4164}" destId="{58691FE9-01AF-4C57-8798-B072853902AF}" srcOrd="2" destOrd="0" presId="urn:microsoft.com/office/officeart/2018/2/layout/IconVerticalSolidList"/>
    <dgm:cxn modelId="{C422E7C2-3902-4843-8CD8-C34D4E5787C9}" type="presParOf" srcId="{799ADADE-1791-4992-8D8F-60158D6D4164}" destId="{460659C2-D87E-49BA-A0FA-49B8ACB6FDEB}" srcOrd="3" destOrd="0" presId="urn:microsoft.com/office/officeart/2018/2/layout/IconVerticalSolidList"/>
    <dgm:cxn modelId="{EB841A63-E9C1-4D33-9AAB-E01E76653686}" type="presParOf" srcId="{D2BF5B7F-EE70-458D-AF69-EBC8D6889066}" destId="{A2DF223F-3F31-4ECD-9097-793E3669799A}" srcOrd="1" destOrd="0" presId="urn:microsoft.com/office/officeart/2018/2/layout/IconVerticalSolidList"/>
    <dgm:cxn modelId="{5DA127E0-7391-4D01-B66B-B7D5E3218705}" type="presParOf" srcId="{D2BF5B7F-EE70-458D-AF69-EBC8D6889066}" destId="{928164AB-770E-45CE-B9C6-7C233C3634E4}" srcOrd="2" destOrd="0" presId="urn:microsoft.com/office/officeart/2018/2/layout/IconVerticalSolidList"/>
    <dgm:cxn modelId="{D74A339F-A9CE-4E3E-846F-F3BD04EC0F19}" type="presParOf" srcId="{928164AB-770E-45CE-B9C6-7C233C3634E4}" destId="{EECD4639-C63D-412E-B5C0-EF8AA5334530}" srcOrd="0" destOrd="0" presId="urn:microsoft.com/office/officeart/2018/2/layout/IconVerticalSolidList"/>
    <dgm:cxn modelId="{5063F5CE-D35D-4747-88CA-EA84A3F2E80E}" type="presParOf" srcId="{928164AB-770E-45CE-B9C6-7C233C3634E4}" destId="{377681F2-7C1E-42D4-8B6E-9D3DD2414AF7}" srcOrd="1" destOrd="0" presId="urn:microsoft.com/office/officeart/2018/2/layout/IconVerticalSolidList"/>
    <dgm:cxn modelId="{CD3A9733-4CE7-4E7B-8874-A3034A531938}" type="presParOf" srcId="{928164AB-770E-45CE-B9C6-7C233C3634E4}" destId="{A013B50F-3543-4975-8821-DBD06241B1BF}" srcOrd="2" destOrd="0" presId="urn:microsoft.com/office/officeart/2018/2/layout/IconVerticalSolidList"/>
    <dgm:cxn modelId="{42C01A5C-77DD-4086-BE4F-BF384B6BB5F3}" type="presParOf" srcId="{928164AB-770E-45CE-B9C6-7C233C3634E4}" destId="{CFE0886E-48B2-413D-A10C-EB554CB84D3F}" srcOrd="3" destOrd="0" presId="urn:microsoft.com/office/officeart/2018/2/layout/IconVerticalSolidList"/>
    <dgm:cxn modelId="{2BC9A42D-70B5-4DF4-8151-D558009FC7D8}" type="presParOf" srcId="{928164AB-770E-45CE-B9C6-7C233C3634E4}" destId="{5E87EE4A-7D84-44E8-83AA-D1402F1AC126}" srcOrd="4" destOrd="0" presId="urn:microsoft.com/office/officeart/2018/2/layout/IconVerticalSolidList"/>
    <dgm:cxn modelId="{9E48DFED-BE56-481A-8A8C-D6D131140DFF}" type="presParOf" srcId="{D2BF5B7F-EE70-458D-AF69-EBC8D6889066}" destId="{48C10131-83F9-4859-8CAD-CCD649CC6C73}" srcOrd="3" destOrd="0" presId="urn:microsoft.com/office/officeart/2018/2/layout/IconVerticalSolidList"/>
    <dgm:cxn modelId="{8B7CAF43-7CB2-4812-8698-151FC125259B}" type="presParOf" srcId="{D2BF5B7F-EE70-458D-AF69-EBC8D6889066}" destId="{81FBC3EC-67AE-4BBE-AC8C-32614E97EF25}" srcOrd="4" destOrd="0" presId="urn:microsoft.com/office/officeart/2018/2/layout/IconVerticalSolidList"/>
    <dgm:cxn modelId="{54BFB56E-2FE9-435B-A61A-5CE51EABC837}" type="presParOf" srcId="{81FBC3EC-67AE-4BBE-AC8C-32614E97EF25}" destId="{EB02D805-027A-4E86-B896-E6E567306915}" srcOrd="0" destOrd="0" presId="urn:microsoft.com/office/officeart/2018/2/layout/IconVerticalSolidList"/>
    <dgm:cxn modelId="{28C436D9-167B-4A5E-8CC0-0D88817C06E6}" type="presParOf" srcId="{81FBC3EC-67AE-4BBE-AC8C-32614E97EF25}" destId="{A4474073-CDE8-4B6B-9400-F59E6702A021}" srcOrd="1" destOrd="0" presId="urn:microsoft.com/office/officeart/2018/2/layout/IconVerticalSolidList"/>
    <dgm:cxn modelId="{1E0F9A7D-D3DF-40CD-AADF-56E17DD53BAD}" type="presParOf" srcId="{81FBC3EC-67AE-4BBE-AC8C-32614E97EF25}" destId="{A07D0823-DEE3-455B-8842-93FAEACFBB8F}" srcOrd="2" destOrd="0" presId="urn:microsoft.com/office/officeart/2018/2/layout/IconVerticalSolidList"/>
    <dgm:cxn modelId="{CFBC8681-8213-4121-8EFB-33BE72275DBD}" type="presParOf" srcId="{81FBC3EC-67AE-4BBE-AC8C-32614E97EF25}" destId="{DED54440-3ABC-4666-BE72-BA6D322F15C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F817333-2649-4EA4-9AA0-F758B5D34D9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7B7265E-BAD2-4079-8494-7F86B22C6B8B}">
      <dgm:prSet/>
      <dgm:spPr/>
      <dgm:t>
        <a:bodyPr/>
        <a:lstStyle/>
        <a:p>
          <a:r>
            <a:rPr lang="en-US"/>
            <a:t>Create AMIs. </a:t>
          </a:r>
        </a:p>
      </dgm:t>
    </dgm:pt>
    <dgm:pt modelId="{F162BB6E-9EE5-4F99-98F7-5B87AAFB9910}" type="parTrans" cxnId="{28F852FC-1F6C-47DB-83BF-1D25053B49AB}">
      <dgm:prSet/>
      <dgm:spPr/>
      <dgm:t>
        <a:bodyPr/>
        <a:lstStyle/>
        <a:p>
          <a:endParaRPr lang="en-US"/>
        </a:p>
      </dgm:t>
    </dgm:pt>
    <dgm:pt modelId="{84448E84-96A5-48DC-B5CA-42FA82302FDA}" type="sibTrans" cxnId="{28F852FC-1F6C-47DB-83BF-1D25053B49AB}">
      <dgm:prSet/>
      <dgm:spPr/>
      <dgm:t>
        <a:bodyPr/>
        <a:lstStyle/>
        <a:p>
          <a:endParaRPr lang="en-US"/>
        </a:p>
      </dgm:t>
    </dgm:pt>
    <dgm:pt modelId="{34B4FEFD-0B46-4780-8C86-AD3C8785368E}">
      <dgm:prSet/>
      <dgm:spPr/>
      <dgm:t>
        <a:bodyPr/>
        <a:lstStyle/>
        <a:p>
          <a:r>
            <a:rPr lang="en-US"/>
            <a:t>Copy AMIs. </a:t>
          </a:r>
        </a:p>
      </dgm:t>
    </dgm:pt>
    <dgm:pt modelId="{2AA13578-94C0-48F3-9B13-B8347646F09D}" type="parTrans" cxnId="{524B9DC5-3B9D-48E6-8955-72880C204D04}">
      <dgm:prSet/>
      <dgm:spPr/>
      <dgm:t>
        <a:bodyPr/>
        <a:lstStyle/>
        <a:p>
          <a:endParaRPr lang="en-US"/>
        </a:p>
      </dgm:t>
    </dgm:pt>
    <dgm:pt modelId="{904435EA-23CC-4D22-A8ED-3D6626E96EBA}" type="sibTrans" cxnId="{524B9DC5-3B9D-48E6-8955-72880C204D04}">
      <dgm:prSet/>
      <dgm:spPr/>
      <dgm:t>
        <a:bodyPr/>
        <a:lstStyle/>
        <a:p>
          <a:endParaRPr lang="en-US"/>
        </a:p>
      </dgm:t>
    </dgm:pt>
    <dgm:pt modelId="{39F2B29F-F5E2-48BF-90D1-54CB17244D8C}">
      <dgm:prSet/>
      <dgm:spPr/>
      <dgm:t>
        <a:bodyPr/>
        <a:lstStyle/>
        <a:p>
          <a:r>
            <a:rPr lang="en-US"/>
            <a:t>Deprecate AMIs. </a:t>
          </a:r>
        </a:p>
      </dgm:t>
    </dgm:pt>
    <dgm:pt modelId="{F97597D3-1B8A-493C-B138-76A258AF1EFF}" type="parTrans" cxnId="{B52A60EF-2D8E-49A5-9BC0-AA27684D97E0}">
      <dgm:prSet/>
      <dgm:spPr/>
      <dgm:t>
        <a:bodyPr/>
        <a:lstStyle/>
        <a:p>
          <a:endParaRPr lang="en-US"/>
        </a:p>
      </dgm:t>
    </dgm:pt>
    <dgm:pt modelId="{25DF6328-8F1E-4658-83F4-DF16641EA5C9}" type="sibTrans" cxnId="{B52A60EF-2D8E-49A5-9BC0-AA27684D97E0}">
      <dgm:prSet/>
      <dgm:spPr/>
      <dgm:t>
        <a:bodyPr/>
        <a:lstStyle/>
        <a:p>
          <a:endParaRPr lang="en-US"/>
        </a:p>
      </dgm:t>
    </dgm:pt>
    <dgm:pt modelId="{523E4D8B-D54B-4643-948E-84E57C149311}">
      <dgm:prSet/>
      <dgm:spPr/>
      <dgm:t>
        <a:bodyPr/>
        <a:lstStyle/>
        <a:p>
          <a:r>
            <a:rPr lang="en-US"/>
            <a:t>Disable AMIs. </a:t>
          </a:r>
        </a:p>
      </dgm:t>
    </dgm:pt>
    <dgm:pt modelId="{9979423D-DE9D-42EC-917C-729B27C87220}" type="parTrans" cxnId="{D070E666-FCB3-4A94-8218-161A3535A9E5}">
      <dgm:prSet/>
      <dgm:spPr/>
      <dgm:t>
        <a:bodyPr/>
        <a:lstStyle/>
        <a:p>
          <a:endParaRPr lang="en-US"/>
        </a:p>
      </dgm:t>
    </dgm:pt>
    <dgm:pt modelId="{18FC1713-1F57-4499-BBBD-63D4AD8447D9}" type="sibTrans" cxnId="{D070E666-FCB3-4A94-8218-161A3535A9E5}">
      <dgm:prSet/>
      <dgm:spPr/>
      <dgm:t>
        <a:bodyPr/>
        <a:lstStyle/>
        <a:p>
          <a:endParaRPr lang="en-US"/>
        </a:p>
      </dgm:t>
    </dgm:pt>
    <dgm:pt modelId="{91B6C196-A90E-408C-9A66-EE7C6096E368}">
      <dgm:prSet/>
      <dgm:spPr/>
      <dgm:t>
        <a:bodyPr/>
        <a:lstStyle/>
        <a:p>
          <a:r>
            <a:rPr lang="en-US"/>
            <a:t>Deregister (delete) AMIs. </a:t>
          </a:r>
        </a:p>
      </dgm:t>
    </dgm:pt>
    <dgm:pt modelId="{03C69866-2573-464D-A21C-AE39DB225FAB}" type="parTrans" cxnId="{EBC85FD5-DC82-4A47-BFA4-FCA208E11341}">
      <dgm:prSet/>
      <dgm:spPr/>
      <dgm:t>
        <a:bodyPr/>
        <a:lstStyle/>
        <a:p>
          <a:endParaRPr lang="en-US"/>
        </a:p>
      </dgm:t>
    </dgm:pt>
    <dgm:pt modelId="{615B1B31-A113-4CBC-AF4A-B9EDB4080C68}" type="sibTrans" cxnId="{EBC85FD5-DC82-4A47-BFA4-FCA208E11341}">
      <dgm:prSet/>
      <dgm:spPr/>
      <dgm:t>
        <a:bodyPr/>
        <a:lstStyle/>
        <a:p>
          <a:endParaRPr lang="en-US"/>
        </a:p>
      </dgm:t>
    </dgm:pt>
    <dgm:pt modelId="{FF0570BD-5A3F-418B-9200-B9F4B781BC36}">
      <dgm:prSet/>
      <dgm:spPr/>
      <dgm:t>
        <a:bodyPr/>
        <a:lstStyle/>
        <a:p>
          <a:r>
            <a:rPr lang="en-US"/>
            <a:t>Automate the AMI lifecycle. </a:t>
          </a:r>
        </a:p>
      </dgm:t>
    </dgm:pt>
    <dgm:pt modelId="{BC553E5A-5D38-4EE2-8512-6AEECA5AB4C9}" type="parTrans" cxnId="{C51C2FC2-1E1E-43C6-A5DD-4DAECA0C3A7E}">
      <dgm:prSet/>
      <dgm:spPr/>
      <dgm:t>
        <a:bodyPr/>
        <a:lstStyle/>
        <a:p>
          <a:endParaRPr lang="en-US"/>
        </a:p>
      </dgm:t>
    </dgm:pt>
    <dgm:pt modelId="{09378972-1D28-4F47-9AB0-3D0E78CB7F1C}" type="sibTrans" cxnId="{C51C2FC2-1E1E-43C6-A5DD-4DAECA0C3A7E}">
      <dgm:prSet/>
      <dgm:spPr/>
      <dgm:t>
        <a:bodyPr/>
        <a:lstStyle/>
        <a:p>
          <a:endParaRPr lang="en-US"/>
        </a:p>
      </dgm:t>
    </dgm:pt>
    <dgm:pt modelId="{9C62836F-70B0-4467-A93F-9BB1C3061640}" type="pres">
      <dgm:prSet presAssocID="{7F817333-2649-4EA4-9AA0-F758B5D34D9E}" presName="root" presStyleCnt="0">
        <dgm:presLayoutVars>
          <dgm:dir/>
          <dgm:resizeHandles val="exact"/>
        </dgm:presLayoutVars>
      </dgm:prSet>
      <dgm:spPr/>
    </dgm:pt>
    <dgm:pt modelId="{D990E966-77FA-431D-9715-0F6DE505517E}" type="pres">
      <dgm:prSet presAssocID="{B7B7265E-BAD2-4079-8494-7F86B22C6B8B}" presName="compNode" presStyleCnt="0"/>
      <dgm:spPr/>
    </dgm:pt>
    <dgm:pt modelId="{0162682F-5E44-41C9-814D-77B0E65C92CC}" type="pres">
      <dgm:prSet presAssocID="{B7B7265E-BAD2-4079-8494-7F86B22C6B8B}"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dd"/>
        </a:ext>
      </dgm:extLst>
    </dgm:pt>
    <dgm:pt modelId="{AEC8EA51-4C84-41BB-B46F-ED23B1CD5E9A}" type="pres">
      <dgm:prSet presAssocID="{B7B7265E-BAD2-4079-8494-7F86B22C6B8B}" presName="spaceRect" presStyleCnt="0"/>
      <dgm:spPr/>
    </dgm:pt>
    <dgm:pt modelId="{52B2F0DF-A033-495A-95A7-21E6872213A6}" type="pres">
      <dgm:prSet presAssocID="{B7B7265E-BAD2-4079-8494-7F86B22C6B8B}" presName="textRect" presStyleLbl="revTx" presStyleIdx="0" presStyleCnt="6">
        <dgm:presLayoutVars>
          <dgm:chMax val="1"/>
          <dgm:chPref val="1"/>
        </dgm:presLayoutVars>
      </dgm:prSet>
      <dgm:spPr/>
    </dgm:pt>
    <dgm:pt modelId="{EF571223-C24D-4329-BD58-C837143EF9DF}" type="pres">
      <dgm:prSet presAssocID="{84448E84-96A5-48DC-B5CA-42FA82302FDA}" presName="sibTrans" presStyleCnt="0"/>
      <dgm:spPr/>
    </dgm:pt>
    <dgm:pt modelId="{1E755D5E-DD7E-4B23-9D49-7EE1C9B198A0}" type="pres">
      <dgm:prSet presAssocID="{34B4FEFD-0B46-4780-8C86-AD3C8785368E}" presName="compNode" presStyleCnt="0"/>
      <dgm:spPr/>
    </dgm:pt>
    <dgm:pt modelId="{57BFFDBD-5DD2-4A55-8AD2-C7D0453673A9}" type="pres">
      <dgm:prSet presAssocID="{34B4FEFD-0B46-4780-8C86-AD3C8785368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mages"/>
        </a:ext>
      </dgm:extLst>
    </dgm:pt>
    <dgm:pt modelId="{BBF4B52E-A284-4166-B322-9D05C3012E58}" type="pres">
      <dgm:prSet presAssocID="{34B4FEFD-0B46-4780-8C86-AD3C8785368E}" presName="spaceRect" presStyleCnt="0"/>
      <dgm:spPr/>
    </dgm:pt>
    <dgm:pt modelId="{93ADB0FE-96E3-4E06-8793-92E5520BE2CC}" type="pres">
      <dgm:prSet presAssocID="{34B4FEFD-0B46-4780-8C86-AD3C8785368E}" presName="textRect" presStyleLbl="revTx" presStyleIdx="1" presStyleCnt="6">
        <dgm:presLayoutVars>
          <dgm:chMax val="1"/>
          <dgm:chPref val="1"/>
        </dgm:presLayoutVars>
      </dgm:prSet>
      <dgm:spPr/>
    </dgm:pt>
    <dgm:pt modelId="{6FB020AD-1D5E-4DF1-BFC2-77A4CAD1D8A0}" type="pres">
      <dgm:prSet presAssocID="{904435EA-23CC-4D22-A8ED-3D6626E96EBA}" presName="sibTrans" presStyleCnt="0"/>
      <dgm:spPr/>
    </dgm:pt>
    <dgm:pt modelId="{633DCAF1-8C51-4771-8E5B-3078929ADC06}" type="pres">
      <dgm:prSet presAssocID="{39F2B29F-F5E2-48BF-90D1-54CB17244D8C}" presName="compNode" presStyleCnt="0"/>
      <dgm:spPr/>
    </dgm:pt>
    <dgm:pt modelId="{EDBA7D9B-6096-400D-A6F7-1915EA19AD06}" type="pres">
      <dgm:prSet presAssocID="{39F2B29F-F5E2-48BF-90D1-54CB17244D8C}"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arge paint brush"/>
        </a:ext>
      </dgm:extLst>
    </dgm:pt>
    <dgm:pt modelId="{C52ADAE8-7D56-47DA-81EC-3BF7730EA593}" type="pres">
      <dgm:prSet presAssocID="{39F2B29F-F5E2-48BF-90D1-54CB17244D8C}" presName="spaceRect" presStyleCnt="0"/>
      <dgm:spPr/>
    </dgm:pt>
    <dgm:pt modelId="{9597B50A-62D4-43C1-946F-A50418D3375E}" type="pres">
      <dgm:prSet presAssocID="{39F2B29F-F5E2-48BF-90D1-54CB17244D8C}" presName="textRect" presStyleLbl="revTx" presStyleIdx="2" presStyleCnt="6">
        <dgm:presLayoutVars>
          <dgm:chMax val="1"/>
          <dgm:chPref val="1"/>
        </dgm:presLayoutVars>
      </dgm:prSet>
      <dgm:spPr/>
    </dgm:pt>
    <dgm:pt modelId="{93E676EE-93B6-4501-A961-97D3D5F0D3F7}" type="pres">
      <dgm:prSet presAssocID="{25DF6328-8F1E-4658-83F4-DF16641EA5C9}" presName="sibTrans" presStyleCnt="0"/>
      <dgm:spPr/>
    </dgm:pt>
    <dgm:pt modelId="{D1CCD023-8D91-4255-B695-AC4EE099555A}" type="pres">
      <dgm:prSet presAssocID="{523E4D8B-D54B-4643-948E-84E57C149311}" presName="compNode" presStyleCnt="0"/>
      <dgm:spPr/>
    </dgm:pt>
    <dgm:pt modelId="{CF3F2746-CCAB-4ED6-A42F-69B68F1DC0D3}" type="pres">
      <dgm:prSet presAssocID="{523E4D8B-D54B-4643-948E-84E57C149311}"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orbidden"/>
        </a:ext>
      </dgm:extLst>
    </dgm:pt>
    <dgm:pt modelId="{12F513F3-3E34-4BD2-814D-2E31D720E210}" type="pres">
      <dgm:prSet presAssocID="{523E4D8B-D54B-4643-948E-84E57C149311}" presName="spaceRect" presStyleCnt="0"/>
      <dgm:spPr/>
    </dgm:pt>
    <dgm:pt modelId="{2FA14543-5C71-4A79-97F9-52AFA453444D}" type="pres">
      <dgm:prSet presAssocID="{523E4D8B-D54B-4643-948E-84E57C149311}" presName="textRect" presStyleLbl="revTx" presStyleIdx="3" presStyleCnt="6">
        <dgm:presLayoutVars>
          <dgm:chMax val="1"/>
          <dgm:chPref val="1"/>
        </dgm:presLayoutVars>
      </dgm:prSet>
      <dgm:spPr/>
    </dgm:pt>
    <dgm:pt modelId="{2D175B93-FD4B-49ED-931E-512AAF6970A1}" type="pres">
      <dgm:prSet presAssocID="{18FC1713-1F57-4499-BBBD-63D4AD8447D9}" presName="sibTrans" presStyleCnt="0"/>
      <dgm:spPr/>
    </dgm:pt>
    <dgm:pt modelId="{3603EDC3-0770-43D0-8B05-4737F06E49E1}" type="pres">
      <dgm:prSet presAssocID="{91B6C196-A90E-408C-9A66-EE7C6096E368}" presName="compNode" presStyleCnt="0"/>
      <dgm:spPr/>
    </dgm:pt>
    <dgm:pt modelId="{F153C707-C603-48D2-ADD4-77596A5A5C32}" type="pres">
      <dgm:prSet presAssocID="{91B6C196-A90E-408C-9A66-EE7C6096E368}"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arbage"/>
        </a:ext>
      </dgm:extLst>
    </dgm:pt>
    <dgm:pt modelId="{76516CA0-E38F-4E3A-B237-210234C4B171}" type="pres">
      <dgm:prSet presAssocID="{91B6C196-A90E-408C-9A66-EE7C6096E368}" presName="spaceRect" presStyleCnt="0"/>
      <dgm:spPr/>
    </dgm:pt>
    <dgm:pt modelId="{55AB3927-E03D-4347-A165-04B83A8A5580}" type="pres">
      <dgm:prSet presAssocID="{91B6C196-A90E-408C-9A66-EE7C6096E368}" presName="textRect" presStyleLbl="revTx" presStyleIdx="4" presStyleCnt="6">
        <dgm:presLayoutVars>
          <dgm:chMax val="1"/>
          <dgm:chPref val="1"/>
        </dgm:presLayoutVars>
      </dgm:prSet>
      <dgm:spPr/>
    </dgm:pt>
    <dgm:pt modelId="{E744DDE8-1AD2-4A95-9267-205E5A920A17}" type="pres">
      <dgm:prSet presAssocID="{615B1B31-A113-4CBC-AF4A-B9EDB4080C68}" presName="sibTrans" presStyleCnt="0"/>
      <dgm:spPr/>
    </dgm:pt>
    <dgm:pt modelId="{AC2E2C1F-E50C-4A67-B5D1-ED24FD72ED70}" type="pres">
      <dgm:prSet presAssocID="{FF0570BD-5A3F-418B-9200-B9F4B781BC36}" presName="compNode" presStyleCnt="0"/>
      <dgm:spPr/>
    </dgm:pt>
    <dgm:pt modelId="{92F393D5-22B0-4CEE-A098-1DE1B526525F}" type="pres">
      <dgm:prSet presAssocID="{FF0570BD-5A3F-418B-9200-B9F4B781BC36}"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Arrow Circle"/>
        </a:ext>
      </dgm:extLst>
    </dgm:pt>
    <dgm:pt modelId="{B9EC8448-C4FC-4C07-B50C-9B1B3D91EE1E}" type="pres">
      <dgm:prSet presAssocID="{FF0570BD-5A3F-418B-9200-B9F4B781BC36}" presName="spaceRect" presStyleCnt="0"/>
      <dgm:spPr/>
    </dgm:pt>
    <dgm:pt modelId="{633F6F39-58BB-480C-AA3A-876BF448925E}" type="pres">
      <dgm:prSet presAssocID="{FF0570BD-5A3F-418B-9200-B9F4B781BC36}" presName="textRect" presStyleLbl="revTx" presStyleIdx="5" presStyleCnt="6">
        <dgm:presLayoutVars>
          <dgm:chMax val="1"/>
          <dgm:chPref val="1"/>
        </dgm:presLayoutVars>
      </dgm:prSet>
      <dgm:spPr/>
    </dgm:pt>
  </dgm:ptLst>
  <dgm:cxnLst>
    <dgm:cxn modelId="{E186BC25-F1FD-4C64-A07C-66438736AA9A}" type="presOf" srcId="{B7B7265E-BAD2-4079-8494-7F86B22C6B8B}" destId="{52B2F0DF-A033-495A-95A7-21E6872213A6}" srcOrd="0" destOrd="0" presId="urn:microsoft.com/office/officeart/2018/2/layout/IconLabelList"/>
    <dgm:cxn modelId="{756F973D-3C23-42EA-A33E-A98721F3F18E}" type="presOf" srcId="{34B4FEFD-0B46-4780-8C86-AD3C8785368E}" destId="{93ADB0FE-96E3-4E06-8793-92E5520BE2CC}" srcOrd="0" destOrd="0" presId="urn:microsoft.com/office/officeart/2018/2/layout/IconLabelList"/>
    <dgm:cxn modelId="{D070E666-FCB3-4A94-8218-161A3535A9E5}" srcId="{7F817333-2649-4EA4-9AA0-F758B5D34D9E}" destId="{523E4D8B-D54B-4643-948E-84E57C149311}" srcOrd="3" destOrd="0" parTransId="{9979423D-DE9D-42EC-917C-729B27C87220}" sibTransId="{18FC1713-1F57-4499-BBBD-63D4AD8447D9}"/>
    <dgm:cxn modelId="{A2298874-456B-4C04-9B76-BF77B2A78FD6}" type="presOf" srcId="{FF0570BD-5A3F-418B-9200-B9F4B781BC36}" destId="{633F6F39-58BB-480C-AA3A-876BF448925E}" srcOrd="0" destOrd="0" presId="urn:microsoft.com/office/officeart/2018/2/layout/IconLabelList"/>
    <dgm:cxn modelId="{EEA4FEA1-B11D-405E-9A19-69263F2E69D4}" type="presOf" srcId="{91B6C196-A90E-408C-9A66-EE7C6096E368}" destId="{55AB3927-E03D-4347-A165-04B83A8A5580}" srcOrd="0" destOrd="0" presId="urn:microsoft.com/office/officeart/2018/2/layout/IconLabelList"/>
    <dgm:cxn modelId="{9951ADA6-5C21-4060-BD52-DB88EEF1E2A7}" type="presOf" srcId="{39F2B29F-F5E2-48BF-90D1-54CB17244D8C}" destId="{9597B50A-62D4-43C1-946F-A50418D3375E}" srcOrd="0" destOrd="0" presId="urn:microsoft.com/office/officeart/2018/2/layout/IconLabelList"/>
    <dgm:cxn modelId="{80BB2CAF-EACE-40D4-BC4D-759427F1A151}" type="presOf" srcId="{523E4D8B-D54B-4643-948E-84E57C149311}" destId="{2FA14543-5C71-4A79-97F9-52AFA453444D}" srcOrd="0" destOrd="0" presId="urn:microsoft.com/office/officeart/2018/2/layout/IconLabelList"/>
    <dgm:cxn modelId="{C51C2FC2-1E1E-43C6-A5DD-4DAECA0C3A7E}" srcId="{7F817333-2649-4EA4-9AA0-F758B5D34D9E}" destId="{FF0570BD-5A3F-418B-9200-B9F4B781BC36}" srcOrd="5" destOrd="0" parTransId="{BC553E5A-5D38-4EE2-8512-6AEECA5AB4C9}" sibTransId="{09378972-1D28-4F47-9AB0-3D0E78CB7F1C}"/>
    <dgm:cxn modelId="{524B9DC5-3B9D-48E6-8955-72880C204D04}" srcId="{7F817333-2649-4EA4-9AA0-F758B5D34D9E}" destId="{34B4FEFD-0B46-4780-8C86-AD3C8785368E}" srcOrd="1" destOrd="0" parTransId="{2AA13578-94C0-48F3-9B13-B8347646F09D}" sibTransId="{904435EA-23CC-4D22-A8ED-3D6626E96EBA}"/>
    <dgm:cxn modelId="{EBC85FD5-DC82-4A47-BFA4-FCA208E11341}" srcId="{7F817333-2649-4EA4-9AA0-F758B5D34D9E}" destId="{91B6C196-A90E-408C-9A66-EE7C6096E368}" srcOrd="4" destOrd="0" parTransId="{03C69866-2573-464D-A21C-AE39DB225FAB}" sibTransId="{615B1B31-A113-4CBC-AF4A-B9EDB4080C68}"/>
    <dgm:cxn modelId="{B52A60EF-2D8E-49A5-9BC0-AA27684D97E0}" srcId="{7F817333-2649-4EA4-9AA0-F758B5D34D9E}" destId="{39F2B29F-F5E2-48BF-90D1-54CB17244D8C}" srcOrd="2" destOrd="0" parTransId="{F97597D3-1B8A-493C-B138-76A258AF1EFF}" sibTransId="{25DF6328-8F1E-4658-83F4-DF16641EA5C9}"/>
    <dgm:cxn modelId="{DB4A59F0-EB63-4A01-87BD-2D7468988774}" type="presOf" srcId="{7F817333-2649-4EA4-9AA0-F758B5D34D9E}" destId="{9C62836F-70B0-4467-A93F-9BB1C3061640}" srcOrd="0" destOrd="0" presId="urn:microsoft.com/office/officeart/2018/2/layout/IconLabelList"/>
    <dgm:cxn modelId="{28F852FC-1F6C-47DB-83BF-1D25053B49AB}" srcId="{7F817333-2649-4EA4-9AA0-F758B5D34D9E}" destId="{B7B7265E-BAD2-4079-8494-7F86B22C6B8B}" srcOrd="0" destOrd="0" parTransId="{F162BB6E-9EE5-4F99-98F7-5B87AAFB9910}" sibTransId="{84448E84-96A5-48DC-B5CA-42FA82302FDA}"/>
    <dgm:cxn modelId="{59E4433F-0DF0-4D78-90CD-6ACFA1497317}" type="presParOf" srcId="{9C62836F-70B0-4467-A93F-9BB1C3061640}" destId="{D990E966-77FA-431D-9715-0F6DE505517E}" srcOrd="0" destOrd="0" presId="urn:microsoft.com/office/officeart/2018/2/layout/IconLabelList"/>
    <dgm:cxn modelId="{BA6A9D0C-AF2F-4E39-BC5C-5AFDC1C4CB95}" type="presParOf" srcId="{D990E966-77FA-431D-9715-0F6DE505517E}" destId="{0162682F-5E44-41C9-814D-77B0E65C92CC}" srcOrd="0" destOrd="0" presId="urn:microsoft.com/office/officeart/2018/2/layout/IconLabelList"/>
    <dgm:cxn modelId="{80101E90-34FD-4C24-BA73-1C18E3173390}" type="presParOf" srcId="{D990E966-77FA-431D-9715-0F6DE505517E}" destId="{AEC8EA51-4C84-41BB-B46F-ED23B1CD5E9A}" srcOrd="1" destOrd="0" presId="urn:microsoft.com/office/officeart/2018/2/layout/IconLabelList"/>
    <dgm:cxn modelId="{3A133CF9-A7CE-40E8-9268-B55C8EF9401C}" type="presParOf" srcId="{D990E966-77FA-431D-9715-0F6DE505517E}" destId="{52B2F0DF-A033-495A-95A7-21E6872213A6}" srcOrd="2" destOrd="0" presId="urn:microsoft.com/office/officeart/2018/2/layout/IconLabelList"/>
    <dgm:cxn modelId="{CE85169D-DD2A-4900-837F-A101D52D0013}" type="presParOf" srcId="{9C62836F-70B0-4467-A93F-9BB1C3061640}" destId="{EF571223-C24D-4329-BD58-C837143EF9DF}" srcOrd="1" destOrd="0" presId="urn:microsoft.com/office/officeart/2018/2/layout/IconLabelList"/>
    <dgm:cxn modelId="{C7418F5F-74BE-496E-9FB4-14F03364F3E2}" type="presParOf" srcId="{9C62836F-70B0-4467-A93F-9BB1C3061640}" destId="{1E755D5E-DD7E-4B23-9D49-7EE1C9B198A0}" srcOrd="2" destOrd="0" presId="urn:microsoft.com/office/officeart/2018/2/layout/IconLabelList"/>
    <dgm:cxn modelId="{C3CB86D9-1119-4854-8796-43535262C8EF}" type="presParOf" srcId="{1E755D5E-DD7E-4B23-9D49-7EE1C9B198A0}" destId="{57BFFDBD-5DD2-4A55-8AD2-C7D0453673A9}" srcOrd="0" destOrd="0" presId="urn:microsoft.com/office/officeart/2018/2/layout/IconLabelList"/>
    <dgm:cxn modelId="{37EFFFB4-766A-4366-ACE1-8951E883A966}" type="presParOf" srcId="{1E755D5E-DD7E-4B23-9D49-7EE1C9B198A0}" destId="{BBF4B52E-A284-4166-B322-9D05C3012E58}" srcOrd="1" destOrd="0" presId="urn:microsoft.com/office/officeart/2018/2/layout/IconLabelList"/>
    <dgm:cxn modelId="{A7F8F759-5142-4C69-B930-3533F24E8D83}" type="presParOf" srcId="{1E755D5E-DD7E-4B23-9D49-7EE1C9B198A0}" destId="{93ADB0FE-96E3-4E06-8793-92E5520BE2CC}" srcOrd="2" destOrd="0" presId="urn:microsoft.com/office/officeart/2018/2/layout/IconLabelList"/>
    <dgm:cxn modelId="{4B9E6788-8950-48EA-B372-0BB17CDA072A}" type="presParOf" srcId="{9C62836F-70B0-4467-A93F-9BB1C3061640}" destId="{6FB020AD-1D5E-4DF1-BFC2-77A4CAD1D8A0}" srcOrd="3" destOrd="0" presId="urn:microsoft.com/office/officeart/2018/2/layout/IconLabelList"/>
    <dgm:cxn modelId="{D0F10CD1-C574-47CB-9D81-29235BB0AD0C}" type="presParOf" srcId="{9C62836F-70B0-4467-A93F-9BB1C3061640}" destId="{633DCAF1-8C51-4771-8E5B-3078929ADC06}" srcOrd="4" destOrd="0" presId="urn:microsoft.com/office/officeart/2018/2/layout/IconLabelList"/>
    <dgm:cxn modelId="{1507ECF5-AF16-429D-9586-5FE815036DFA}" type="presParOf" srcId="{633DCAF1-8C51-4771-8E5B-3078929ADC06}" destId="{EDBA7D9B-6096-400D-A6F7-1915EA19AD06}" srcOrd="0" destOrd="0" presId="urn:microsoft.com/office/officeart/2018/2/layout/IconLabelList"/>
    <dgm:cxn modelId="{43869D93-4207-40AE-9A16-9AF41CF7536F}" type="presParOf" srcId="{633DCAF1-8C51-4771-8E5B-3078929ADC06}" destId="{C52ADAE8-7D56-47DA-81EC-3BF7730EA593}" srcOrd="1" destOrd="0" presId="urn:microsoft.com/office/officeart/2018/2/layout/IconLabelList"/>
    <dgm:cxn modelId="{CF1A42A3-F510-4804-A51B-174AB61D5499}" type="presParOf" srcId="{633DCAF1-8C51-4771-8E5B-3078929ADC06}" destId="{9597B50A-62D4-43C1-946F-A50418D3375E}" srcOrd="2" destOrd="0" presId="urn:microsoft.com/office/officeart/2018/2/layout/IconLabelList"/>
    <dgm:cxn modelId="{1D387A37-4501-447E-B8CD-CCEAB87DCF11}" type="presParOf" srcId="{9C62836F-70B0-4467-A93F-9BB1C3061640}" destId="{93E676EE-93B6-4501-A961-97D3D5F0D3F7}" srcOrd="5" destOrd="0" presId="urn:microsoft.com/office/officeart/2018/2/layout/IconLabelList"/>
    <dgm:cxn modelId="{CA9B2492-2870-4C78-A9C8-C6985B779684}" type="presParOf" srcId="{9C62836F-70B0-4467-A93F-9BB1C3061640}" destId="{D1CCD023-8D91-4255-B695-AC4EE099555A}" srcOrd="6" destOrd="0" presId="urn:microsoft.com/office/officeart/2018/2/layout/IconLabelList"/>
    <dgm:cxn modelId="{F31C7950-CF24-41BE-ACF0-EEAB6AE49AD3}" type="presParOf" srcId="{D1CCD023-8D91-4255-B695-AC4EE099555A}" destId="{CF3F2746-CCAB-4ED6-A42F-69B68F1DC0D3}" srcOrd="0" destOrd="0" presId="urn:microsoft.com/office/officeart/2018/2/layout/IconLabelList"/>
    <dgm:cxn modelId="{6B34DB53-EE8F-41AC-B7F3-F28F5EE58B65}" type="presParOf" srcId="{D1CCD023-8D91-4255-B695-AC4EE099555A}" destId="{12F513F3-3E34-4BD2-814D-2E31D720E210}" srcOrd="1" destOrd="0" presId="urn:microsoft.com/office/officeart/2018/2/layout/IconLabelList"/>
    <dgm:cxn modelId="{DF737ED9-2ABF-4F98-8278-B45324B85233}" type="presParOf" srcId="{D1CCD023-8D91-4255-B695-AC4EE099555A}" destId="{2FA14543-5C71-4A79-97F9-52AFA453444D}" srcOrd="2" destOrd="0" presId="urn:microsoft.com/office/officeart/2018/2/layout/IconLabelList"/>
    <dgm:cxn modelId="{1C1361E1-C2CB-41B2-970D-43F10747DD76}" type="presParOf" srcId="{9C62836F-70B0-4467-A93F-9BB1C3061640}" destId="{2D175B93-FD4B-49ED-931E-512AAF6970A1}" srcOrd="7" destOrd="0" presId="urn:microsoft.com/office/officeart/2018/2/layout/IconLabelList"/>
    <dgm:cxn modelId="{3FD6F72B-A884-4625-B34C-3787FFD8455A}" type="presParOf" srcId="{9C62836F-70B0-4467-A93F-9BB1C3061640}" destId="{3603EDC3-0770-43D0-8B05-4737F06E49E1}" srcOrd="8" destOrd="0" presId="urn:microsoft.com/office/officeart/2018/2/layout/IconLabelList"/>
    <dgm:cxn modelId="{082DB972-9352-4291-B52F-213B70A92419}" type="presParOf" srcId="{3603EDC3-0770-43D0-8B05-4737F06E49E1}" destId="{F153C707-C603-48D2-ADD4-77596A5A5C32}" srcOrd="0" destOrd="0" presId="urn:microsoft.com/office/officeart/2018/2/layout/IconLabelList"/>
    <dgm:cxn modelId="{CF839BED-DEE8-4BA0-836C-A11DAA2B3E3B}" type="presParOf" srcId="{3603EDC3-0770-43D0-8B05-4737F06E49E1}" destId="{76516CA0-E38F-4E3A-B237-210234C4B171}" srcOrd="1" destOrd="0" presId="urn:microsoft.com/office/officeart/2018/2/layout/IconLabelList"/>
    <dgm:cxn modelId="{8A08E77D-9433-4192-954A-D8A967A88C2F}" type="presParOf" srcId="{3603EDC3-0770-43D0-8B05-4737F06E49E1}" destId="{55AB3927-E03D-4347-A165-04B83A8A5580}" srcOrd="2" destOrd="0" presId="urn:microsoft.com/office/officeart/2018/2/layout/IconLabelList"/>
    <dgm:cxn modelId="{7E75DEF2-2339-4D3E-879E-DD15BE6D173E}" type="presParOf" srcId="{9C62836F-70B0-4467-A93F-9BB1C3061640}" destId="{E744DDE8-1AD2-4A95-9267-205E5A920A17}" srcOrd="9" destOrd="0" presId="urn:microsoft.com/office/officeart/2018/2/layout/IconLabelList"/>
    <dgm:cxn modelId="{60809A6B-E01C-42FE-8847-A72A46FD8CDC}" type="presParOf" srcId="{9C62836F-70B0-4467-A93F-9BB1C3061640}" destId="{AC2E2C1F-E50C-4A67-B5D1-ED24FD72ED70}" srcOrd="10" destOrd="0" presId="urn:microsoft.com/office/officeart/2018/2/layout/IconLabelList"/>
    <dgm:cxn modelId="{1CE3BE64-055E-4E61-802B-2C6B06F41C9C}" type="presParOf" srcId="{AC2E2C1F-E50C-4A67-B5D1-ED24FD72ED70}" destId="{92F393D5-22B0-4CEE-A098-1DE1B526525F}" srcOrd="0" destOrd="0" presId="urn:microsoft.com/office/officeart/2018/2/layout/IconLabelList"/>
    <dgm:cxn modelId="{2485C9B6-B492-4466-85F8-07F521CC4C36}" type="presParOf" srcId="{AC2E2C1F-E50C-4A67-B5D1-ED24FD72ED70}" destId="{B9EC8448-C4FC-4C07-B50C-9B1B3D91EE1E}" srcOrd="1" destOrd="0" presId="urn:microsoft.com/office/officeart/2018/2/layout/IconLabelList"/>
    <dgm:cxn modelId="{8493107D-9244-4BB7-9295-FE25D56AFEB4}" type="presParOf" srcId="{AC2E2C1F-E50C-4A67-B5D1-ED24FD72ED70}" destId="{633F6F39-58BB-480C-AA3A-876BF448925E}"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B023CE-F457-4E7A-A0BC-9F55B858F2B9}">
      <dsp:nvSpPr>
        <dsp:cNvPr id="0" name=""/>
        <dsp:cNvSpPr/>
      </dsp:nvSpPr>
      <dsp:spPr>
        <a:xfrm>
          <a:off x="0" y="706"/>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FB31FB-19CC-4A51-AEA1-F191034A218E}">
      <dsp:nvSpPr>
        <dsp:cNvPr id="0" name=""/>
        <dsp:cNvSpPr/>
      </dsp:nvSpPr>
      <dsp:spPr>
        <a:xfrm>
          <a:off x="500008" y="372613"/>
          <a:ext cx="909106" cy="9091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0659C2-D87E-49BA-A0FA-49B8ACB6FDEB}">
      <dsp:nvSpPr>
        <dsp:cNvPr id="0" name=""/>
        <dsp:cNvSpPr/>
      </dsp:nvSpPr>
      <dsp:spPr>
        <a:xfrm>
          <a:off x="1909124" y="706"/>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889000">
            <a:lnSpc>
              <a:spcPct val="100000"/>
            </a:lnSpc>
            <a:spcBef>
              <a:spcPct val="0"/>
            </a:spcBef>
            <a:spcAft>
              <a:spcPct val="35000"/>
            </a:spcAft>
            <a:buNone/>
          </a:pPr>
          <a:r>
            <a:rPr lang="en-IN" sz="2000" kern="1200" dirty="0"/>
            <a:t>Operating System (e.g., Amazon Linux, Ubuntu, Windows)</a:t>
          </a:r>
          <a:endParaRPr lang="en-US" sz="2000" kern="1200" dirty="0"/>
        </a:p>
      </dsp:txBody>
      <dsp:txXfrm>
        <a:off x="1909124" y="706"/>
        <a:ext cx="5040315" cy="1652921"/>
      </dsp:txXfrm>
    </dsp:sp>
    <dsp:sp modelId="{EECD4639-C63D-412E-B5C0-EF8AA5334530}">
      <dsp:nvSpPr>
        <dsp:cNvPr id="0" name=""/>
        <dsp:cNvSpPr/>
      </dsp:nvSpPr>
      <dsp:spPr>
        <a:xfrm>
          <a:off x="0" y="2066858"/>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7681F2-7C1E-42D4-8B6E-9D3DD2414AF7}">
      <dsp:nvSpPr>
        <dsp:cNvPr id="0" name=""/>
        <dsp:cNvSpPr/>
      </dsp:nvSpPr>
      <dsp:spPr>
        <a:xfrm>
          <a:off x="500008" y="2438765"/>
          <a:ext cx="909106" cy="9091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E0886E-48B2-413D-A10C-EB554CB84D3F}">
      <dsp:nvSpPr>
        <dsp:cNvPr id="0" name=""/>
        <dsp:cNvSpPr/>
      </dsp:nvSpPr>
      <dsp:spPr>
        <a:xfrm>
          <a:off x="1909124" y="2066858"/>
          <a:ext cx="3127248"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889000">
            <a:lnSpc>
              <a:spcPct val="100000"/>
            </a:lnSpc>
            <a:spcBef>
              <a:spcPct val="0"/>
            </a:spcBef>
            <a:spcAft>
              <a:spcPct val="35000"/>
            </a:spcAft>
            <a:buNone/>
          </a:pPr>
          <a:r>
            <a:rPr lang="en-IN" sz="2000" kern="1200" dirty="0"/>
            <a:t>Pre-installed Software/Configurations</a:t>
          </a:r>
          <a:endParaRPr lang="en-US" sz="2000" kern="1200" dirty="0"/>
        </a:p>
      </dsp:txBody>
      <dsp:txXfrm>
        <a:off x="1909124" y="2066858"/>
        <a:ext cx="3127248" cy="1652921"/>
      </dsp:txXfrm>
    </dsp:sp>
    <dsp:sp modelId="{5E87EE4A-7D84-44E8-83AA-D1402F1AC126}">
      <dsp:nvSpPr>
        <dsp:cNvPr id="0" name=""/>
        <dsp:cNvSpPr/>
      </dsp:nvSpPr>
      <dsp:spPr>
        <a:xfrm>
          <a:off x="5036372" y="2066858"/>
          <a:ext cx="1913067"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666750">
            <a:lnSpc>
              <a:spcPct val="100000"/>
            </a:lnSpc>
            <a:spcBef>
              <a:spcPct val="0"/>
            </a:spcBef>
            <a:spcAft>
              <a:spcPct val="35000"/>
            </a:spcAft>
            <a:buNone/>
          </a:pPr>
          <a:endParaRPr lang="en-US" sz="1500" kern="1200" dirty="0"/>
        </a:p>
      </dsp:txBody>
      <dsp:txXfrm>
        <a:off x="5036372" y="2066858"/>
        <a:ext cx="1913067" cy="1652921"/>
      </dsp:txXfrm>
    </dsp:sp>
    <dsp:sp modelId="{EB02D805-027A-4E86-B896-E6E567306915}">
      <dsp:nvSpPr>
        <dsp:cNvPr id="0" name=""/>
        <dsp:cNvSpPr/>
      </dsp:nvSpPr>
      <dsp:spPr>
        <a:xfrm>
          <a:off x="0" y="4133010"/>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474073-CDE8-4B6B-9400-F59E6702A021}">
      <dsp:nvSpPr>
        <dsp:cNvPr id="0" name=""/>
        <dsp:cNvSpPr/>
      </dsp:nvSpPr>
      <dsp:spPr>
        <a:xfrm>
          <a:off x="500008" y="4504917"/>
          <a:ext cx="909106" cy="9091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D54440-3ABC-4666-BE72-BA6D322F15C0}">
      <dsp:nvSpPr>
        <dsp:cNvPr id="0" name=""/>
        <dsp:cNvSpPr/>
      </dsp:nvSpPr>
      <dsp:spPr>
        <a:xfrm>
          <a:off x="1909124" y="4133010"/>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889000">
            <a:lnSpc>
              <a:spcPct val="100000"/>
            </a:lnSpc>
            <a:spcBef>
              <a:spcPct val="0"/>
            </a:spcBef>
            <a:spcAft>
              <a:spcPct val="35000"/>
            </a:spcAft>
            <a:buNone/>
          </a:pPr>
          <a:r>
            <a:rPr lang="en-IN" sz="2000" kern="1200" dirty="0"/>
            <a:t>EBS Snapshot(s) – storage of root volume and data</a:t>
          </a:r>
          <a:endParaRPr lang="en-US" sz="2000" kern="1200" dirty="0"/>
        </a:p>
      </dsp:txBody>
      <dsp:txXfrm>
        <a:off x="1909124" y="4133010"/>
        <a:ext cx="5040315" cy="16529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62682F-5E44-41C9-814D-77B0E65C92CC}">
      <dsp:nvSpPr>
        <dsp:cNvPr id="0" name=""/>
        <dsp:cNvSpPr/>
      </dsp:nvSpPr>
      <dsp:spPr>
        <a:xfrm>
          <a:off x="441549" y="1398647"/>
          <a:ext cx="715869" cy="7158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B2F0DF-A033-495A-95A7-21E6872213A6}">
      <dsp:nvSpPr>
        <dsp:cNvPr id="0" name=""/>
        <dsp:cNvSpPr/>
      </dsp:nvSpPr>
      <dsp:spPr>
        <a:xfrm>
          <a:off x="4073" y="2379378"/>
          <a:ext cx="1590820" cy="636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Create AMIs. </a:t>
          </a:r>
        </a:p>
      </dsp:txBody>
      <dsp:txXfrm>
        <a:off x="4073" y="2379378"/>
        <a:ext cx="1590820" cy="636328"/>
      </dsp:txXfrm>
    </dsp:sp>
    <dsp:sp modelId="{57BFFDBD-5DD2-4A55-8AD2-C7D0453673A9}">
      <dsp:nvSpPr>
        <dsp:cNvPr id="0" name=""/>
        <dsp:cNvSpPr/>
      </dsp:nvSpPr>
      <dsp:spPr>
        <a:xfrm>
          <a:off x="2310763" y="1398647"/>
          <a:ext cx="715869" cy="7158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ADB0FE-96E3-4E06-8793-92E5520BE2CC}">
      <dsp:nvSpPr>
        <dsp:cNvPr id="0" name=""/>
        <dsp:cNvSpPr/>
      </dsp:nvSpPr>
      <dsp:spPr>
        <a:xfrm>
          <a:off x="1873287" y="2379378"/>
          <a:ext cx="1590820" cy="636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Copy AMIs. </a:t>
          </a:r>
        </a:p>
      </dsp:txBody>
      <dsp:txXfrm>
        <a:off x="1873287" y="2379378"/>
        <a:ext cx="1590820" cy="636328"/>
      </dsp:txXfrm>
    </dsp:sp>
    <dsp:sp modelId="{EDBA7D9B-6096-400D-A6F7-1915EA19AD06}">
      <dsp:nvSpPr>
        <dsp:cNvPr id="0" name=""/>
        <dsp:cNvSpPr/>
      </dsp:nvSpPr>
      <dsp:spPr>
        <a:xfrm>
          <a:off x="4179976" y="1398647"/>
          <a:ext cx="715869" cy="7158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97B50A-62D4-43C1-946F-A50418D3375E}">
      <dsp:nvSpPr>
        <dsp:cNvPr id="0" name=""/>
        <dsp:cNvSpPr/>
      </dsp:nvSpPr>
      <dsp:spPr>
        <a:xfrm>
          <a:off x="3742501" y="2379378"/>
          <a:ext cx="1590820" cy="636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Deprecate AMIs. </a:t>
          </a:r>
        </a:p>
      </dsp:txBody>
      <dsp:txXfrm>
        <a:off x="3742501" y="2379378"/>
        <a:ext cx="1590820" cy="636328"/>
      </dsp:txXfrm>
    </dsp:sp>
    <dsp:sp modelId="{CF3F2746-CCAB-4ED6-A42F-69B68F1DC0D3}">
      <dsp:nvSpPr>
        <dsp:cNvPr id="0" name=""/>
        <dsp:cNvSpPr/>
      </dsp:nvSpPr>
      <dsp:spPr>
        <a:xfrm>
          <a:off x="6049190" y="1398647"/>
          <a:ext cx="715869" cy="7158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A14543-5C71-4A79-97F9-52AFA453444D}">
      <dsp:nvSpPr>
        <dsp:cNvPr id="0" name=""/>
        <dsp:cNvSpPr/>
      </dsp:nvSpPr>
      <dsp:spPr>
        <a:xfrm>
          <a:off x="5611715" y="2379378"/>
          <a:ext cx="1590820" cy="636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Disable AMIs. </a:t>
          </a:r>
        </a:p>
      </dsp:txBody>
      <dsp:txXfrm>
        <a:off x="5611715" y="2379378"/>
        <a:ext cx="1590820" cy="636328"/>
      </dsp:txXfrm>
    </dsp:sp>
    <dsp:sp modelId="{F153C707-C603-48D2-ADD4-77596A5A5C32}">
      <dsp:nvSpPr>
        <dsp:cNvPr id="0" name=""/>
        <dsp:cNvSpPr/>
      </dsp:nvSpPr>
      <dsp:spPr>
        <a:xfrm>
          <a:off x="7918404" y="1398647"/>
          <a:ext cx="715869" cy="7158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AB3927-E03D-4347-A165-04B83A8A5580}">
      <dsp:nvSpPr>
        <dsp:cNvPr id="0" name=""/>
        <dsp:cNvSpPr/>
      </dsp:nvSpPr>
      <dsp:spPr>
        <a:xfrm>
          <a:off x="7480929" y="2379378"/>
          <a:ext cx="1590820" cy="636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Deregister (delete) AMIs. </a:t>
          </a:r>
        </a:p>
      </dsp:txBody>
      <dsp:txXfrm>
        <a:off x="7480929" y="2379378"/>
        <a:ext cx="1590820" cy="636328"/>
      </dsp:txXfrm>
    </dsp:sp>
    <dsp:sp modelId="{92F393D5-22B0-4CEE-A098-1DE1B526525F}">
      <dsp:nvSpPr>
        <dsp:cNvPr id="0" name=""/>
        <dsp:cNvSpPr/>
      </dsp:nvSpPr>
      <dsp:spPr>
        <a:xfrm>
          <a:off x="9787618" y="1398647"/>
          <a:ext cx="715869" cy="71586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3F6F39-58BB-480C-AA3A-876BF448925E}">
      <dsp:nvSpPr>
        <dsp:cNvPr id="0" name=""/>
        <dsp:cNvSpPr/>
      </dsp:nvSpPr>
      <dsp:spPr>
        <a:xfrm>
          <a:off x="9350143" y="2379378"/>
          <a:ext cx="1590820" cy="636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Automate the AMI lifecycle. </a:t>
          </a:r>
        </a:p>
      </dsp:txBody>
      <dsp:txXfrm>
        <a:off x="9350143" y="2379378"/>
        <a:ext cx="1590820" cy="63632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8D3643-EA5F-438F-8909-D19BA7F5B55B}" type="datetimeFigureOut">
              <a:rPr lang="en-IN" smtClean="0"/>
              <a:t>19-10-2025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4C664-AA35-4B3A-9E7C-ADC6F31639C3}" type="slidenum">
              <a:rPr lang="en-IN" smtClean="0"/>
              <a:t>‹#›</a:t>
            </a:fld>
            <a:endParaRPr lang="en-IN"/>
          </a:p>
        </p:txBody>
      </p:sp>
    </p:spTree>
    <p:extLst>
      <p:ext uri="{BB962C8B-B14F-4D97-AF65-F5344CB8AC3E}">
        <p14:creationId xmlns:p14="http://schemas.microsoft.com/office/powerpoint/2010/main" val="576272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E4C664-AA35-4B3A-9E7C-ADC6F31639C3}" type="slidenum">
              <a:rPr lang="en-IN" smtClean="0"/>
              <a:t>3</a:t>
            </a:fld>
            <a:endParaRPr lang="en-IN"/>
          </a:p>
        </p:txBody>
      </p:sp>
    </p:spTree>
    <p:extLst>
      <p:ext uri="{BB962C8B-B14F-4D97-AF65-F5344CB8AC3E}">
        <p14:creationId xmlns:p14="http://schemas.microsoft.com/office/powerpoint/2010/main" val="233456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Create AMIs.</a:t>
            </a:r>
            <a:r>
              <a:rPr lang="en-US" dirty="0"/>
              <a:t> While Amazon provides AMIs that you can use to launch your instances, you can create custom AMIs tailored to your needs. To create a custom AMI, launch an instance from an existing AMI, customize the instance (for example, install software and configure operating system settings), and then create an AMI from the instance. Any instance customizations are saved to the new AMI, so that instances launched from your new AMI include these customizations.</a:t>
            </a:r>
          </a:p>
          <a:p>
            <a:r>
              <a:rPr lang="en-US" b="1" dirty="0"/>
              <a:t>Copy AMIs.</a:t>
            </a:r>
            <a:r>
              <a:rPr lang="en-US" dirty="0"/>
              <a:t> You can use an AMI to launch an instance only in the AWS Region in which the AMI is located. If you need to launch instances with the same configuration in multiple Regions, copy the AMI to the other Regions.</a:t>
            </a:r>
          </a:p>
          <a:p>
            <a:r>
              <a:rPr lang="en-US" b="1" dirty="0"/>
              <a:t>Deprecate AMIs.</a:t>
            </a:r>
            <a:r>
              <a:rPr lang="en-US" dirty="0"/>
              <a:t> To mark an AMI as superseded or out of date, you can set an immediate or future deprecation date. Deprecated AMIs are hidden from AMI listings, but users and services can continue to use deprecated AMIs if they know the AMI ID.</a:t>
            </a:r>
          </a:p>
          <a:p>
            <a:r>
              <a:rPr lang="en-US" b="1" dirty="0"/>
              <a:t>Disable AMIs.</a:t>
            </a:r>
            <a:r>
              <a:rPr lang="en-US" dirty="0"/>
              <a:t> To temporarily prevent an AMI from being used, you can disable it. When an AMI is disabled, it can't be used to launch new instances. However, if you re-enable the AMI, it can be used to launch instances again. Note that disabling an AMI doesn't affect existing instances that have already been launched from it.</a:t>
            </a:r>
          </a:p>
          <a:p>
            <a:r>
              <a:rPr lang="en-US" b="1" dirty="0"/>
              <a:t>Deregister (delete) AMIs.</a:t>
            </a:r>
            <a:r>
              <a:rPr lang="en-US" dirty="0"/>
              <a:t> When you no longer need an AMI, you can deregister it, preventing it from being used to launch new instances. If the AMI matches a retention rule, it moves to the Recycle Bin, where it can be restored before its retention period expires, after which it is permanently deleted. If it doesn't match a retention rule, it is permanently deleted immediately. Note that deregistering an AMI does not affect existing instances that were launched from the AMI.</a:t>
            </a:r>
          </a:p>
          <a:p>
            <a:r>
              <a:rPr lang="en-US" b="1" dirty="0"/>
              <a:t>Automate the AMI lifecycle.</a:t>
            </a:r>
            <a:r>
              <a:rPr lang="en-US" dirty="0"/>
              <a:t> You can use Amazon Data Lifecycle Manager to automate the creation, retention, copy, deprecation, and deregistration of Amazon EBS-backed AMIs and their backing snapshots. You can also use EC2 Image Builder to automate the creation, management, an deployment of customized AMIs</a:t>
            </a:r>
          </a:p>
          <a:p>
            <a:endParaRPr lang="en-IN" dirty="0"/>
          </a:p>
          <a:p>
            <a:endParaRPr lang="en-IN" dirty="0"/>
          </a:p>
        </p:txBody>
      </p:sp>
      <p:sp>
        <p:nvSpPr>
          <p:cNvPr id="4" name="Slide Number Placeholder 3"/>
          <p:cNvSpPr>
            <a:spLocks noGrp="1"/>
          </p:cNvSpPr>
          <p:nvPr>
            <p:ph type="sldNum" sz="quarter" idx="5"/>
          </p:nvPr>
        </p:nvSpPr>
        <p:spPr/>
        <p:txBody>
          <a:bodyPr/>
          <a:lstStyle/>
          <a:p>
            <a:fld id="{92E4C664-AA35-4B3A-9E7C-ADC6F31639C3}" type="slidenum">
              <a:rPr lang="en-IN" smtClean="0"/>
              <a:t>4</a:t>
            </a:fld>
            <a:endParaRPr lang="en-IN"/>
          </a:p>
        </p:txBody>
      </p:sp>
    </p:spTree>
    <p:extLst>
      <p:ext uri="{BB962C8B-B14F-4D97-AF65-F5344CB8AC3E}">
        <p14:creationId xmlns:p14="http://schemas.microsoft.com/office/powerpoint/2010/main" val="3630202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F94F75-3C04-4D6F-8FC7-46B127EF7C29}" type="slidenum">
              <a:rPr lang="en-IN" smtClean="0"/>
              <a:t>6</a:t>
            </a:fld>
            <a:endParaRPr lang="en-IN"/>
          </a:p>
        </p:txBody>
      </p:sp>
    </p:spTree>
    <p:extLst>
      <p:ext uri="{BB962C8B-B14F-4D97-AF65-F5344CB8AC3E}">
        <p14:creationId xmlns:p14="http://schemas.microsoft.com/office/powerpoint/2010/main" val="4209749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C5687-8DFE-542C-75D5-24CF3D4055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272254-D09A-E950-0763-4E5B23C212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051B70-1A3C-4880-3567-85EEEFBFB6EC}"/>
              </a:ext>
            </a:extLst>
          </p:cNvPr>
          <p:cNvSpPr>
            <a:spLocks noGrp="1"/>
          </p:cNvSpPr>
          <p:nvPr>
            <p:ph type="dt" sz="half" idx="10"/>
          </p:nvPr>
        </p:nvSpPr>
        <p:spPr/>
        <p:txBody>
          <a:bodyPr/>
          <a:lstStyle/>
          <a:p>
            <a:fld id="{C7203807-50F7-43E6-8E60-F833FD42D2A7}" type="datetimeFigureOut">
              <a:rPr lang="en-IN" smtClean="0"/>
              <a:t>19-10-2025</a:t>
            </a:fld>
            <a:endParaRPr lang="en-IN"/>
          </a:p>
        </p:txBody>
      </p:sp>
      <p:sp>
        <p:nvSpPr>
          <p:cNvPr id="5" name="Footer Placeholder 4">
            <a:extLst>
              <a:ext uri="{FF2B5EF4-FFF2-40B4-BE49-F238E27FC236}">
                <a16:creationId xmlns:a16="http://schemas.microsoft.com/office/drawing/2014/main" id="{244529E2-8B84-7E70-09C2-A621A972FC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7BC19D-22EB-8483-9F6F-162D9704A69C}"/>
              </a:ext>
            </a:extLst>
          </p:cNvPr>
          <p:cNvSpPr>
            <a:spLocks noGrp="1"/>
          </p:cNvSpPr>
          <p:nvPr>
            <p:ph type="sldNum" sz="quarter" idx="12"/>
          </p:nvPr>
        </p:nvSpPr>
        <p:spPr/>
        <p:txBody>
          <a:bodyPr/>
          <a:lstStyle/>
          <a:p>
            <a:fld id="{5D56CF83-E3AA-4316-A8FE-22839BE878A2}" type="slidenum">
              <a:rPr lang="en-IN" smtClean="0"/>
              <a:t>‹#›</a:t>
            </a:fld>
            <a:endParaRPr lang="en-IN"/>
          </a:p>
        </p:txBody>
      </p:sp>
    </p:spTree>
    <p:extLst>
      <p:ext uri="{BB962C8B-B14F-4D97-AF65-F5344CB8AC3E}">
        <p14:creationId xmlns:p14="http://schemas.microsoft.com/office/powerpoint/2010/main" val="2846360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54AD6-950B-CCC6-71BF-E871D833CE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BF479F-FA83-D589-5869-9026B18AF0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DB4BC0-987F-5174-2BE1-CF14AD6F1E54}"/>
              </a:ext>
            </a:extLst>
          </p:cNvPr>
          <p:cNvSpPr>
            <a:spLocks noGrp="1"/>
          </p:cNvSpPr>
          <p:nvPr>
            <p:ph type="dt" sz="half" idx="10"/>
          </p:nvPr>
        </p:nvSpPr>
        <p:spPr/>
        <p:txBody>
          <a:bodyPr/>
          <a:lstStyle/>
          <a:p>
            <a:fld id="{C7203807-50F7-43E6-8E60-F833FD42D2A7}" type="datetimeFigureOut">
              <a:rPr lang="en-IN" smtClean="0"/>
              <a:t>19-10-2025</a:t>
            </a:fld>
            <a:endParaRPr lang="en-IN"/>
          </a:p>
        </p:txBody>
      </p:sp>
      <p:sp>
        <p:nvSpPr>
          <p:cNvPr id="5" name="Footer Placeholder 4">
            <a:extLst>
              <a:ext uri="{FF2B5EF4-FFF2-40B4-BE49-F238E27FC236}">
                <a16:creationId xmlns:a16="http://schemas.microsoft.com/office/drawing/2014/main" id="{B4095E3D-DFAE-B0C2-97C1-B03E67C9AE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3B2CDA-4B11-794F-A8E2-77D90ADB17A9}"/>
              </a:ext>
            </a:extLst>
          </p:cNvPr>
          <p:cNvSpPr>
            <a:spLocks noGrp="1"/>
          </p:cNvSpPr>
          <p:nvPr>
            <p:ph type="sldNum" sz="quarter" idx="12"/>
          </p:nvPr>
        </p:nvSpPr>
        <p:spPr/>
        <p:txBody>
          <a:bodyPr/>
          <a:lstStyle/>
          <a:p>
            <a:fld id="{5D56CF83-E3AA-4316-A8FE-22839BE878A2}" type="slidenum">
              <a:rPr lang="en-IN" smtClean="0"/>
              <a:t>‹#›</a:t>
            </a:fld>
            <a:endParaRPr lang="en-IN"/>
          </a:p>
        </p:txBody>
      </p:sp>
    </p:spTree>
    <p:extLst>
      <p:ext uri="{BB962C8B-B14F-4D97-AF65-F5344CB8AC3E}">
        <p14:creationId xmlns:p14="http://schemas.microsoft.com/office/powerpoint/2010/main" val="128533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B55A3-1951-7BAE-0B1C-D6D2A08906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A743C5C-FCE7-E22A-A0D1-927CE09757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7D6563-DFE7-5CC6-4A69-8C2946F65B9A}"/>
              </a:ext>
            </a:extLst>
          </p:cNvPr>
          <p:cNvSpPr>
            <a:spLocks noGrp="1"/>
          </p:cNvSpPr>
          <p:nvPr>
            <p:ph type="dt" sz="half" idx="10"/>
          </p:nvPr>
        </p:nvSpPr>
        <p:spPr/>
        <p:txBody>
          <a:bodyPr/>
          <a:lstStyle/>
          <a:p>
            <a:fld id="{C7203807-50F7-43E6-8E60-F833FD42D2A7}" type="datetimeFigureOut">
              <a:rPr lang="en-IN" smtClean="0"/>
              <a:t>19-10-2025</a:t>
            </a:fld>
            <a:endParaRPr lang="en-IN"/>
          </a:p>
        </p:txBody>
      </p:sp>
      <p:sp>
        <p:nvSpPr>
          <p:cNvPr id="5" name="Footer Placeholder 4">
            <a:extLst>
              <a:ext uri="{FF2B5EF4-FFF2-40B4-BE49-F238E27FC236}">
                <a16:creationId xmlns:a16="http://schemas.microsoft.com/office/drawing/2014/main" id="{A6819486-D83F-335E-E98D-1EF533CF76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AFE4F2-F592-00B9-A7C8-2A7ADF14DDF5}"/>
              </a:ext>
            </a:extLst>
          </p:cNvPr>
          <p:cNvSpPr>
            <a:spLocks noGrp="1"/>
          </p:cNvSpPr>
          <p:nvPr>
            <p:ph type="sldNum" sz="quarter" idx="12"/>
          </p:nvPr>
        </p:nvSpPr>
        <p:spPr/>
        <p:txBody>
          <a:bodyPr/>
          <a:lstStyle/>
          <a:p>
            <a:fld id="{5D56CF83-E3AA-4316-A8FE-22839BE878A2}" type="slidenum">
              <a:rPr lang="en-IN" smtClean="0"/>
              <a:t>‹#›</a:t>
            </a:fld>
            <a:endParaRPr lang="en-IN"/>
          </a:p>
        </p:txBody>
      </p:sp>
    </p:spTree>
    <p:extLst>
      <p:ext uri="{BB962C8B-B14F-4D97-AF65-F5344CB8AC3E}">
        <p14:creationId xmlns:p14="http://schemas.microsoft.com/office/powerpoint/2010/main" val="2634644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14872-B0CD-A03D-105C-3CF7F8F521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44DC5C-DC95-8DF9-197B-F364710488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3204BBA-FC94-E450-472A-93B1E18DC9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37385B-09FB-B610-4136-4429EB0D3332}"/>
              </a:ext>
            </a:extLst>
          </p:cNvPr>
          <p:cNvSpPr>
            <a:spLocks noGrp="1"/>
          </p:cNvSpPr>
          <p:nvPr>
            <p:ph type="dt" sz="half" idx="10"/>
          </p:nvPr>
        </p:nvSpPr>
        <p:spPr/>
        <p:txBody>
          <a:bodyPr/>
          <a:lstStyle/>
          <a:p>
            <a:fld id="{C7203807-50F7-43E6-8E60-F833FD42D2A7}" type="datetimeFigureOut">
              <a:rPr lang="en-IN" smtClean="0"/>
              <a:t>19-10-2025</a:t>
            </a:fld>
            <a:endParaRPr lang="en-IN"/>
          </a:p>
        </p:txBody>
      </p:sp>
      <p:sp>
        <p:nvSpPr>
          <p:cNvPr id="6" name="Footer Placeholder 5">
            <a:extLst>
              <a:ext uri="{FF2B5EF4-FFF2-40B4-BE49-F238E27FC236}">
                <a16:creationId xmlns:a16="http://schemas.microsoft.com/office/drawing/2014/main" id="{4C178A73-CEA0-105F-CD64-08C451E103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73924C-3921-4CE5-4B9E-477AAEC1B0D5}"/>
              </a:ext>
            </a:extLst>
          </p:cNvPr>
          <p:cNvSpPr>
            <a:spLocks noGrp="1"/>
          </p:cNvSpPr>
          <p:nvPr>
            <p:ph type="sldNum" sz="quarter" idx="12"/>
          </p:nvPr>
        </p:nvSpPr>
        <p:spPr/>
        <p:txBody>
          <a:bodyPr/>
          <a:lstStyle/>
          <a:p>
            <a:fld id="{5D56CF83-E3AA-4316-A8FE-22839BE878A2}" type="slidenum">
              <a:rPr lang="en-IN" smtClean="0"/>
              <a:t>‹#›</a:t>
            </a:fld>
            <a:endParaRPr lang="en-IN"/>
          </a:p>
        </p:txBody>
      </p:sp>
    </p:spTree>
    <p:extLst>
      <p:ext uri="{BB962C8B-B14F-4D97-AF65-F5344CB8AC3E}">
        <p14:creationId xmlns:p14="http://schemas.microsoft.com/office/powerpoint/2010/main" val="444838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2072B-B361-24C4-DADB-1FD28445572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7972E7-0F4E-A2E7-A934-2D865D966A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4FEF2-84D7-76B7-2707-C9EF618C47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4BE0C5-6EA7-5052-B899-B5982EAF57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71DBF8-B5A1-11A7-C621-3418C84A1D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F6D4848-8BAF-CC3D-FA1D-B3BAE8D3E2D5}"/>
              </a:ext>
            </a:extLst>
          </p:cNvPr>
          <p:cNvSpPr>
            <a:spLocks noGrp="1"/>
          </p:cNvSpPr>
          <p:nvPr>
            <p:ph type="dt" sz="half" idx="10"/>
          </p:nvPr>
        </p:nvSpPr>
        <p:spPr/>
        <p:txBody>
          <a:bodyPr/>
          <a:lstStyle/>
          <a:p>
            <a:fld id="{C7203807-50F7-43E6-8E60-F833FD42D2A7}" type="datetimeFigureOut">
              <a:rPr lang="en-IN" smtClean="0"/>
              <a:t>19-10-2025</a:t>
            </a:fld>
            <a:endParaRPr lang="en-IN"/>
          </a:p>
        </p:txBody>
      </p:sp>
      <p:sp>
        <p:nvSpPr>
          <p:cNvPr id="8" name="Footer Placeholder 7">
            <a:extLst>
              <a:ext uri="{FF2B5EF4-FFF2-40B4-BE49-F238E27FC236}">
                <a16:creationId xmlns:a16="http://schemas.microsoft.com/office/drawing/2014/main" id="{F26341E7-0706-BFC4-6354-B8B8FC328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8969E0-5AE9-7A25-B147-4283E9226676}"/>
              </a:ext>
            </a:extLst>
          </p:cNvPr>
          <p:cNvSpPr>
            <a:spLocks noGrp="1"/>
          </p:cNvSpPr>
          <p:nvPr>
            <p:ph type="sldNum" sz="quarter" idx="12"/>
          </p:nvPr>
        </p:nvSpPr>
        <p:spPr/>
        <p:txBody>
          <a:bodyPr/>
          <a:lstStyle/>
          <a:p>
            <a:fld id="{5D56CF83-E3AA-4316-A8FE-22839BE878A2}" type="slidenum">
              <a:rPr lang="en-IN" smtClean="0"/>
              <a:t>‹#›</a:t>
            </a:fld>
            <a:endParaRPr lang="en-IN"/>
          </a:p>
        </p:txBody>
      </p:sp>
    </p:spTree>
    <p:extLst>
      <p:ext uri="{BB962C8B-B14F-4D97-AF65-F5344CB8AC3E}">
        <p14:creationId xmlns:p14="http://schemas.microsoft.com/office/powerpoint/2010/main" val="639148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8E2CB-28C9-7A99-AED7-57BF4AA2FF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08F96DC-9690-D9B2-76FF-D6961D78544D}"/>
              </a:ext>
            </a:extLst>
          </p:cNvPr>
          <p:cNvSpPr>
            <a:spLocks noGrp="1"/>
          </p:cNvSpPr>
          <p:nvPr>
            <p:ph type="dt" sz="half" idx="10"/>
          </p:nvPr>
        </p:nvSpPr>
        <p:spPr/>
        <p:txBody>
          <a:bodyPr/>
          <a:lstStyle/>
          <a:p>
            <a:fld id="{C7203807-50F7-43E6-8E60-F833FD42D2A7}" type="datetimeFigureOut">
              <a:rPr lang="en-IN" smtClean="0"/>
              <a:t>19-10-2025</a:t>
            </a:fld>
            <a:endParaRPr lang="en-IN"/>
          </a:p>
        </p:txBody>
      </p:sp>
      <p:sp>
        <p:nvSpPr>
          <p:cNvPr id="4" name="Footer Placeholder 3">
            <a:extLst>
              <a:ext uri="{FF2B5EF4-FFF2-40B4-BE49-F238E27FC236}">
                <a16:creationId xmlns:a16="http://schemas.microsoft.com/office/drawing/2014/main" id="{B1D21617-4C78-8DDA-5B68-CD1C6EF7BB8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A7BB482-B1FB-AC92-329C-BB1437DB8002}"/>
              </a:ext>
            </a:extLst>
          </p:cNvPr>
          <p:cNvSpPr>
            <a:spLocks noGrp="1"/>
          </p:cNvSpPr>
          <p:nvPr>
            <p:ph type="sldNum" sz="quarter" idx="12"/>
          </p:nvPr>
        </p:nvSpPr>
        <p:spPr/>
        <p:txBody>
          <a:bodyPr/>
          <a:lstStyle/>
          <a:p>
            <a:fld id="{5D56CF83-E3AA-4316-A8FE-22839BE878A2}" type="slidenum">
              <a:rPr lang="en-IN" smtClean="0"/>
              <a:t>‹#›</a:t>
            </a:fld>
            <a:endParaRPr lang="en-IN"/>
          </a:p>
        </p:txBody>
      </p:sp>
    </p:spTree>
    <p:extLst>
      <p:ext uri="{BB962C8B-B14F-4D97-AF65-F5344CB8AC3E}">
        <p14:creationId xmlns:p14="http://schemas.microsoft.com/office/powerpoint/2010/main" val="3517044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435C2A-D878-CE84-A9A1-9B347218E773}"/>
              </a:ext>
            </a:extLst>
          </p:cNvPr>
          <p:cNvSpPr>
            <a:spLocks noGrp="1"/>
          </p:cNvSpPr>
          <p:nvPr>
            <p:ph type="dt" sz="half" idx="10"/>
          </p:nvPr>
        </p:nvSpPr>
        <p:spPr/>
        <p:txBody>
          <a:bodyPr/>
          <a:lstStyle/>
          <a:p>
            <a:fld id="{C7203807-50F7-43E6-8E60-F833FD42D2A7}" type="datetimeFigureOut">
              <a:rPr lang="en-IN" smtClean="0"/>
              <a:t>19-10-2025</a:t>
            </a:fld>
            <a:endParaRPr lang="en-IN"/>
          </a:p>
        </p:txBody>
      </p:sp>
      <p:sp>
        <p:nvSpPr>
          <p:cNvPr id="3" name="Footer Placeholder 2">
            <a:extLst>
              <a:ext uri="{FF2B5EF4-FFF2-40B4-BE49-F238E27FC236}">
                <a16:creationId xmlns:a16="http://schemas.microsoft.com/office/drawing/2014/main" id="{C9C9CFC1-486F-7A69-6383-0185F976A9B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D8049EE-DEB3-56BF-DE00-E1361E7428DE}"/>
              </a:ext>
            </a:extLst>
          </p:cNvPr>
          <p:cNvSpPr>
            <a:spLocks noGrp="1"/>
          </p:cNvSpPr>
          <p:nvPr>
            <p:ph type="sldNum" sz="quarter" idx="12"/>
          </p:nvPr>
        </p:nvSpPr>
        <p:spPr/>
        <p:txBody>
          <a:bodyPr/>
          <a:lstStyle/>
          <a:p>
            <a:fld id="{5D56CF83-E3AA-4316-A8FE-22839BE878A2}" type="slidenum">
              <a:rPr lang="en-IN" smtClean="0"/>
              <a:t>‹#›</a:t>
            </a:fld>
            <a:endParaRPr lang="en-IN"/>
          </a:p>
        </p:txBody>
      </p:sp>
    </p:spTree>
    <p:extLst>
      <p:ext uri="{BB962C8B-B14F-4D97-AF65-F5344CB8AC3E}">
        <p14:creationId xmlns:p14="http://schemas.microsoft.com/office/powerpoint/2010/main" val="897691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61E9E-9123-177A-B843-CA58DD2315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AE4D26A-52D2-10E4-85E4-512417209C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E65C2B-AA12-BA61-E809-8CEDF7C9FA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32038C-AB67-EA4A-6D3F-04E8634EAA11}"/>
              </a:ext>
            </a:extLst>
          </p:cNvPr>
          <p:cNvSpPr>
            <a:spLocks noGrp="1"/>
          </p:cNvSpPr>
          <p:nvPr>
            <p:ph type="dt" sz="half" idx="10"/>
          </p:nvPr>
        </p:nvSpPr>
        <p:spPr/>
        <p:txBody>
          <a:bodyPr/>
          <a:lstStyle/>
          <a:p>
            <a:fld id="{C7203807-50F7-43E6-8E60-F833FD42D2A7}" type="datetimeFigureOut">
              <a:rPr lang="en-IN" smtClean="0"/>
              <a:t>19-10-2025</a:t>
            </a:fld>
            <a:endParaRPr lang="en-IN"/>
          </a:p>
        </p:txBody>
      </p:sp>
      <p:sp>
        <p:nvSpPr>
          <p:cNvPr id="6" name="Footer Placeholder 5">
            <a:extLst>
              <a:ext uri="{FF2B5EF4-FFF2-40B4-BE49-F238E27FC236}">
                <a16:creationId xmlns:a16="http://schemas.microsoft.com/office/drawing/2014/main" id="{E3B31F9A-E54C-DEEE-8DF6-A34F6EC04D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48F6BC-DFF9-1519-5AC1-76DDB7D48C47}"/>
              </a:ext>
            </a:extLst>
          </p:cNvPr>
          <p:cNvSpPr>
            <a:spLocks noGrp="1"/>
          </p:cNvSpPr>
          <p:nvPr>
            <p:ph type="sldNum" sz="quarter" idx="12"/>
          </p:nvPr>
        </p:nvSpPr>
        <p:spPr/>
        <p:txBody>
          <a:bodyPr/>
          <a:lstStyle/>
          <a:p>
            <a:fld id="{5D56CF83-E3AA-4316-A8FE-22839BE878A2}" type="slidenum">
              <a:rPr lang="en-IN" smtClean="0"/>
              <a:t>‹#›</a:t>
            </a:fld>
            <a:endParaRPr lang="en-IN"/>
          </a:p>
        </p:txBody>
      </p:sp>
    </p:spTree>
    <p:extLst>
      <p:ext uri="{BB962C8B-B14F-4D97-AF65-F5344CB8AC3E}">
        <p14:creationId xmlns:p14="http://schemas.microsoft.com/office/powerpoint/2010/main" val="1118248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0BDFF-E69E-C5B6-FA14-B6C8353261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8937C2-842E-DDFF-F64C-A682722795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15CF7F5-6682-8D91-78CC-29BAFC3905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C16F19-C41A-2E22-D69D-848E48FF644C}"/>
              </a:ext>
            </a:extLst>
          </p:cNvPr>
          <p:cNvSpPr>
            <a:spLocks noGrp="1"/>
          </p:cNvSpPr>
          <p:nvPr>
            <p:ph type="dt" sz="half" idx="10"/>
          </p:nvPr>
        </p:nvSpPr>
        <p:spPr/>
        <p:txBody>
          <a:bodyPr/>
          <a:lstStyle/>
          <a:p>
            <a:fld id="{C7203807-50F7-43E6-8E60-F833FD42D2A7}" type="datetimeFigureOut">
              <a:rPr lang="en-IN" smtClean="0"/>
              <a:t>19-10-2025</a:t>
            </a:fld>
            <a:endParaRPr lang="en-IN"/>
          </a:p>
        </p:txBody>
      </p:sp>
      <p:sp>
        <p:nvSpPr>
          <p:cNvPr id="6" name="Footer Placeholder 5">
            <a:extLst>
              <a:ext uri="{FF2B5EF4-FFF2-40B4-BE49-F238E27FC236}">
                <a16:creationId xmlns:a16="http://schemas.microsoft.com/office/drawing/2014/main" id="{D492D067-27DE-3B9C-01DD-53051ADB3A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41B573-D8C4-B3EE-EF73-250978E5AC03}"/>
              </a:ext>
            </a:extLst>
          </p:cNvPr>
          <p:cNvSpPr>
            <a:spLocks noGrp="1"/>
          </p:cNvSpPr>
          <p:nvPr>
            <p:ph type="sldNum" sz="quarter" idx="12"/>
          </p:nvPr>
        </p:nvSpPr>
        <p:spPr/>
        <p:txBody>
          <a:bodyPr/>
          <a:lstStyle/>
          <a:p>
            <a:fld id="{5D56CF83-E3AA-4316-A8FE-22839BE878A2}" type="slidenum">
              <a:rPr lang="en-IN" smtClean="0"/>
              <a:t>‹#›</a:t>
            </a:fld>
            <a:endParaRPr lang="en-IN"/>
          </a:p>
        </p:txBody>
      </p:sp>
    </p:spTree>
    <p:extLst>
      <p:ext uri="{BB962C8B-B14F-4D97-AF65-F5344CB8AC3E}">
        <p14:creationId xmlns:p14="http://schemas.microsoft.com/office/powerpoint/2010/main" val="2257072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7E421-8A90-DF0B-8281-BB576F99D74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3E2F0E-D38C-569D-E490-08E72C2CB4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BCAD3B-2F8F-2164-F730-B5B67C3FBA53}"/>
              </a:ext>
            </a:extLst>
          </p:cNvPr>
          <p:cNvSpPr>
            <a:spLocks noGrp="1"/>
          </p:cNvSpPr>
          <p:nvPr>
            <p:ph type="dt" sz="half" idx="10"/>
          </p:nvPr>
        </p:nvSpPr>
        <p:spPr/>
        <p:txBody>
          <a:bodyPr/>
          <a:lstStyle/>
          <a:p>
            <a:fld id="{C7203807-50F7-43E6-8E60-F833FD42D2A7}" type="datetimeFigureOut">
              <a:rPr lang="en-IN" smtClean="0"/>
              <a:t>19-10-2025</a:t>
            </a:fld>
            <a:endParaRPr lang="en-IN"/>
          </a:p>
        </p:txBody>
      </p:sp>
      <p:sp>
        <p:nvSpPr>
          <p:cNvPr id="5" name="Footer Placeholder 4">
            <a:extLst>
              <a:ext uri="{FF2B5EF4-FFF2-40B4-BE49-F238E27FC236}">
                <a16:creationId xmlns:a16="http://schemas.microsoft.com/office/drawing/2014/main" id="{FA739EC7-AF2D-FD2A-A53B-AD5D28107E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D51BE1-7D39-9823-B702-766DC7408B1A}"/>
              </a:ext>
            </a:extLst>
          </p:cNvPr>
          <p:cNvSpPr>
            <a:spLocks noGrp="1"/>
          </p:cNvSpPr>
          <p:nvPr>
            <p:ph type="sldNum" sz="quarter" idx="12"/>
          </p:nvPr>
        </p:nvSpPr>
        <p:spPr/>
        <p:txBody>
          <a:bodyPr/>
          <a:lstStyle/>
          <a:p>
            <a:fld id="{5D56CF83-E3AA-4316-A8FE-22839BE878A2}" type="slidenum">
              <a:rPr lang="en-IN" smtClean="0"/>
              <a:t>‹#›</a:t>
            </a:fld>
            <a:endParaRPr lang="en-IN"/>
          </a:p>
        </p:txBody>
      </p:sp>
    </p:spTree>
    <p:extLst>
      <p:ext uri="{BB962C8B-B14F-4D97-AF65-F5344CB8AC3E}">
        <p14:creationId xmlns:p14="http://schemas.microsoft.com/office/powerpoint/2010/main" val="4107609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C9B989-92F2-ED77-47BA-4D918CF1F3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9F5450-E1A5-FAEB-3E2A-9625C6F29F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CAE37A-CD87-706F-8517-66A55A880F25}"/>
              </a:ext>
            </a:extLst>
          </p:cNvPr>
          <p:cNvSpPr>
            <a:spLocks noGrp="1"/>
          </p:cNvSpPr>
          <p:nvPr>
            <p:ph type="dt" sz="half" idx="10"/>
          </p:nvPr>
        </p:nvSpPr>
        <p:spPr/>
        <p:txBody>
          <a:bodyPr/>
          <a:lstStyle/>
          <a:p>
            <a:fld id="{C7203807-50F7-43E6-8E60-F833FD42D2A7}" type="datetimeFigureOut">
              <a:rPr lang="en-IN" smtClean="0"/>
              <a:t>19-10-2025</a:t>
            </a:fld>
            <a:endParaRPr lang="en-IN"/>
          </a:p>
        </p:txBody>
      </p:sp>
      <p:sp>
        <p:nvSpPr>
          <p:cNvPr id="5" name="Footer Placeholder 4">
            <a:extLst>
              <a:ext uri="{FF2B5EF4-FFF2-40B4-BE49-F238E27FC236}">
                <a16:creationId xmlns:a16="http://schemas.microsoft.com/office/drawing/2014/main" id="{085BA671-E949-C0F0-6658-98355C83C0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0E9097-0431-ABF3-5E25-B2DE88344DFC}"/>
              </a:ext>
            </a:extLst>
          </p:cNvPr>
          <p:cNvSpPr>
            <a:spLocks noGrp="1"/>
          </p:cNvSpPr>
          <p:nvPr>
            <p:ph type="sldNum" sz="quarter" idx="12"/>
          </p:nvPr>
        </p:nvSpPr>
        <p:spPr/>
        <p:txBody>
          <a:bodyPr/>
          <a:lstStyle/>
          <a:p>
            <a:fld id="{5D56CF83-E3AA-4316-A8FE-22839BE878A2}" type="slidenum">
              <a:rPr lang="en-IN" smtClean="0"/>
              <a:t>‹#›</a:t>
            </a:fld>
            <a:endParaRPr lang="en-IN"/>
          </a:p>
        </p:txBody>
      </p:sp>
    </p:spTree>
    <p:extLst>
      <p:ext uri="{BB962C8B-B14F-4D97-AF65-F5344CB8AC3E}">
        <p14:creationId xmlns:p14="http://schemas.microsoft.com/office/powerpoint/2010/main" val="2173953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E46C16-ABFA-5D28-E3AB-F66C16EF83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E0CFBF-EE6B-4F6F-2817-F5832BB6D2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2C4471-7794-CC05-0F4C-D12583C363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203807-50F7-43E6-8E60-F833FD42D2A7}" type="datetimeFigureOut">
              <a:rPr lang="en-IN" smtClean="0"/>
              <a:t>19-10-2025</a:t>
            </a:fld>
            <a:endParaRPr lang="en-IN"/>
          </a:p>
        </p:txBody>
      </p:sp>
      <p:sp>
        <p:nvSpPr>
          <p:cNvPr id="5" name="Footer Placeholder 4">
            <a:extLst>
              <a:ext uri="{FF2B5EF4-FFF2-40B4-BE49-F238E27FC236}">
                <a16:creationId xmlns:a16="http://schemas.microsoft.com/office/drawing/2014/main" id="{1D4A1CF6-595E-3005-01CF-663A679C24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6360ACA-8105-FC63-FBFE-F8E2517C4A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56CF83-E3AA-4316-A8FE-22839BE878A2}" type="slidenum">
              <a:rPr lang="en-IN" smtClean="0"/>
              <a:t>‹#›</a:t>
            </a:fld>
            <a:endParaRPr lang="en-IN"/>
          </a:p>
        </p:txBody>
      </p:sp>
    </p:spTree>
    <p:extLst>
      <p:ext uri="{BB962C8B-B14F-4D97-AF65-F5344CB8AC3E}">
        <p14:creationId xmlns:p14="http://schemas.microsoft.com/office/powerpoint/2010/main" val="851175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DE87D7C-5243-0924-52EE-67046D35AF4E}"/>
              </a:ext>
            </a:extLst>
          </p:cNvPr>
          <p:cNvSpPr>
            <a:spLocks noGrp="1"/>
          </p:cNvSpPr>
          <p:nvPr>
            <p:ph type="ctrTitle"/>
          </p:nvPr>
        </p:nvSpPr>
        <p:spPr>
          <a:xfrm>
            <a:off x="1314824" y="735106"/>
            <a:ext cx="10053763" cy="2928470"/>
          </a:xfrm>
        </p:spPr>
        <p:txBody>
          <a:bodyPr anchor="b">
            <a:normAutofit/>
          </a:bodyPr>
          <a:lstStyle/>
          <a:p>
            <a:r>
              <a:rPr lang="en-US" sz="4800" dirty="0">
                <a:solidFill>
                  <a:srgbClr val="FFFFFF"/>
                </a:solidFill>
              </a:rPr>
              <a:t>Amazon Machine Image</a:t>
            </a:r>
            <a:endParaRPr lang="en-IN" sz="4800" dirty="0">
              <a:solidFill>
                <a:srgbClr val="FFFFFF"/>
              </a:solidFill>
            </a:endParaRPr>
          </a:p>
        </p:txBody>
      </p:sp>
    </p:spTree>
    <p:extLst>
      <p:ext uri="{BB962C8B-B14F-4D97-AF65-F5344CB8AC3E}">
        <p14:creationId xmlns:p14="http://schemas.microsoft.com/office/powerpoint/2010/main" val="705549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DC1800-8217-F0C4-595A-37FBE7B738F6}"/>
              </a:ext>
            </a:extLst>
          </p:cNvPr>
          <p:cNvSpPr>
            <a:spLocks noGrp="1"/>
          </p:cNvSpPr>
          <p:nvPr>
            <p:ph type="title"/>
          </p:nvPr>
        </p:nvSpPr>
        <p:spPr>
          <a:xfrm>
            <a:off x="5568534" y="603504"/>
            <a:ext cx="5916169" cy="1527048"/>
          </a:xfrm>
        </p:spPr>
        <p:txBody>
          <a:bodyPr anchor="b">
            <a:normAutofit/>
          </a:bodyPr>
          <a:lstStyle/>
          <a:p>
            <a:pPr algn="ctr"/>
            <a:r>
              <a:rPr lang="en-US" sz="4800" dirty="0"/>
              <a:t>Amazon Machine Image</a:t>
            </a:r>
            <a:endParaRPr lang="en-IN" sz="4800" dirty="0"/>
          </a:p>
        </p:txBody>
      </p:sp>
      <p:pic>
        <p:nvPicPr>
          <p:cNvPr id="5" name="Picture 4">
            <a:extLst>
              <a:ext uri="{FF2B5EF4-FFF2-40B4-BE49-F238E27FC236}">
                <a16:creationId xmlns:a16="http://schemas.microsoft.com/office/drawing/2014/main" id="{57A66CD6-51F7-3841-88F6-1111B504E8A5}"/>
              </a:ext>
            </a:extLst>
          </p:cNvPr>
          <p:cNvPicPr>
            <a:picLocks noChangeAspect="1"/>
          </p:cNvPicPr>
          <p:nvPr/>
        </p:nvPicPr>
        <p:blipFill>
          <a:blip r:embed="rId2"/>
          <a:srcRect l="15853" r="43872"/>
          <a:stretch>
            <a:fillRect/>
          </a:stretch>
        </p:blipFill>
        <p:spPr>
          <a:xfrm>
            <a:off x="20" y="10"/>
            <a:ext cx="4910308" cy="6857990"/>
          </a:xfrm>
          <a:prstGeom prst="rect">
            <a:avLst/>
          </a:prstGeom>
        </p:spPr>
      </p:pic>
      <p:sp>
        <p:nvSpPr>
          <p:cNvPr id="3" name="Content Placeholder 2">
            <a:extLst>
              <a:ext uri="{FF2B5EF4-FFF2-40B4-BE49-F238E27FC236}">
                <a16:creationId xmlns:a16="http://schemas.microsoft.com/office/drawing/2014/main" id="{0FDEEA52-1669-BE6B-644A-FB5A618A10E1}"/>
              </a:ext>
            </a:extLst>
          </p:cNvPr>
          <p:cNvSpPr>
            <a:spLocks noGrp="1"/>
          </p:cNvSpPr>
          <p:nvPr>
            <p:ph idx="1"/>
          </p:nvPr>
        </p:nvSpPr>
        <p:spPr>
          <a:xfrm>
            <a:off x="5568533" y="2214282"/>
            <a:ext cx="5916169" cy="4095078"/>
          </a:xfrm>
        </p:spPr>
        <p:txBody>
          <a:bodyPr>
            <a:normAutofit/>
          </a:bodyPr>
          <a:lstStyle/>
          <a:p>
            <a:r>
              <a:rPr lang="en-US" sz="2400" dirty="0"/>
              <a:t>Amazon Machine Image (AMI) is a pre-configured template used to create EC2 instances.</a:t>
            </a:r>
          </a:p>
          <a:p>
            <a:endParaRPr lang="en-US" sz="2400" dirty="0"/>
          </a:p>
          <a:p>
            <a:r>
              <a:rPr lang="en-US" sz="2400" dirty="0"/>
              <a:t>It contains the operating system, application server, and applications required to launch an instance.</a:t>
            </a:r>
          </a:p>
          <a:p>
            <a:endParaRPr lang="en-US" sz="2400" dirty="0"/>
          </a:p>
          <a:p>
            <a:r>
              <a:rPr lang="en-US" sz="2400" dirty="0"/>
              <a:t>Think of AMI as a "blueprint" for your virtual machine in AWS.</a:t>
            </a:r>
          </a:p>
        </p:txBody>
      </p:sp>
    </p:spTree>
    <p:extLst>
      <p:ext uri="{BB962C8B-B14F-4D97-AF65-F5344CB8AC3E}">
        <p14:creationId xmlns:p14="http://schemas.microsoft.com/office/powerpoint/2010/main" val="1499029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A7CBAB-9423-9B2E-8662-67191A153363}"/>
              </a:ext>
            </a:extLst>
          </p:cNvPr>
          <p:cNvSpPr>
            <a:spLocks noGrp="1"/>
          </p:cNvSpPr>
          <p:nvPr>
            <p:ph type="title"/>
          </p:nvPr>
        </p:nvSpPr>
        <p:spPr>
          <a:xfrm>
            <a:off x="612649" y="548638"/>
            <a:ext cx="3493008" cy="5788152"/>
          </a:xfrm>
        </p:spPr>
        <p:txBody>
          <a:bodyPr anchor="ctr">
            <a:normAutofit/>
          </a:bodyPr>
          <a:lstStyle/>
          <a:p>
            <a:pPr algn="ctr"/>
            <a:r>
              <a:rPr lang="en-IN" sz="4000" dirty="0"/>
              <a:t>An AMI contains</a:t>
            </a:r>
            <a:br>
              <a:rPr lang="en-IN" sz="4000" dirty="0"/>
            </a:br>
            <a:endParaRPr lang="en-IN" sz="4000" dirty="0"/>
          </a:p>
        </p:txBody>
      </p:sp>
      <p:graphicFrame>
        <p:nvGraphicFramePr>
          <p:cNvPr id="12" name="Content Placeholder 2">
            <a:extLst>
              <a:ext uri="{FF2B5EF4-FFF2-40B4-BE49-F238E27FC236}">
                <a16:creationId xmlns:a16="http://schemas.microsoft.com/office/drawing/2014/main" id="{93424457-20C6-EC95-BCC6-13C07E3FC9EB}"/>
              </a:ext>
            </a:extLst>
          </p:cNvPr>
          <p:cNvGraphicFramePr>
            <a:graphicFrameLocks noGrp="1"/>
          </p:cNvGraphicFramePr>
          <p:nvPr>
            <p:ph idx="1"/>
            <p:extLst>
              <p:ext uri="{D42A27DB-BD31-4B8C-83A1-F6EECF244321}">
                <p14:modId xmlns:p14="http://schemas.microsoft.com/office/powerpoint/2010/main" val="802830001"/>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22856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1FE42-5875-AF2B-3574-7099F1B2508A}"/>
              </a:ext>
            </a:extLst>
          </p:cNvPr>
          <p:cNvSpPr>
            <a:spLocks noGrp="1"/>
          </p:cNvSpPr>
          <p:nvPr>
            <p:ph type="title"/>
          </p:nvPr>
        </p:nvSpPr>
        <p:spPr>
          <a:xfrm>
            <a:off x="612648" y="548640"/>
            <a:ext cx="10945037" cy="1133856"/>
          </a:xfrm>
        </p:spPr>
        <p:txBody>
          <a:bodyPr anchor="t">
            <a:normAutofit/>
          </a:bodyPr>
          <a:lstStyle/>
          <a:p>
            <a:pPr algn="ctr"/>
            <a:r>
              <a:rPr lang="en-IN" sz="4800" dirty="0"/>
              <a:t>Amazon EC2 AMI lifecycle</a:t>
            </a:r>
          </a:p>
        </p:txBody>
      </p:sp>
      <p:graphicFrame>
        <p:nvGraphicFramePr>
          <p:cNvPr id="5" name="Content Placeholder 2">
            <a:extLst>
              <a:ext uri="{FF2B5EF4-FFF2-40B4-BE49-F238E27FC236}">
                <a16:creationId xmlns:a16="http://schemas.microsoft.com/office/drawing/2014/main" id="{5F98B96C-8021-5A09-4925-455F1B305AF0}"/>
              </a:ext>
            </a:extLst>
          </p:cNvPr>
          <p:cNvGraphicFramePr>
            <a:graphicFrameLocks noGrp="1"/>
          </p:cNvGraphicFramePr>
          <p:nvPr>
            <p:ph idx="1"/>
            <p:extLst>
              <p:ext uri="{D42A27DB-BD31-4B8C-83A1-F6EECF244321}">
                <p14:modId xmlns:p14="http://schemas.microsoft.com/office/powerpoint/2010/main" val="111418815"/>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9600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E5539EC-8CB8-002F-68C6-6788402826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10" name="Rectangle 9">
              <a:extLst>
                <a:ext uri="{FF2B5EF4-FFF2-40B4-BE49-F238E27FC236}">
                  <a16:creationId xmlns:a16="http://schemas.microsoft.com/office/drawing/2014/main" id="{6C5D55A6-9EFD-CDA3-20CC-A99812CE1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B6E73B-6DFD-AE6C-1628-DF8DC30085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0E00FC4-DDBC-F424-CF71-73AF7A28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75DC57F-E471-4186-9DF5-BED8FD30C699}"/>
              </a:ext>
            </a:extLst>
          </p:cNvPr>
          <p:cNvSpPr>
            <a:spLocks noGrp="1"/>
          </p:cNvSpPr>
          <p:nvPr>
            <p:ph type="title"/>
          </p:nvPr>
        </p:nvSpPr>
        <p:spPr>
          <a:xfrm>
            <a:off x="876691" y="301843"/>
            <a:ext cx="10477109" cy="1003532"/>
          </a:xfrm>
        </p:spPr>
        <p:txBody>
          <a:bodyPr anchor="ctr">
            <a:normAutofit/>
          </a:bodyPr>
          <a:lstStyle/>
          <a:p>
            <a:pPr algn="ctr"/>
            <a:r>
              <a:rPr lang="en-US" sz="4000" dirty="0">
                <a:solidFill>
                  <a:srgbClr val="FFFFFF"/>
                </a:solidFill>
              </a:rPr>
              <a:t>Types of AMI</a:t>
            </a:r>
            <a:endParaRPr lang="en-IN" sz="4000" dirty="0">
              <a:solidFill>
                <a:srgbClr val="FFFFFF"/>
              </a:solidFill>
            </a:endParaRPr>
          </a:p>
        </p:txBody>
      </p:sp>
      <p:graphicFrame>
        <p:nvGraphicFramePr>
          <p:cNvPr id="4" name="Content Placeholder 3">
            <a:extLst>
              <a:ext uri="{FF2B5EF4-FFF2-40B4-BE49-F238E27FC236}">
                <a16:creationId xmlns:a16="http://schemas.microsoft.com/office/drawing/2014/main" id="{FFCB6005-BC5B-23B2-0A92-D28D6A86F467}"/>
              </a:ext>
            </a:extLst>
          </p:cNvPr>
          <p:cNvGraphicFramePr>
            <a:graphicFrameLocks noGrp="1"/>
          </p:cNvGraphicFramePr>
          <p:nvPr>
            <p:ph idx="1"/>
            <p:extLst>
              <p:ext uri="{D42A27DB-BD31-4B8C-83A1-F6EECF244321}">
                <p14:modId xmlns:p14="http://schemas.microsoft.com/office/powerpoint/2010/main" val="3295128751"/>
              </p:ext>
            </p:extLst>
          </p:nvPr>
        </p:nvGraphicFramePr>
        <p:xfrm>
          <a:off x="719328" y="1950720"/>
          <a:ext cx="10596373" cy="3797784"/>
        </p:xfrm>
        <a:graphic>
          <a:graphicData uri="http://schemas.openxmlformats.org/drawingml/2006/table">
            <a:tbl>
              <a:tblPr/>
              <a:tblGrid>
                <a:gridCol w="3498261">
                  <a:extLst>
                    <a:ext uri="{9D8B030D-6E8A-4147-A177-3AD203B41FA5}">
                      <a16:colId xmlns:a16="http://schemas.microsoft.com/office/drawing/2014/main" val="1737087653"/>
                    </a:ext>
                  </a:extLst>
                </a:gridCol>
                <a:gridCol w="3498261">
                  <a:extLst>
                    <a:ext uri="{9D8B030D-6E8A-4147-A177-3AD203B41FA5}">
                      <a16:colId xmlns:a16="http://schemas.microsoft.com/office/drawing/2014/main" val="3170548158"/>
                    </a:ext>
                  </a:extLst>
                </a:gridCol>
                <a:gridCol w="3599851">
                  <a:extLst>
                    <a:ext uri="{9D8B030D-6E8A-4147-A177-3AD203B41FA5}">
                      <a16:colId xmlns:a16="http://schemas.microsoft.com/office/drawing/2014/main" val="534275147"/>
                    </a:ext>
                  </a:extLst>
                </a:gridCol>
              </a:tblGrid>
              <a:tr h="470416">
                <a:tc>
                  <a:txBody>
                    <a:bodyPr/>
                    <a:lstStyle/>
                    <a:p>
                      <a:pPr>
                        <a:buNone/>
                      </a:pPr>
                      <a:r>
                        <a:rPr lang="en-IN" sz="2000" b="1"/>
                        <a:t>Type</a:t>
                      </a:r>
                      <a:endParaRPr lang="en-IN" sz="2000"/>
                    </a:p>
                  </a:txBody>
                  <a:tcPr marL="89904" marR="89904" marT="44952" marB="44952" anchor="ctr">
                    <a:lnL>
                      <a:noFill/>
                    </a:lnL>
                    <a:lnR>
                      <a:noFill/>
                    </a:lnR>
                    <a:lnT>
                      <a:noFill/>
                    </a:lnT>
                    <a:lnB>
                      <a:noFill/>
                    </a:lnB>
                    <a:noFill/>
                  </a:tcPr>
                </a:tc>
                <a:tc>
                  <a:txBody>
                    <a:bodyPr/>
                    <a:lstStyle/>
                    <a:p>
                      <a:pPr>
                        <a:buNone/>
                      </a:pPr>
                      <a:r>
                        <a:rPr lang="en-IN" sz="2000" b="1"/>
                        <a:t>Description</a:t>
                      </a:r>
                      <a:endParaRPr lang="en-IN" sz="2000"/>
                    </a:p>
                  </a:txBody>
                  <a:tcPr marL="89904" marR="89904" marT="44952" marB="44952" anchor="ctr">
                    <a:lnL>
                      <a:noFill/>
                    </a:lnL>
                    <a:lnR>
                      <a:noFill/>
                    </a:lnR>
                    <a:lnT>
                      <a:noFill/>
                    </a:lnT>
                    <a:lnB>
                      <a:noFill/>
                    </a:lnB>
                    <a:noFill/>
                  </a:tcPr>
                </a:tc>
                <a:tc>
                  <a:txBody>
                    <a:bodyPr/>
                    <a:lstStyle/>
                    <a:p>
                      <a:pPr>
                        <a:buNone/>
                      </a:pPr>
                      <a:r>
                        <a:rPr lang="en-IN" sz="2000" b="1"/>
                        <a:t>Example</a:t>
                      </a:r>
                      <a:endParaRPr lang="en-IN" sz="2000"/>
                    </a:p>
                  </a:txBody>
                  <a:tcPr marL="89904" marR="89904" marT="44952" marB="44952" anchor="ctr">
                    <a:lnL>
                      <a:noFill/>
                    </a:lnL>
                    <a:lnR>
                      <a:noFill/>
                    </a:lnR>
                    <a:lnT>
                      <a:noFill/>
                    </a:lnT>
                    <a:lnB>
                      <a:noFill/>
                    </a:lnB>
                    <a:noFill/>
                  </a:tcPr>
                </a:tc>
                <a:extLst>
                  <a:ext uri="{0D108BD9-81ED-4DB2-BD59-A6C34878D82A}">
                    <a16:rowId xmlns:a16="http://schemas.microsoft.com/office/drawing/2014/main" val="678616057"/>
                  </a:ext>
                </a:extLst>
              </a:tr>
              <a:tr h="831842">
                <a:tc>
                  <a:txBody>
                    <a:bodyPr/>
                    <a:lstStyle/>
                    <a:p>
                      <a:pPr>
                        <a:buNone/>
                      </a:pPr>
                      <a:r>
                        <a:rPr lang="en-IN" sz="2000" b="1"/>
                        <a:t>AWS-Provided AMI</a:t>
                      </a:r>
                      <a:endParaRPr lang="en-IN" sz="2000"/>
                    </a:p>
                  </a:txBody>
                  <a:tcPr marL="89904" marR="89904" marT="44952" marB="44952" anchor="ctr">
                    <a:lnL>
                      <a:noFill/>
                    </a:lnL>
                    <a:lnR>
                      <a:noFill/>
                    </a:lnR>
                    <a:lnT>
                      <a:noFill/>
                    </a:lnT>
                    <a:lnB>
                      <a:noFill/>
                    </a:lnB>
                    <a:noFill/>
                  </a:tcPr>
                </a:tc>
                <a:tc>
                  <a:txBody>
                    <a:bodyPr/>
                    <a:lstStyle/>
                    <a:p>
                      <a:pPr>
                        <a:buNone/>
                      </a:pPr>
                      <a:r>
                        <a:rPr lang="en-US" sz="2000" dirty="0"/>
                        <a:t>Maintained by AWS for popular OSes.</a:t>
                      </a:r>
                    </a:p>
                  </a:txBody>
                  <a:tcPr marL="89904" marR="89904" marT="44952" marB="44952" anchor="ctr">
                    <a:lnL>
                      <a:noFill/>
                    </a:lnL>
                    <a:lnR>
                      <a:noFill/>
                    </a:lnR>
                    <a:lnT>
                      <a:noFill/>
                    </a:lnT>
                    <a:lnB>
                      <a:noFill/>
                    </a:lnB>
                    <a:noFill/>
                  </a:tcPr>
                </a:tc>
                <a:tc>
                  <a:txBody>
                    <a:bodyPr/>
                    <a:lstStyle/>
                    <a:p>
                      <a:pPr>
                        <a:buNone/>
                      </a:pPr>
                      <a:r>
                        <a:rPr lang="en-IN" sz="2000"/>
                        <a:t>Amazon Linux, Ubuntu, Windows Server</a:t>
                      </a:r>
                    </a:p>
                  </a:txBody>
                  <a:tcPr marL="89904" marR="89904" marT="44952" marB="44952" anchor="ctr">
                    <a:lnL>
                      <a:noFill/>
                    </a:lnL>
                    <a:lnR>
                      <a:noFill/>
                    </a:lnR>
                    <a:lnT>
                      <a:noFill/>
                    </a:lnT>
                    <a:lnB>
                      <a:noFill/>
                    </a:lnB>
                    <a:noFill/>
                  </a:tcPr>
                </a:tc>
                <a:extLst>
                  <a:ext uri="{0D108BD9-81ED-4DB2-BD59-A6C34878D82A}">
                    <a16:rowId xmlns:a16="http://schemas.microsoft.com/office/drawing/2014/main" val="1332313234"/>
                  </a:ext>
                </a:extLst>
              </a:tr>
              <a:tr h="831842">
                <a:tc>
                  <a:txBody>
                    <a:bodyPr/>
                    <a:lstStyle/>
                    <a:p>
                      <a:pPr>
                        <a:buNone/>
                      </a:pPr>
                      <a:r>
                        <a:rPr lang="en-IN" sz="2000" b="1"/>
                        <a:t>Marketplace AMI</a:t>
                      </a:r>
                      <a:endParaRPr lang="en-IN" sz="2000"/>
                    </a:p>
                  </a:txBody>
                  <a:tcPr marL="89904" marR="89904" marT="44952" marB="44952" anchor="ctr">
                    <a:lnL>
                      <a:noFill/>
                    </a:lnL>
                    <a:lnR>
                      <a:noFill/>
                    </a:lnR>
                    <a:lnT>
                      <a:noFill/>
                    </a:lnT>
                    <a:lnB>
                      <a:noFill/>
                    </a:lnB>
                    <a:noFill/>
                  </a:tcPr>
                </a:tc>
                <a:tc>
                  <a:txBody>
                    <a:bodyPr/>
                    <a:lstStyle/>
                    <a:p>
                      <a:pPr>
                        <a:buNone/>
                      </a:pPr>
                      <a:r>
                        <a:rPr lang="en-US" sz="2000"/>
                        <a:t>Published by vendors; may include licensed software.</a:t>
                      </a:r>
                    </a:p>
                  </a:txBody>
                  <a:tcPr marL="89904" marR="89904" marT="44952" marB="44952" anchor="ctr">
                    <a:lnL>
                      <a:noFill/>
                    </a:lnL>
                    <a:lnR>
                      <a:noFill/>
                    </a:lnR>
                    <a:lnT>
                      <a:noFill/>
                    </a:lnT>
                    <a:lnB>
                      <a:noFill/>
                    </a:lnB>
                    <a:noFill/>
                  </a:tcPr>
                </a:tc>
                <a:tc>
                  <a:txBody>
                    <a:bodyPr/>
                    <a:lstStyle/>
                    <a:p>
                      <a:pPr>
                        <a:buNone/>
                      </a:pPr>
                      <a:r>
                        <a:rPr lang="en-IN" sz="2000"/>
                        <a:t>Red Hat, SUSE, WordPress, etc.</a:t>
                      </a:r>
                    </a:p>
                  </a:txBody>
                  <a:tcPr marL="89904" marR="89904" marT="44952" marB="44952" anchor="ctr">
                    <a:lnL>
                      <a:noFill/>
                    </a:lnL>
                    <a:lnR>
                      <a:noFill/>
                    </a:lnR>
                    <a:lnT>
                      <a:noFill/>
                    </a:lnT>
                    <a:lnB>
                      <a:noFill/>
                    </a:lnB>
                    <a:noFill/>
                  </a:tcPr>
                </a:tc>
                <a:extLst>
                  <a:ext uri="{0D108BD9-81ED-4DB2-BD59-A6C34878D82A}">
                    <a16:rowId xmlns:a16="http://schemas.microsoft.com/office/drawing/2014/main" val="912159811"/>
                  </a:ext>
                </a:extLst>
              </a:tr>
              <a:tr h="831842">
                <a:tc>
                  <a:txBody>
                    <a:bodyPr/>
                    <a:lstStyle/>
                    <a:p>
                      <a:pPr>
                        <a:buNone/>
                      </a:pPr>
                      <a:r>
                        <a:rPr lang="en-IN" sz="2000" b="1"/>
                        <a:t>Custom AMI</a:t>
                      </a:r>
                      <a:endParaRPr lang="en-IN" sz="2000"/>
                    </a:p>
                  </a:txBody>
                  <a:tcPr marL="89904" marR="89904" marT="44952" marB="44952" anchor="ctr">
                    <a:lnL>
                      <a:noFill/>
                    </a:lnL>
                    <a:lnR>
                      <a:noFill/>
                    </a:lnR>
                    <a:lnT>
                      <a:noFill/>
                    </a:lnT>
                    <a:lnB>
                      <a:noFill/>
                    </a:lnB>
                    <a:noFill/>
                  </a:tcPr>
                </a:tc>
                <a:tc>
                  <a:txBody>
                    <a:bodyPr/>
                    <a:lstStyle/>
                    <a:p>
                      <a:pPr>
                        <a:buNone/>
                      </a:pPr>
                      <a:r>
                        <a:rPr lang="en-US" sz="2000"/>
                        <a:t>Created by you for repeated use with your setup.</a:t>
                      </a:r>
                    </a:p>
                  </a:txBody>
                  <a:tcPr marL="89904" marR="89904" marT="44952" marB="44952" anchor="ctr">
                    <a:lnL>
                      <a:noFill/>
                    </a:lnL>
                    <a:lnR>
                      <a:noFill/>
                    </a:lnR>
                    <a:lnT>
                      <a:noFill/>
                    </a:lnT>
                    <a:lnB>
                      <a:noFill/>
                    </a:lnB>
                    <a:noFill/>
                  </a:tcPr>
                </a:tc>
                <a:tc>
                  <a:txBody>
                    <a:bodyPr/>
                    <a:lstStyle/>
                    <a:p>
                      <a:pPr>
                        <a:buNone/>
                      </a:pPr>
                      <a:r>
                        <a:rPr lang="en-IN" sz="2000"/>
                        <a:t>Pre-installed apps, configurations</a:t>
                      </a:r>
                    </a:p>
                  </a:txBody>
                  <a:tcPr marL="89904" marR="89904" marT="44952" marB="44952" anchor="ctr">
                    <a:lnL>
                      <a:noFill/>
                    </a:lnL>
                    <a:lnR>
                      <a:noFill/>
                    </a:lnR>
                    <a:lnT>
                      <a:noFill/>
                    </a:lnT>
                    <a:lnB>
                      <a:noFill/>
                    </a:lnB>
                    <a:noFill/>
                  </a:tcPr>
                </a:tc>
                <a:extLst>
                  <a:ext uri="{0D108BD9-81ED-4DB2-BD59-A6C34878D82A}">
                    <a16:rowId xmlns:a16="http://schemas.microsoft.com/office/drawing/2014/main" val="1527017562"/>
                  </a:ext>
                </a:extLst>
              </a:tr>
              <a:tr h="831842">
                <a:tc>
                  <a:txBody>
                    <a:bodyPr/>
                    <a:lstStyle/>
                    <a:p>
                      <a:pPr>
                        <a:buNone/>
                      </a:pPr>
                      <a:r>
                        <a:rPr lang="en-IN" sz="2000" b="1"/>
                        <a:t>Community AMI</a:t>
                      </a:r>
                      <a:endParaRPr lang="en-IN" sz="2000"/>
                    </a:p>
                  </a:txBody>
                  <a:tcPr marL="89904" marR="89904" marT="44952" marB="44952" anchor="ctr">
                    <a:lnL>
                      <a:noFill/>
                    </a:lnL>
                    <a:lnR>
                      <a:noFill/>
                    </a:lnR>
                    <a:lnT>
                      <a:noFill/>
                    </a:lnT>
                    <a:lnB>
                      <a:noFill/>
                    </a:lnB>
                    <a:noFill/>
                  </a:tcPr>
                </a:tc>
                <a:tc>
                  <a:txBody>
                    <a:bodyPr/>
                    <a:lstStyle/>
                    <a:p>
                      <a:pPr>
                        <a:buNone/>
                      </a:pPr>
                      <a:r>
                        <a:rPr lang="en-US" sz="2000"/>
                        <a:t>Shared publicly by other AWS users.</a:t>
                      </a:r>
                    </a:p>
                  </a:txBody>
                  <a:tcPr marL="89904" marR="89904" marT="44952" marB="44952" anchor="ctr">
                    <a:lnL>
                      <a:noFill/>
                    </a:lnL>
                    <a:lnR>
                      <a:noFill/>
                    </a:lnR>
                    <a:lnT>
                      <a:noFill/>
                    </a:lnT>
                    <a:lnB>
                      <a:noFill/>
                    </a:lnB>
                    <a:noFill/>
                  </a:tcPr>
                </a:tc>
                <a:tc>
                  <a:txBody>
                    <a:bodyPr/>
                    <a:lstStyle/>
                    <a:p>
                      <a:pPr>
                        <a:buNone/>
                      </a:pPr>
                      <a:r>
                        <a:rPr lang="en-IN" sz="2000" dirty="0"/>
                        <a:t>Open-source OS images</a:t>
                      </a:r>
                    </a:p>
                  </a:txBody>
                  <a:tcPr marL="89904" marR="89904" marT="44952" marB="44952" anchor="ctr">
                    <a:lnL>
                      <a:noFill/>
                    </a:lnL>
                    <a:lnR>
                      <a:noFill/>
                    </a:lnR>
                    <a:lnT>
                      <a:noFill/>
                    </a:lnT>
                    <a:lnB>
                      <a:noFill/>
                    </a:lnB>
                    <a:noFill/>
                  </a:tcPr>
                </a:tc>
                <a:extLst>
                  <a:ext uri="{0D108BD9-81ED-4DB2-BD59-A6C34878D82A}">
                    <a16:rowId xmlns:a16="http://schemas.microsoft.com/office/drawing/2014/main" val="200479209"/>
                  </a:ext>
                </a:extLst>
              </a:tr>
            </a:tbl>
          </a:graphicData>
        </a:graphic>
      </p:graphicFrame>
    </p:spTree>
    <p:extLst>
      <p:ext uri="{BB962C8B-B14F-4D97-AF65-F5344CB8AC3E}">
        <p14:creationId xmlns:p14="http://schemas.microsoft.com/office/powerpoint/2010/main" val="661481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7E837-43AE-27E4-8A13-1567E9A2D64D}"/>
              </a:ext>
            </a:extLst>
          </p:cNvPr>
          <p:cNvSpPr>
            <a:spLocks noGrp="1"/>
          </p:cNvSpPr>
          <p:nvPr>
            <p:ph type="title"/>
          </p:nvPr>
        </p:nvSpPr>
        <p:spPr>
          <a:xfrm>
            <a:off x="838201" y="3998018"/>
            <a:ext cx="3981854" cy="2216513"/>
          </a:xfrm>
        </p:spPr>
        <p:txBody>
          <a:bodyPr>
            <a:normAutofit/>
          </a:bodyPr>
          <a:lstStyle/>
          <a:p>
            <a:r>
              <a:rPr lang="en-US"/>
              <a:t>Thank you</a:t>
            </a:r>
            <a:endParaRPr lang="en-IN" dirty="0"/>
          </a:p>
        </p:txBody>
      </p:sp>
      <p:sp>
        <p:nvSpPr>
          <p:cNvPr id="3" name="Content Placeholder 2">
            <a:extLst>
              <a:ext uri="{FF2B5EF4-FFF2-40B4-BE49-F238E27FC236}">
                <a16:creationId xmlns:a16="http://schemas.microsoft.com/office/drawing/2014/main" id="{C539D02F-E4EF-457E-F87A-D88C90B43CB7}"/>
              </a:ext>
            </a:extLst>
          </p:cNvPr>
          <p:cNvSpPr>
            <a:spLocks noGrp="1"/>
          </p:cNvSpPr>
          <p:nvPr>
            <p:ph idx="1"/>
          </p:nvPr>
        </p:nvSpPr>
        <p:spPr>
          <a:xfrm>
            <a:off x="5040106" y="2320744"/>
            <a:ext cx="6382966" cy="2216512"/>
          </a:xfrm>
        </p:spPr>
        <p:txBody>
          <a:bodyPr>
            <a:normAutofit/>
          </a:bodyPr>
          <a:lstStyle/>
          <a:p>
            <a:pPr algn="ctr"/>
            <a:r>
              <a:rPr lang="en-US" dirty="0"/>
              <a:t>Explore my other </a:t>
            </a:r>
            <a:r>
              <a:rPr lang="en-US" b="1" dirty="0"/>
              <a:t>Cloud Computing Playlists</a:t>
            </a:r>
            <a:r>
              <a:rPr lang="en-US" dirty="0"/>
              <a:t> for more learning</a:t>
            </a:r>
          </a:p>
          <a:p>
            <a:endParaRPr lang="en-US" dirty="0"/>
          </a:p>
          <a:p>
            <a:pPr marL="0" indent="0">
              <a:buNone/>
            </a:pPr>
            <a:endParaRPr lang="en-US" dirty="0"/>
          </a:p>
        </p:txBody>
      </p:sp>
      <p:sp>
        <p:nvSpPr>
          <p:cNvPr id="5" name="Rectangle 4">
            <a:extLst>
              <a:ext uri="{FF2B5EF4-FFF2-40B4-BE49-F238E27FC236}">
                <a16:creationId xmlns:a16="http://schemas.microsoft.com/office/drawing/2014/main" id="{BB701CDA-07AF-C32D-549F-4818E1C95BBB}"/>
              </a:ext>
            </a:extLst>
          </p:cNvPr>
          <p:cNvSpPr/>
          <p:nvPr/>
        </p:nvSpPr>
        <p:spPr>
          <a:xfrm>
            <a:off x="6" y="6347637"/>
            <a:ext cx="12191994" cy="498212"/>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descr="A white text on a black background&#10;&#10;AI-generated content may be incorrect.">
            <a:extLst>
              <a:ext uri="{FF2B5EF4-FFF2-40B4-BE49-F238E27FC236}">
                <a16:creationId xmlns:a16="http://schemas.microsoft.com/office/drawing/2014/main" id="{B2BE5594-B791-6E6D-5081-DB7AA0AA10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7521" y="6413900"/>
            <a:ext cx="2298764" cy="357519"/>
          </a:xfrm>
          <a:prstGeom prst="rect">
            <a:avLst/>
          </a:prstGeom>
        </p:spPr>
      </p:pic>
    </p:spTree>
    <p:extLst>
      <p:ext uri="{BB962C8B-B14F-4D97-AF65-F5344CB8AC3E}">
        <p14:creationId xmlns:p14="http://schemas.microsoft.com/office/powerpoint/2010/main" val="1529401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592</Words>
  <Application>Microsoft Office PowerPoint</Application>
  <PresentationFormat>Widescreen</PresentationFormat>
  <Paragraphs>45</Paragraphs>
  <Slides>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Amazon Machine Image</vt:lpstr>
      <vt:lpstr>Amazon Machine Image</vt:lpstr>
      <vt:lpstr>An AMI contains </vt:lpstr>
      <vt:lpstr>Amazon EC2 AMI lifecycle</vt:lpstr>
      <vt:lpstr>Types of AMI</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Behal</dc:creator>
  <cp:lastModifiedBy>Ritesh Behal</cp:lastModifiedBy>
  <cp:revision>29</cp:revision>
  <dcterms:created xsi:type="dcterms:W3CDTF">2025-07-03T11:02:36Z</dcterms:created>
  <dcterms:modified xsi:type="dcterms:W3CDTF">2025-10-19T06:54:54Z</dcterms:modified>
</cp:coreProperties>
</file>