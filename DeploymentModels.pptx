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71" r:id="rId4"/>
    <p:sldId id="272" r:id="rId5"/>
    <p:sldId id="273" r:id="rId6"/>
    <p:sldId id="274" r:id="rId7"/>
    <p:sldId id="2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F78D99-9759-4283-82BA-0CBA71EC4F16}" type="doc">
      <dgm:prSet loTypeId="urn:microsoft.com/office/officeart/2005/8/layout/vList2" loCatId="list" qsTypeId="urn:microsoft.com/office/officeart/2005/8/quickstyle/simple2" qsCatId="simple" csTypeId="urn:microsoft.com/office/officeart/2005/8/colors/accent0_3" csCatId="mainScheme" phldr="1"/>
      <dgm:spPr/>
      <dgm:t>
        <a:bodyPr/>
        <a:lstStyle/>
        <a:p>
          <a:endParaRPr lang="en-US"/>
        </a:p>
      </dgm:t>
    </dgm:pt>
    <dgm:pt modelId="{85B3ED3C-E52A-4926-B021-6C7C28C59A7D}">
      <dgm:prSet/>
      <dgm:spPr/>
      <dgm:t>
        <a:bodyPr/>
        <a:lstStyle/>
        <a:p>
          <a:pPr algn="ctr">
            <a:defRPr b="1"/>
          </a:pPr>
          <a:r>
            <a:rPr lang="en-US" b="0" dirty="0">
              <a:latin typeface="Calibri" panose="020F0502020204030204" pitchFamily="34" charset="0"/>
              <a:ea typeface="Calibri" panose="020F0502020204030204" pitchFamily="34" charset="0"/>
              <a:cs typeface="Calibri" panose="020F0502020204030204" pitchFamily="34" charset="0"/>
            </a:rPr>
            <a:t>Cloud</a:t>
          </a:r>
        </a:p>
      </dgm:t>
    </dgm:pt>
    <dgm:pt modelId="{79A49B79-467F-4926-B293-9390672F3BE1}" type="parTrans" cxnId="{7288E64D-44DF-4AED-952D-BE6F3A6E55E7}">
      <dgm:prSet/>
      <dgm:spPr/>
      <dgm:t>
        <a:bodyPr/>
        <a:lstStyle/>
        <a:p>
          <a:endParaRPr lang="en-US"/>
        </a:p>
      </dgm:t>
    </dgm:pt>
    <dgm:pt modelId="{194FCB28-8C79-406D-AA4D-09C890B6A9B2}" type="sibTrans" cxnId="{7288E64D-44DF-4AED-952D-BE6F3A6E55E7}">
      <dgm:prSet/>
      <dgm:spPr/>
      <dgm:t>
        <a:bodyPr/>
        <a:lstStyle/>
        <a:p>
          <a:endParaRPr lang="en-US"/>
        </a:p>
      </dgm:t>
    </dgm:pt>
    <dgm:pt modelId="{57378C22-F3D9-4DE7-9A01-3E8924CC8054}">
      <dgm:prSet/>
      <dgm:spPr/>
      <dgm:t>
        <a:bodyPr/>
        <a:lstStyle/>
        <a:p>
          <a:pPr algn="ctr">
            <a:defRPr b="1"/>
          </a:pPr>
          <a:r>
            <a:rPr lang="en-US" dirty="0">
              <a:latin typeface="Calibri" panose="020F0502020204030204" pitchFamily="34" charset="0"/>
              <a:ea typeface="Calibri" panose="020F0502020204030204" pitchFamily="34" charset="0"/>
              <a:cs typeface="Calibri" panose="020F0502020204030204" pitchFamily="34" charset="0"/>
            </a:rPr>
            <a:t>Hybrid</a:t>
          </a:r>
        </a:p>
      </dgm:t>
    </dgm:pt>
    <dgm:pt modelId="{8BBF5802-F505-46D0-A296-DAC09E2B6907}" type="parTrans" cxnId="{4A386242-55CC-45D3-9EA6-1A8EB2B199B9}">
      <dgm:prSet/>
      <dgm:spPr/>
      <dgm:t>
        <a:bodyPr/>
        <a:lstStyle/>
        <a:p>
          <a:endParaRPr lang="en-US"/>
        </a:p>
      </dgm:t>
    </dgm:pt>
    <dgm:pt modelId="{8AB128C5-7E35-47B6-B828-6A6D9C04DF5B}" type="sibTrans" cxnId="{4A386242-55CC-45D3-9EA6-1A8EB2B199B9}">
      <dgm:prSet/>
      <dgm:spPr/>
      <dgm:t>
        <a:bodyPr/>
        <a:lstStyle/>
        <a:p>
          <a:endParaRPr lang="en-US"/>
        </a:p>
      </dgm:t>
    </dgm:pt>
    <dgm:pt modelId="{361D7DDC-E9B3-4B75-9024-0371ABA5A2E1}">
      <dgm:prSet/>
      <dgm:spPr/>
      <dgm:t>
        <a:bodyPr/>
        <a:lstStyle/>
        <a:p>
          <a:pPr algn="ctr">
            <a:defRPr b="1"/>
          </a:pPr>
          <a:r>
            <a:rPr lang="en-US" dirty="0">
              <a:latin typeface="Calibri" panose="020F0502020204030204" pitchFamily="34" charset="0"/>
              <a:ea typeface="Calibri" panose="020F0502020204030204" pitchFamily="34" charset="0"/>
              <a:cs typeface="Calibri" panose="020F0502020204030204" pitchFamily="34" charset="0"/>
            </a:rPr>
            <a:t>Community Cloud </a:t>
          </a:r>
        </a:p>
      </dgm:t>
    </dgm:pt>
    <dgm:pt modelId="{11C86239-E6B5-4E64-BE3C-E88C9146D525}" type="parTrans" cxnId="{53FE3A64-56C7-4729-BC72-AB8FD1DC67B8}">
      <dgm:prSet/>
      <dgm:spPr/>
      <dgm:t>
        <a:bodyPr/>
        <a:lstStyle/>
        <a:p>
          <a:endParaRPr lang="en-IN"/>
        </a:p>
      </dgm:t>
    </dgm:pt>
    <dgm:pt modelId="{3950188D-AA02-45A2-BA1E-5C64850EA780}" type="sibTrans" cxnId="{53FE3A64-56C7-4729-BC72-AB8FD1DC67B8}">
      <dgm:prSet/>
      <dgm:spPr/>
      <dgm:t>
        <a:bodyPr/>
        <a:lstStyle/>
        <a:p>
          <a:endParaRPr lang="en-IN"/>
        </a:p>
      </dgm:t>
    </dgm:pt>
    <dgm:pt modelId="{EA0F445A-D722-4906-9BD2-0F25EB9B6FBD}">
      <dgm:prSet/>
      <dgm:spPr/>
      <dgm:t>
        <a:bodyPr/>
        <a:lstStyle/>
        <a:p>
          <a:pPr algn="ctr"/>
          <a:r>
            <a:rPr lang="en-US" dirty="0">
              <a:latin typeface="Calibri" panose="020F0502020204030204" pitchFamily="34" charset="0"/>
              <a:ea typeface="Calibri" panose="020F0502020204030204" pitchFamily="34" charset="0"/>
              <a:cs typeface="Calibri" panose="020F0502020204030204" pitchFamily="34" charset="0"/>
            </a:rPr>
            <a:t>Private cloud (on-premises)</a:t>
          </a:r>
        </a:p>
      </dgm:t>
    </dgm:pt>
    <dgm:pt modelId="{5A444FA9-AF92-4621-B973-748D79F0387E}" type="parTrans" cxnId="{2D522FED-8E74-4319-BEC0-896F12F417DB}">
      <dgm:prSet/>
      <dgm:spPr/>
      <dgm:t>
        <a:bodyPr/>
        <a:lstStyle/>
        <a:p>
          <a:endParaRPr lang="en-IN"/>
        </a:p>
      </dgm:t>
    </dgm:pt>
    <dgm:pt modelId="{7963F739-62C0-4871-839D-F5B01CAEB2A6}" type="sibTrans" cxnId="{2D522FED-8E74-4319-BEC0-896F12F417DB}">
      <dgm:prSet/>
      <dgm:spPr/>
      <dgm:t>
        <a:bodyPr/>
        <a:lstStyle/>
        <a:p>
          <a:endParaRPr lang="en-IN"/>
        </a:p>
      </dgm:t>
    </dgm:pt>
    <dgm:pt modelId="{325E21C1-7E31-4B34-A83F-3AD63CF05118}" type="pres">
      <dgm:prSet presAssocID="{DEF78D99-9759-4283-82BA-0CBA71EC4F16}" presName="linear" presStyleCnt="0">
        <dgm:presLayoutVars>
          <dgm:animLvl val="lvl"/>
          <dgm:resizeHandles val="exact"/>
        </dgm:presLayoutVars>
      </dgm:prSet>
      <dgm:spPr/>
    </dgm:pt>
    <dgm:pt modelId="{CB90797B-2829-4C04-B806-316E052031DB}" type="pres">
      <dgm:prSet presAssocID="{85B3ED3C-E52A-4926-B021-6C7C28C59A7D}" presName="parentText" presStyleLbl="node1" presStyleIdx="0" presStyleCnt="4">
        <dgm:presLayoutVars>
          <dgm:chMax val="0"/>
          <dgm:bulletEnabled val="1"/>
        </dgm:presLayoutVars>
      </dgm:prSet>
      <dgm:spPr/>
    </dgm:pt>
    <dgm:pt modelId="{F8F8A8F8-126E-4AC6-97AB-AE02CDD0B1FC}" type="pres">
      <dgm:prSet presAssocID="{194FCB28-8C79-406D-AA4D-09C890B6A9B2}" presName="spacer" presStyleCnt="0"/>
      <dgm:spPr/>
    </dgm:pt>
    <dgm:pt modelId="{A8EDC915-E00F-4D4A-8BD3-B469344EBEAC}" type="pres">
      <dgm:prSet presAssocID="{EA0F445A-D722-4906-9BD2-0F25EB9B6FBD}" presName="parentText" presStyleLbl="node1" presStyleIdx="1" presStyleCnt="4">
        <dgm:presLayoutVars>
          <dgm:chMax val="0"/>
          <dgm:bulletEnabled val="1"/>
        </dgm:presLayoutVars>
      </dgm:prSet>
      <dgm:spPr/>
    </dgm:pt>
    <dgm:pt modelId="{0915E015-805A-4CBC-A1AA-DD7CDF87D1C1}" type="pres">
      <dgm:prSet presAssocID="{7963F739-62C0-4871-839D-F5B01CAEB2A6}" presName="spacer" presStyleCnt="0"/>
      <dgm:spPr/>
    </dgm:pt>
    <dgm:pt modelId="{300DD3C4-16C9-4BE5-8BDE-33DECCA2B543}" type="pres">
      <dgm:prSet presAssocID="{57378C22-F3D9-4DE7-9A01-3E8924CC8054}" presName="parentText" presStyleLbl="node1" presStyleIdx="2" presStyleCnt="4">
        <dgm:presLayoutVars>
          <dgm:chMax val="0"/>
          <dgm:bulletEnabled val="1"/>
        </dgm:presLayoutVars>
      </dgm:prSet>
      <dgm:spPr/>
    </dgm:pt>
    <dgm:pt modelId="{9E3E2F48-A3FB-4C45-A50E-316387BFF877}" type="pres">
      <dgm:prSet presAssocID="{8AB128C5-7E35-47B6-B828-6A6D9C04DF5B}" presName="spacer" presStyleCnt="0"/>
      <dgm:spPr/>
    </dgm:pt>
    <dgm:pt modelId="{4B802954-84E7-4AD3-8570-8EFE00A32FAA}" type="pres">
      <dgm:prSet presAssocID="{361D7DDC-E9B3-4B75-9024-0371ABA5A2E1}" presName="parentText" presStyleLbl="node1" presStyleIdx="3" presStyleCnt="4">
        <dgm:presLayoutVars>
          <dgm:chMax val="0"/>
          <dgm:bulletEnabled val="1"/>
        </dgm:presLayoutVars>
      </dgm:prSet>
      <dgm:spPr/>
    </dgm:pt>
  </dgm:ptLst>
  <dgm:cxnLst>
    <dgm:cxn modelId="{AAE4901A-F796-4D0E-BC72-629CE0457BBD}" type="presOf" srcId="{85B3ED3C-E52A-4926-B021-6C7C28C59A7D}" destId="{CB90797B-2829-4C04-B806-316E052031DB}" srcOrd="0" destOrd="0" presId="urn:microsoft.com/office/officeart/2005/8/layout/vList2"/>
    <dgm:cxn modelId="{4A386242-55CC-45D3-9EA6-1A8EB2B199B9}" srcId="{DEF78D99-9759-4283-82BA-0CBA71EC4F16}" destId="{57378C22-F3D9-4DE7-9A01-3E8924CC8054}" srcOrd="2" destOrd="0" parTransId="{8BBF5802-F505-46D0-A296-DAC09E2B6907}" sibTransId="{8AB128C5-7E35-47B6-B828-6A6D9C04DF5B}"/>
    <dgm:cxn modelId="{53FE3A64-56C7-4729-BC72-AB8FD1DC67B8}" srcId="{DEF78D99-9759-4283-82BA-0CBA71EC4F16}" destId="{361D7DDC-E9B3-4B75-9024-0371ABA5A2E1}" srcOrd="3" destOrd="0" parTransId="{11C86239-E6B5-4E64-BE3C-E88C9146D525}" sibTransId="{3950188D-AA02-45A2-BA1E-5C64850EA780}"/>
    <dgm:cxn modelId="{15F49749-592D-48C6-B99F-E1FA669BF817}" type="presOf" srcId="{EA0F445A-D722-4906-9BD2-0F25EB9B6FBD}" destId="{A8EDC915-E00F-4D4A-8BD3-B469344EBEAC}" srcOrd="0" destOrd="0" presId="urn:microsoft.com/office/officeart/2005/8/layout/vList2"/>
    <dgm:cxn modelId="{7288E64D-44DF-4AED-952D-BE6F3A6E55E7}" srcId="{DEF78D99-9759-4283-82BA-0CBA71EC4F16}" destId="{85B3ED3C-E52A-4926-B021-6C7C28C59A7D}" srcOrd="0" destOrd="0" parTransId="{79A49B79-467F-4926-B293-9390672F3BE1}" sibTransId="{194FCB28-8C79-406D-AA4D-09C890B6A9B2}"/>
    <dgm:cxn modelId="{FBD0A99D-924C-4C50-BC20-A7DC58DDB688}" type="presOf" srcId="{361D7DDC-E9B3-4B75-9024-0371ABA5A2E1}" destId="{4B802954-84E7-4AD3-8570-8EFE00A32FAA}" srcOrd="0" destOrd="0" presId="urn:microsoft.com/office/officeart/2005/8/layout/vList2"/>
    <dgm:cxn modelId="{0C6DB1CD-6ECD-4218-9600-0A5AF64201C7}" type="presOf" srcId="{57378C22-F3D9-4DE7-9A01-3E8924CC8054}" destId="{300DD3C4-16C9-4BE5-8BDE-33DECCA2B543}" srcOrd="0" destOrd="0" presId="urn:microsoft.com/office/officeart/2005/8/layout/vList2"/>
    <dgm:cxn modelId="{2D522FED-8E74-4319-BEC0-896F12F417DB}" srcId="{DEF78D99-9759-4283-82BA-0CBA71EC4F16}" destId="{EA0F445A-D722-4906-9BD2-0F25EB9B6FBD}" srcOrd="1" destOrd="0" parTransId="{5A444FA9-AF92-4621-B973-748D79F0387E}" sibTransId="{7963F739-62C0-4871-839D-F5B01CAEB2A6}"/>
    <dgm:cxn modelId="{6C1EBEF3-B806-4181-BEFC-33F5729BD7E7}" type="presOf" srcId="{DEF78D99-9759-4283-82BA-0CBA71EC4F16}" destId="{325E21C1-7E31-4B34-A83F-3AD63CF05118}" srcOrd="0" destOrd="0" presId="urn:microsoft.com/office/officeart/2005/8/layout/vList2"/>
    <dgm:cxn modelId="{9602BA6B-66F6-407B-BEC8-55DE49A8835C}" type="presParOf" srcId="{325E21C1-7E31-4B34-A83F-3AD63CF05118}" destId="{CB90797B-2829-4C04-B806-316E052031DB}" srcOrd="0" destOrd="0" presId="urn:microsoft.com/office/officeart/2005/8/layout/vList2"/>
    <dgm:cxn modelId="{123AE6DE-E169-4317-8F5A-4E16898F360D}" type="presParOf" srcId="{325E21C1-7E31-4B34-A83F-3AD63CF05118}" destId="{F8F8A8F8-126E-4AC6-97AB-AE02CDD0B1FC}" srcOrd="1" destOrd="0" presId="urn:microsoft.com/office/officeart/2005/8/layout/vList2"/>
    <dgm:cxn modelId="{1669C0A6-6640-4794-9257-60D633CA4E22}" type="presParOf" srcId="{325E21C1-7E31-4B34-A83F-3AD63CF05118}" destId="{A8EDC915-E00F-4D4A-8BD3-B469344EBEAC}" srcOrd="2" destOrd="0" presId="urn:microsoft.com/office/officeart/2005/8/layout/vList2"/>
    <dgm:cxn modelId="{B828A8BF-0449-4457-A011-81DC99C72A8F}" type="presParOf" srcId="{325E21C1-7E31-4B34-A83F-3AD63CF05118}" destId="{0915E015-805A-4CBC-A1AA-DD7CDF87D1C1}" srcOrd="3" destOrd="0" presId="urn:microsoft.com/office/officeart/2005/8/layout/vList2"/>
    <dgm:cxn modelId="{B3BF8F73-CAD2-4B19-93A4-A02D44635C2B}" type="presParOf" srcId="{325E21C1-7E31-4B34-A83F-3AD63CF05118}" destId="{300DD3C4-16C9-4BE5-8BDE-33DECCA2B543}" srcOrd="4" destOrd="0" presId="urn:microsoft.com/office/officeart/2005/8/layout/vList2"/>
    <dgm:cxn modelId="{C8C4105B-98AC-44C0-8F38-4A1024450033}" type="presParOf" srcId="{325E21C1-7E31-4B34-A83F-3AD63CF05118}" destId="{9E3E2F48-A3FB-4C45-A50E-316387BFF877}" srcOrd="5" destOrd="0" presId="urn:microsoft.com/office/officeart/2005/8/layout/vList2"/>
    <dgm:cxn modelId="{10350945-4D42-49E8-AC7A-0E09B8F3A788}" type="presParOf" srcId="{325E21C1-7E31-4B34-A83F-3AD63CF05118}" destId="{4B802954-84E7-4AD3-8570-8EFE00A32FAA}"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61877B-4FF6-4C21-8255-B6D595835F3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CF37C18-92EE-47D8-A955-FDA340D9121D}">
      <dgm:prSet/>
      <dgm:spPr/>
      <dgm:t>
        <a:bodyPr/>
        <a:lstStyle/>
        <a:p>
          <a:r>
            <a:rPr lang="en-IN" dirty="0"/>
            <a:t>Services delivered over the internet</a:t>
          </a:r>
          <a:endParaRPr lang="en-US" dirty="0"/>
        </a:p>
      </dgm:t>
    </dgm:pt>
    <dgm:pt modelId="{4331CAF6-86B4-4A04-81B8-2BF1978446ED}" type="parTrans" cxnId="{A0EE0CE0-A380-485C-A5FC-BE46117B9D08}">
      <dgm:prSet/>
      <dgm:spPr/>
      <dgm:t>
        <a:bodyPr/>
        <a:lstStyle/>
        <a:p>
          <a:endParaRPr lang="en-US"/>
        </a:p>
      </dgm:t>
    </dgm:pt>
    <dgm:pt modelId="{DB7B332D-53E3-4D53-BEC2-34C72A8ED8B0}" type="sibTrans" cxnId="{A0EE0CE0-A380-485C-A5FC-BE46117B9D08}">
      <dgm:prSet/>
      <dgm:spPr/>
      <dgm:t>
        <a:bodyPr/>
        <a:lstStyle/>
        <a:p>
          <a:endParaRPr lang="en-US"/>
        </a:p>
      </dgm:t>
    </dgm:pt>
    <dgm:pt modelId="{7EB4976D-06C0-4A33-A4BF-1C350E009F85}">
      <dgm:prSet/>
      <dgm:spPr/>
      <dgm:t>
        <a:bodyPr/>
        <a:lstStyle/>
        <a:p>
          <a:r>
            <a:rPr lang="en-US" dirty="0"/>
            <a:t>Owned &amp; managed by cloud providers (AWS, Azure, GCP)</a:t>
          </a:r>
        </a:p>
      </dgm:t>
    </dgm:pt>
    <dgm:pt modelId="{9B1EE96C-400B-46B9-BC4C-2221C22A3220}" type="parTrans" cxnId="{E6570842-94BB-47BD-AB9A-6FD97BA78400}">
      <dgm:prSet/>
      <dgm:spPr/>
      <dgm:t>
        <a:bodyPr/>
        <a:lstStyle/>
        <a:p>
          <a:endParaRPr lang="en-US"/>
        </a:p>
      </dgm:t>
    </dgm:pt>
    <dgm:pt modelId="{2E2F4B36-3C62-4FAC-92B8-51DEB3C67314}" type="sibTrans" cxnId="{E6570842-94BB-47BD-AB9A-6FD97BA78400}">
      <dgm:prSet/>
      <dgm:spPr/>
      <dgm:t>
        <a:bodyPr/>
        <a:lstStyle/>
        <a:p>
          <a:endParaRPr lang="en-US"/>
        </a:p>
      </dgm:t>
    </dgm:pt>
    <dgm:pt modelId="{CE96CC2F-C57F-4DB8-ACCC-53E3F2B3FB6C}" type="pres">
      <dgm:prSet presAssocID="{6A61877B-4FF6-4C21-8255-B6D595835F37}" presName="root" presStyleCnt="0">
        <dgm:presLayoutVars>
          <dgm:dir/>
          <dgm:resizeHandles val="exact"/>
        </dgm:presLayoutVars>
      </dgm:prSet>
      <dgm:spPr/>
    </dgm:pt>
    <dgm:pt modelId="{FABFD922-32B3-497B-8DF2-52271AC95D60}" type="pres">
      <dgm:prSet presAssocID="{4CF37C18-92EE-47D8-A955-FDA340D9121D}" presName="compNode" presStyleCnt="0"/>
      <dgm:spPr/>
    </dgm:pt>
    <dgm:pt modelId="{E9C9B8C0-1CEF-487F-B477-DEE2501F7CEE}" type="pres">
      <dgm:prSet presAssocID="{4CF37C18-92EE-47D8-A955-FDA340D9121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reless router"/>
        </a:ext>
      </dgm:extLst>
    </dgm:pt>
    <dgm:pt modelId="{52C4DDFA-0DE2-4195-8F74-1242846ABBF6}" type="pres">
      <dgm:prSet presAssocID="{4CF37C18-92EE-47D8-A955-FDA340D9121D}" presName="spaceRect" presStyleCnt="0"/>
      <dgm:spPr/>
    </dgm:pt>
    <dgm:pt modelId="{D0F3B511-6619-45F2-BB40-F907887C07F0}" type="pres">
      <dgm:prSet presAssocID="{4CF37C18-92EE-47D8-A955-FDA340D9121D}" presName="textRect" presStyleLbl="revTx" presStyleIdx="0" presStyleCnt="2">
        <dgm:presLayoutVars>
          <dgm:chMax val="1"/>
          <dgm:chPref val="1"/>
        </dgm:presLayoutVars>
      </dgm:prSet>
      <dgm:spPr/>
    </dgm:pt>
    <dgm:pt modelId="{42BFD89F-2B54-4783-8E4D-7E8CE259D9BE}" type="pres">
      <dgm:prSet presAssocID="{DB7B332D-53E3-4D53-BEC2-34C72A8ED8B0}" presName="sibTrans" presStyleCnt="0"/>
      <dgm:spPr/>
    </dgm:pt>
    <dgm:pt modelId="{BD271E66-C8A7-4EE2-936F-9B3B3EE49158}" type="pres">
      <dgm:prSet presAssocID="{7EB4976D-06C0-4A33-A4BF-1C350E009F85}" presName="compNode" presStyleCnt="0"/>
      <dgm:spPr/>
    </dgm:pt>
    <dgm:pt modelId="{F1A96504-0D40-412E-848E-FCA264691654}" type="pres">
      <dgm:prSet presAssocID="{7EB4976D-06C0-4A33-A4BF-1C350E009F8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a:ext>
      </dgm:extLst>
    </dgm:pt>
    <dgm:pt modelId="{0D46C057-B405-4988-B764-01B588EDBD9D}" type="pres">
      <dgm:prSet presAssocID="{7EB4976D-06C0-4A33-A4BF-1C350E009F85}" presName="spaceRect" presStyleCnt="0"/>
      <dgm:spPr/>
    </dgm:pt>
    <dgm:pt modelId="{0A3CFD59-919D-483B-9643-8990067C2601}" type="pres">
      <dgm:prSet presAssocID="{7EB4976D-06C0-4A33-A4BF-1C350E009F85}" presName="textRect" presStyleLbl="revTx" presStyleIdx="1" presStyleCnt="2">
        <dgm:presLayoutVars>
          <dgm:chMax val="1"/>
          <dgm:chPref val="1"/>
        </dgm:presLayoutVars>
      </dgm:prSet>
      <dgm:spPr/>
    </dgm:pt>
  </dgm:ptLst>
  <dgm:cxnLst>
    <dgm:cxn modelId="{35E6C818-4479-42FE-8E64-359B19F8FAA4}" type="presOf" srcId="{4CF37C18-92EE-47D8-A955-FDA340D9121D}" destId="{D0F3B511-6619-45F2-BB40-F907887C07F0}" srcOrd="0" destOrd="0" presId="urn:microsoft.com/office/officeart/2018/2/layout/IconLabelList"/>
    <dgm:cxn modelId="{E6570842-94BB-47BD-AB9A-6FD97BA78400}" srcId="{6A61877B-4FF6-4C21-8255-B6D595835F37}" destId="{7EB4976D-06C0-4A33-A4BF-1C350E009F85}" srcOrd="1" destOrd="0" parTransId="{9B1EE96C-400B-46B9-BC4C-2221C22A3220}" sibTransId="{2E2F4B36-3C62-4FAC-92B8-51DEB3C67314}"/>
    <dgm:cxn modelId="{5A57397E-B801-42F3-98F0-F2EA016D604F}" type="presOf" srcId="{7EB4976D-06C0-4A33-A4BF-1C350E009F85}" destId="{0A3CFD59-919D-483B-9643-8990067C2601}" srcOrd="0" destOrd="0" presId="urn:microsoft.com/office/officeart/2018/2/layout/IconLabelList"/>
    <dgm:cxn modelId="{D8813F9C-66E7-4AF0-8AF8-8F1C204EB65F}" type="presOf" srcId="{6A61877B-4FF6-4C21-8255-B6D595835F37}" destId="{CE96CC2F-C57F-4DB8-ACCC-53E3F2B3FB6C}" srcOrd="0" destOrd="0" presId="urn:microsoft.com/office/officeart/2018/2/layout/IconLabelList"/>
    <dgm:cxn modelId="{A0EE0CE0-A380-485C-A5FC-BE46117B9D08}" srcId="{6A61877B-4FF6-4C21-8255-B6D595835F37}" destId="{4CF37C18-92EE-47D8-A955-FDA340D9121D}" srcOrd="0" destOrd="0" parTransId="{4331CAF6-86B4-4A04-81B8-2BF1978446ED}" sibTransId="{DB7B332D-53E3-4D53-BEC2-34C72A8ED8B0}"/>
    <dgm:cxn modelId="{82D02F61-ED47-4A69-9BD1-17508FD99707}" type="presParOf" srcId="{CE96CC2F-C57F-4DB8-ACCC-53E3F2B3FB6C}" destId="{FABFD922-32B3-497B-8DF2-52271AC95D60}" srcOrd="0" destOrd="0" presId="urn:microsoft.com/office/officeart/2018/2/layout/IconLabelList"/>
    <dgm:cxn modelId="{35E8C3F6-B5B2-4DB2-B8C9-06A76D88B790}" type="presParOf" srcId="{FABFD922-32B3-497B-8DF2-52271AC95D60}" destId="{E9C9B8C0-1CEF-487F-B477-DEE2501F7CEE}" srcOrd="0" destOrd="0" presId="urn:microsoft.com/office/officeart/2018/2/layout/IconLabelList"/>
    <dgm:cxn modelId="{DCE4BC2D-CF17-4B96-8ED1-B26686066F7E}" type="presParOf" srcId="{FABFD922-32B3-497B-8DF2-52271AC95D60}" destId="{52C4DDFA-0DE2-4195-8F74-1242846ABBF6}" srcOrd="1" destOrd="0" presId="urn:microsoft.com/office/officeart/2018/2/layout/IconLabelList"/>
    <dgm:cxn modelId="{00089DD2-4E43-4C25-B319-190FD1ADEB76}" type="presParOf" srcId="{FABFD922-32B3-497B-8DF2-52271AC95D60}" destId="{D0F3B511-6619-45F2-BB40-F907887C07F0}" srcOrd="2" destOrd="0" presId="urn:microsoft.com/office/officeart/2018/2/layout/IconLabelList"/>
    <dgm:cxn modelId="{905D782C-1996-4DB3-86FC-E3BFEC09CAC8}" type="presParOf" srcId="{CE96CC2F-C57F-4DB8-ACCC-53E3F2B3FB6C}" destId="{42BFD89F-2B54-4783-8E4D-7E8CE259D9BE}" srcOrd="1" destOrd="0" presId="urn:microsoft.com/office/officeart/2018/2/layout/IconLabelList"/>
    <dgm:cxn modelId="{5CDC39D3-5CBA-4727-8F13-6DBE1C495438}" type="presParOf" srcId="{CE96CC2F-C57F-4DB8-ACCC-53E3F2B3FB6C}" destId="{BD271E66-C8A7-4EE2-936F-9B3B3EE49158}" srcOrd="2" destOrd="0" presId="urn:microsoft.com/office/officeart/2018/2/layout/IconLabelList"/>
    <dgm:cxn modelId="{52F8DFE4-4512-4754-B4C8-3768085F4BF4}" type="presParOf" srcId="{BD271E66-C8A7-4EE2-936F-9B3B3EE49158}" destId="{F1A96504-0D40-412E-848E-FCA264691654}" srcOrd="0" destOrd="0" presId="urn:microsoft.com/office/officeart/2018/2/layout/IconLabelList"/>
    <dgm:cxn modelId="{065A9D8F-E912-4C8F-810C-9493B7E9E2B2}" type="presParOf" srcId="{BD271E66-C8A7-4EE2-936F-9B3B3EE49158}" destId="{0D46C057-B405-4988-B764-01B588EDBD9D}" srcOrd="1" destOrd="0" presId="urn:microsoft.com/office/officeart/2018/2/layout/IconLabelList"/>
    <dgm:cxn modelId="{8E28933B-CA7D-4CD9-A48B-3F0D3348DADE}" type="presParOf" srcId="{BD271E66-C8A7-4EE2-936F-9B3B3EE49158}" destId="{0A3CFD59-919D-483B-9643-8990067C260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67CB66-1753-4332-96F3-BDFBC921EF9F}"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49003F84-F3F3-4B7C-A903-D20D8AB0A8CD}">
      <dgm:prSet/>
      <dgm:spPr/>
      <dgm:t>
        <a:bodyPr/>
        <a:lstStyle/>
        <a:p>
          <a:pPr>
            <a:lnSpc>
              <a:spcPct val="100000"/>
            </a:lnSpc>
          </a:pPr>
          <a:r>
            <a:rPr lang="en-US"/>
            <a:t>Dedicated to a single organization</a:t>
          </a:r>
        </a:p>
      </dgm:t>
    </dgm:pt>
    <dgm:pt modelId="{BEEFA802-780B-4D5C-9267-9F533673033A}" type="parTrans" cxnId="{39638C85-4AB4-4916-B40A-23F83D2E9E38}">
      <dgm:prSet/>
      <dgm:spPr/>
      <dgm:t>
        <a:bodyPr/>
        <a:lstStyle/>
        <a:p>
          <a:endParaRPr lang="en-US"/>
        </a:p>
      </dgm:t>
    </dgm:pt>
    <dgm:pt modelId="{15CED0F5-0C1C-4F2D-9CB6-4AEF469603BF}" type="sibTrans" cxnId="{39638C85-4AB4-4916-B40A-23F83D2E9E38}">
      <dgm:prSet/>
      <dgm:spPr/>
      <dgm:t>
        <a:bodyPr/>
        <a:lstStyle/>
        <a:p>
          <a:endParaRPr lang="en-US"/>
        </a:p>
      </dgm:t>
    </dgm:pt>
    <dgm:pt modelId="{FEDD571B-73A6-4FBE-A72E-DE31B63D697C}">
      <dgm:prSet/>
      <dgm:spPr/>
      <dgm:t>
        <a:bodyPr/>
        <a:lstStyle/>
        <a:p>
          <a:pPr>
            <a:lnSpc>
              <a:spcPct val="100000"/>
            </a:lnSpc>
          </a:pPr>
          <a:r>
            <a:rPr lang="en-US" dirty="0"/>
            <a:t>Managed internally or by a third party</a:t>
          </a:r>
        </a:p>
      </dgm:t>
    </dgm:pt>
    <dgm:pt modelId="{1EB078E2-473A-4BCE-8B5C-E4F8015055CE}" type="parTrans" cxnId="{D157D5AE-0AF1-4D89-A7F6-016FF32A8F7A}">
      <dgm:prSet/>
      <dgm:spPr/>
      <dgm:t>
        <a:bodyPr/>
        <a:lstStyle/>
        <a:p>
          <a:endParaRPr lang="en-US"/>
        </a:p>
      </dgm:t>
    </dgm:pt>
    <dgm:pt modelId="{154AEED8-D9A4-4F69-AFA1-6BDACBA4B854}" type="sibTrans" cxnId="{D157D5AE-0AF1-4D89-A7F6-016FF32A8F7A}">
      <dgm:prSet/>
      <dgm:spPr/>
      <dgm:t>
        <a:bodyPr/>
        <a:lstStyle/>
        <a:p>
          <a:endParaRPr lang="en-US"/>
        </a:p>
      </dgm:t>
    </dgm:pt>
    <dgm:pt modelId="{C552E0FC-2F8C-48B3-8B0B-7CA5B7A9D00F}" type="pres">
      <dgm:prSet presAssocID="{DE67CB66-1753-4332-96F3-BDFBC921EF9F}" presName="root" presStyleCnt="0">
        <dgm:presLayoutVars>
          <dgm:dir/>
          <dgm:resizeHandles val="exact"/>
        </dgm:presLayoutVars>
      </dgm:prSet>
      <dgm:spPr/>
    </dgm:pt>
    <dgm:pt modelId="{F59607D0-ABD2-408B-A040-791BF6847E0B}" type="pres">
      <dgm:prSet presAssocID="{49003F84-F3F3-4B7C-A903-D20D8AB0A8CD}" presName="compNode" presStyleCnt="0"/>
      <dgm:spPr/>
    </dgm:pt>
    <dgm:pt modelId="{A12AF0D7-3911-4FCF-A7EE-62A04D0BD34D}" type="pres">
      <dgm:prSet presAssocID="{49003F84-F3F3-4B7C-A903-D20D8AB0A8C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ilding"/>
        </a:ext>
      </dgm:extLst>
    </dgm:pt>
    <dgm:pt modelId="{00236041-F659-4160-9350-E25DC73CD18F}" type="pres">
      <dgm:prSet presAssocID="{49003F84-F3F3-4B7C-A903-D20D8AB0A8CD}" presName="spaceRect" presStyleCnt="0"/>
      <dgm:spPr/>
    </dgm:pt>
    <dgm:pt modelId="{A6C4D36F-EAEB-4380-AC93-6DF5556FDD2A}" type="pres">
      <dgm:prSet presAssocID="{49003F84-F3F3-4B7C-A903-D20D8AB0A8CD}" presName="textRect" presStyleLbl="revTx" presStyleIdx="0" presStyleCnt="2">
        <dgm:presLayoutVars>
          <dgm:chMax val="1"/>
          <dgm:chPref val="1"/>
        </dgm:presLayoutVars>
      </dgm:prSet>
      <dgm:spPr/>
    </dgm:pt>
    <dgm:pt modelId="{BE403E7A-21E9-4305-8086-4DA71C6579CB}" type="pres">
      <dgm:prSet presAssocID="{15CED0F5-0C1C-4F2D-9CB6-4AEF469603BF}" presName="sibTrans" presStyleCnt="0"/>
      <dgm:spPr/>
    </dgm:pt>
    <dgm:pt modelId="{647916CD-80A3-4202-BEC6-112D06776809}" type="pres">
      <dgm:prSet presAssocID="{FEDD571B-73A6-4FBE-A72E-DE31B63D697C}" presName="compNode" presStyleCnt="0"/>
      <dgm:spPr/>
    </dgm:pt>
    <dgm:pt modelId="{182D2C2E-5E12-4F41-9576-2BA182D2901F}" type="pres">
      <dgm:prSet presAssocID="{FEDD571B-73A6-4FBE-A72E-DE31B63D697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ndshake"/>
        </a:ext>
      </dgm:extLst>
    </dgm:pt>
    <dgm:pt modelId="{2CC0B72E-B0BB-4642-83C7-FC496D8B1D7F}" type="pres">
      <dgm:prSet presAssocID="{FEDD571B-73A6-4FBE-A72E-DE31B63D697C}" presName="spaceRect" presStyleCnt="0"/>
      <dgm:spPr/>
    </dgm:pt>
    <dgm:pt modelId="{D85C9591-04FA-41AD-BCB3-53EEE77D69D8}" type="pres">
      <dgm:prSet presAssocID="{FEDD571B-73A6-4FBE-A72E-DE31B63D697C}" presName="textRect" presStyleLbl="revTx" presStyleIdx="1" presStyleCnt="2">
        <dgm:presLayoutVars>
          <dgm:chMax val="1"/>
          <dgm:chPref val="1"/>
        </dgm:presLayoutVars>
      </dgm:prSet>
      <dgm:spPr/>
    </dgm:pt>
  </dgm:ptLst>
  <dgm:cxnLst>
    <dgm:cxn modelId="{CD2EAA73-9CEE-4E2B-814A-FB8EE41C534D}" type="presOf" srcId="{49003F84-F3F3-4B7C-A903-D20D8AB0A8CD}" destId="{A6C4D36F-EAEB-4380-AC93-6DF5556FDD2A}" srcOrd="0" destOrd="0" presId="urn:microsoft.com/office/officeart/2018/2/layout/IconLabelList"/>
    <dgm:cxn modelId="{39638C85-4AB4-4916-B40A-23F83D2E9E38}" srcId="{DE67CB66-1753-4332-96F3-BDFBC921EF9F}" destId="{49003F84-F3F3-4B7C-A903-D20D8AB0A8CD}" srcOrd="0" destOrd="0" parTransId="{BEEFA802-780B-4D5C-9267-9F533673033A}" sibTransId="{15CED0F5-0C1C-4F2D-9CB6-4AEF469603BF}"/>
    <dgm:cxn modelId="{D157D5AE-0AF1-4D89-A7F6-016FF32A8F7A}" srcId="{DE67CB66-1753-4332-96F3-BDFBC921EF9F}" destId="{FEDD571B-73A6-4FBE-A72E-DE31B63D697C}" srcOrd="1" destOrd="0" parTransId="{1EB078E2-473A-4BCE-8B5C-E4F8015055CE}" sibTransId="{154AEED8-D9A4-4F69-AFA1-6BDACBA4B854}"/>
    <dgm:cxn modelId="{7BA254B7-C8E7-43A4-AA67-11E2A70CF485}" type="presOf" srcId="{DE67CB66-1753-4332-96F3-BDFBC921EF9F}" destId="{C552E0FC-2F8C-48B3-8B0B-7CA5B7A9D00F}" srcOrd="0" destOrd="0" presId="urn:microsoft.com/office/officeart/2018/2/layout/IconLabelList"/>
    <dgm:cxn modelId="{816266F0-4E3E-4F95-A06A-D0A09D426DDF}" type="presOf" srcId="{FEDD571B-73A6-4FBE-A72E-DE31B63D697C}" destId="{D85C9591-04FA-41AD-BCB3-53EEE77D69D8}" srcOrd="0" destOrd="0" presId="urn:microsoft.com/office/officeart/2018/2/layout/IconLabelList"/>
    <dgm:cxn modelId="{52825881-845E-4FE2-A58F-193C72CAFC48}" type="presParOf" srcId="{C552E0FC-2F8C-48B3-8B0B-7CA5B7A9D00F}" destId="{F59607D0-ABD2-408B-A040-791BF6847E0B}" srcOrd="0" destOrd="0" presId="urn:microsoft.com/office/officeart/2018/2/layout/IconLabelList"/>
    <dgm:cxn modelId="{D11828CC-C474-4861-893D-0DD6B923A18F}" type="presParOf" srcId="{F59607D0-ABD2-408B-A040-791BF6847E0B}" destId="{A12AF0D7-3911-4FCF-A7EE-62A04D0BD34D}" srcOrd="0" destOrd="0" presId="urn:microsoft.com/office/officeart/2018/2/layout/IconLabelList"/>
    <dgm:cxn modelId="{D392C290-D48A-4EBC-BDF6-8F5EF96A6EF4}" type="presParOf" srcId="{F59607D0-ABD2-408B-A040-791BF6847E0B}" destId="{00236041-F659-4160-9350-E25DC73CD18F}" srcOrd="1" destOrd="0" presId="urn:microsoft.com/office/officeart/2018/2/layout/IconLabelList"/>
    <dgm:cxn modelId="{29478462-BE7F-4D59-908A-FE26B4C2F999}" type="presParOf" srcId="{F59607D0-ABD2-408B-A040-791BF6847E0B}" destId="{A6C4D36F-EAEB-4380-AC93-6DF5556FDD2A}" srcOrd="2" destOrd="0" presId="urn:microsoft.com/office/officeart/2018/2/layout/IconLabelList"/>
    <dgm:cxn modelId="{7DB581A3-2FE8-44DB-AD59-4B9C873D037D}" type="presParOf" srcId="{C552E0FC-2F8C-48B3-8B0B-7CA5B7A9D00F}" destId="{BE403E7A-21E9-4305-8086-4DA71C6579CB}" srcOrd="1" destOrd="0" presId="urn:microsoft.com/office/officeart/2018/2/layout/IconLabelList"/>
    <dgm:cxn modelId="{4177D137-C3B6-44E1-B588-C05E51CE6676}" type="presParOf" srcId="{C552E0FC-2F8C-48B3-8B0B-7CA5B7A9D00F}" destId="{647916CD-80A3-4202-BEC6-112D06776809}" srcOrd="2" destOrd="0" presId="urn:microsoft.com/office/officeart/2018/2/layout/IconLabelList"/>
    <dgm:cxn modelId="{61808E19-223A-4148-8D51-723810DB947B}" type="presParOf" srcId="{647916CD-80A3-4202-BEC6-112D06776809}" destId="{182D2C2E-5E12-4F41-9576-2BA182D2901F}" srcOrd="0" destOrd="0" presId="urn:microsoft.com/office/officeart/2018/2/layout/IconLabelList"/>
    <dgm:cxn modelId="{90ABDB5C-2D47-414C-A68F-FEF061324B7A}" type="presParOf" srcId="{647916CD-80A3-4202-BEC6-112D06776809}" destId="{2CC0B72E-B0BB-4642-83C7-FC496D8B1D7F}" srcOrd="1" destOrd="0" presId="urn:microsoft.com/office/officeart/2018/2/layout/IconLabelList"/>
    <dgm:cxn modelId="{DBEC91C6-613B-4051-BB51-B3D35A5A9F08}" type="presParOf" srcId="{647916CD-80A3-4202-BEC6-112D06776809}" destId="{D85C9591-04FA-41AD-BCB3-53EEE77D69D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9B06C8E-90B2-4771-8029-271B70D15339}"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BA5F295F-3A2F-406D-BD4E-62597E9680D2}">
      <dgm:prSet custT="1"/>
      <dgm:spPr/>
      <dgm:t>
        <a:bodyPr/>
        <a:lstStyle/>
        <a:p>
          <a:r>
            <a:rPr lang="en-US" sz="2800" dirty="0">
              <a:latin typeface="Calibri" panose="020F0502020204030204" pitchFamily="34" charset="0"/>
              <a:ea typeface="Calibri" panose="020F0502020204030204" pitchFamily="34" charset="0"/>
              <a:cs typeface="Calibri" panose="020F0502020204030204" pitchFamily="34" charset="0"/>
            </a:rPr>
            <a:t>Combination of Public + Private cloud</a:t>
          </a:r>
        </a:p>
      </dgm:t>
    </dgm:pt>
    <dgm:pt modelId="{9DF368DC-1F4C-4115-954B-81C443A5433E}" type="parTrans" cxnId="{61B9630F-CFF2-4000-BB7A-D1993945A306}">
      <dgm:prSet/>
      <dgm:spPr/>
      <dgm:t>
        <a:bodyPr/>
        <a:lstStyle/>
        <a:p>
          <a:endParaRPr lang="en-US"/>
        </a:p>
      </dgm:t>
    </dgm:pt>
    <dgm:pt modelId="{2B878EC4-6361-4CC5-98F5-AF5DBC871FCD}" type="sibTrans" cxnId="{61B9630F-CFF2-4000-BB7A-D1993945A306}">
      <dgm:prSet/>
      <dgm:spPr/>
      <dgm:t>
        <a:bodyPr/>
        <a:lstStyle/>
        <a:p>
          <a:endParaRPr lang="en-US"/>
        </a:p>
      </dgm:t>
    </dgm:pt>
    <dgm:pt modelId="{8F596323-17EC-4246-B0AE-CB34687B5CB6}">
      <dgm:prSet custT="1"/>
      <dgm:spPr/>
      <dgm:t>
        <a:bodyPr/>
        <a:lstStyle/>
        <a:p>
          <a:r>
            <a:rPr lang="en-US" sz="2800" dirty="0">
              <a:latin typeface="Calibri" panose="020F0502020204030204" pitchFamily="34" charset="0"/>
              <a:ea typeface="Calibri" panose="020F0502020204030204" pitchFamily="34" charset="0"/>
              <a:cs typeface="Calibri" panose="020F0502020204030204" pitchFamily="34" charset="0"/>
            </a:rPr>
            <a:t>Ideal for disaster recovery and burst workloads</a:t>
          </a:r>
        </a:p>
      </dgm:t>
    </dgm:pt>
    <dgm:pt modelId="{10FF0A30-DE64-4A0B-ACC6-B051835EB3FD}" type="parTrans" cxnId="{2EBBA511-0F86-4B8D-914E-AD34CB3DA995}">
      <dgm:prSet/>
      <dgm:spPr/>
      <dgm:t>
        <a:bodyPr/>
        <a:lstStyle/>
        <a:p>
          <a:endParaRPr lang="en-US"/>
        </a:p>
      </dgm:t>
    </dgm:pt>
    <dgm:pt modelId="{015A9519-46B2-446B-A288-8ADF64DFD159}" type="sibTrans" cxnId="{2EBBA511-0F86-4B8D-914E-AD34CB3DA995}">
      <dgm:prSet/>
      <dgm:spPr/>
      <dgm:t>
        <a:bodyPr/>
        <a:lstStyle/>
        <a:p>
          <a:endParaRPr lang="en-US"/>
        </a:p>
      </dgm:t>
    </dgm:pt>
    <dgm:pt modelId="{3C6EBBC1-4278-4981-86A2-FEB69C72AEE7}" type="pres">
      <dgm:prSet presAssocID="{19B06C8E-90B2-4771-8029-271B70D15339}" presName="hierChild1" presStyleCnt="0">
        <dgm:presLayoutVars>
          <dgm:chPref val="1"/>
          <dgm:dir/>
          <dgm:animOne val="branch"/>
          <dgm:animLvl val="lvl"/>
          <dgm:resizeHandles/>
        </dgm:presLayoutVars>
      </dgm:prSet>
      <dgm:spPr/>
    </dgm:pt>
    <dgm:pt modelId="{BD54D719-A571-4B72-B1F9-00A6DC7F5A98}" type="pres">
      <dgm:prSet presAssocID="{BA5F295F-3A2F-406D-BD4E-62597E9680D2}" presName="hierRoot1" presStyleCnt="0"/>
      <dgm:spPr/>
    </dgm:pt>
    <dgm:pt modelId="{131C091C-BA97-4B31-A8A4-149F434AB6F6}" type="pres">
      <dgm:prSet presAssocID="{BA5F295F-3A2F-406D-BD4E-62597E9680D2}" presName="composite" presStyleCnt="0"/>
      <dgm:spPr/>
    </dgm:pt>
    <dgm:pt modelId="{2432F18D-DFAD-4183-8463-ABF5F12DA9DC}" type="pres">
      <dgm:prSet presAssocID="{BA5F295F-3A2F-406D-BD4E-62597E9680D2}" presName="background" presStyleLbl="node0" presStyleIdx="0" presStyleCnt="2"/>
      <dgm:spPr/>
    </dgm:pt>
    <dgm:pt modelId="{CC1CAA67-0F03-4C74-85F0-6EA832EE0095}" type="pres">
      <dgm:prSet presAssocID="{BA5F295F-3A2F-406D-BD4E-62597E9680D2}" presName="text" presStyleLbl="fgAcc0" presStyleIdx="0" presStyleCnt="2">
        <dgm:presLayoutVars>
          <dgm:chPref val="3"/>
        </dgm:presLayoutVars>
      </dgm:prSet>
      <dgm:spPr/>
    </dgm:pt>
    <dgm:pt modelId="{DA059E2E-DA20-42E7-8C3E-9EDCE8AEF715}" type="pres">
      <dgm:prSet presAssocID="{BA5F295F-3A2F-406D-BD4E-62597E9680D2}" presName="hierChild2" presStyleCnt="0"/>
      <dgm:spPr/>
    </dgm:pt>
    <dgm:pt modelId="{B4449046-4A54-4C6E-BF6C-4EABA37DA4DC}" type="pres">
      <dgm:prSet presAssocID="{8F596323-17EC-4246-B0AE-CB34687B5CB6}" presName="hierRoot1" presStyleCnt="0"/>
      <dgm:spPr/>
    </dgm:pt>
    <dgm:pt modelId="{FBF40C17-27D7-491D-A611-6A9DB86B802C}" type="pres">
      <dgm:prSet presAssocID="{8F596323-17EC-4246-B0AE-CB34687B5CB6}" presName="composite" presStyleCnt="0"/>
      <dgm:spPr/>
    </dgm:pt>
    <dgm:pt modelId="{D5A763CD-A96F-4F04-A23E-27BE023E6C02}" type="pres">
      <dgm:prSet presAssocID="{8F596323-17EC-4246-B0AE-CB34687B5CB6}" presName="background" presStyleLbl="node0" presStyleIdx="1" presStyleCnt="2"/>
      <dgm:spPr/>
    </dgm:pt>
    <dgm:pt modelId="{A60D1970-6A71-487A-BC0E-31B6203EF45F}" type="pres">
      <dgm:prSet presAssocID="{8F596323-17EC-4246-B0AE-CB34687B5CB6}" presName="text" presStyleLbl="fgAcc0" presStyleIdx="1" presStyleCnt="2">
        <dgm:presLayoutVars>
          <dgm:chPref val="3"/>
        </dgm:presLayoutVars>
      </dgm:prSet>
      <dgm:spPr/>
    </dgm:pt>
    <dgm:pt modelId="{E61F4A3A-6609-4160-AADD-B11680D2B3CB}" type="pres">
      <dgm:prSet presAssocID="{8F596323-17EC-4246-B0AE-CB34687B5CB6}" presName="hierChild2" presStyleCnt="0"/>
      <dgm:spPr/>
    </dgm:pt>
  </dgm:ptLst>
  <dgm:cxnLst>
    <dgm:cxn modelId="{61B9630F-CFF2-4000-BB7A-D1993945A306}" srcId="{19B06C8E-90B2-4771-8029-271B70D15339}" destId="{BA5F295F-3A2F-406D-BD4E-62597E9680D2}" srcOrd="0" destOrd="0" parTransId="{9DF368DC-1F4C-4115-954B-81C443A5433E}" sibTransId="{2B878EC4-6361-4CC5-98F5-AF5DBC871FCD}"/>
    <dgm:cxn modelId="{2EBBA511-0F86-4B8D-914E-AD34CB3DA995}" srcId="{19B06C8E-90B2-4771-8029-271B70D15339}" destId="{8F596323-17EC-4246-B0AE-CB34687B5CB6}" srcOrd="1" destOrd="0" parTransId="{10FF0A30-DE64-4A0B-ACC6-B051835EB3FD}" sibTransId="{015A9519-46B2-446B-A288-8ADF64DFD159}"/>
    <dgm:cxn modelId="{6D8DF093-0E3F-498C-93B3-A2A07B37EC56}" type="presOf" srcId="{8F596323-17EC-4246-B0AE-CB34687B5CB6}" destId="{A60D1970-6A71-487A-BC0E-31B6203EF45F}" srcOrd="0" destOrd="0" presId="urn:microsoft.com/office/officeart/2005/8/layout/hierarchy1"/>
    <dgm:cxn modelId="{28790FC8-0A68-49BF-B139-BFBEEA85AB95}" type="presOf" srcId="{BA5F295F-3A2F-406D-BD4E-62597E9680D2}" destId="{CC1CAA67-0F03-4C74-85F0-6EA832EE0095}" srcOrd="0" destOrd="0" presId="urn:microsoft.com/office/officeart/2005/8/layout/hierarchy1"/>
    <dgm:cxn modelId="{5B0962E7-4350-4D47-8465-8DD06D342C57}" type="presOf" srcId="{19B06C8E-90B2-4771-8029-271B70D15339}" destId="{3C6EBBC1-4278-4981-86A2-FEB69C72AEE7}" srcOrd="0" destOrd="0" presId="urn:microsoft.com/office/officeart/2005/8/layout/hierarchy1"/>
    <dgm:cxn modelId="{FD860E45-FC0D-4402-A99E-65B1D7BC734C}" type="presParOf" srcId="{3C6EBBC1-4278-4981-86A2-FEB69C72AEE7}" destId="{BD54D719-A571-4B72-B1F9-00A6DC7F5A98}" srcOrd="0" destOrd="0" presId="urn:microsoft.com/office/officeart/2005/8/layout/hierarchy1"/>
    <dgm:cxn modelId="{ACD0A628-5106-49F3-9A7B-F42BF6D9026F}" type="presParOf" srcId="{BD54D719-A571-4B72-B1F9-00A6DC7F5A98}" destId="{131C091C-BA97-4B31-A8A4-149F434AB6F6}" srcOrd="0" destOrd="0" presId="urn:microsoft.com/office/officeart/2005/8/layout/hierarchy1"/>
    <dgm:cxn modelId="{AFC04936-0C1C-473D-931A-93CB27DB96C5}" type="presParOf" srcId="{131C091C-BA97-4B31-A8A4-149F434AB6F6}" destId="{2432F18D-DFAD-4183-8463-ABF5F12DA9DC}" srcOrd="0" destOrd="0" presId="urn:microsoft.com/office/officeart/2005/8/layout/hierarchy1"/>
    <dgm:cxn modelId="{9FC69226-81BA-42E7-BA53-E90B6A12DB45}" type="presParOf" srcId="{131C091C-BA97-4B31-A8A4-149F434AB6F6}" destId="{CC1CAA67-0F03-4C74-85F0-6EA832EE0095}" srcOrd="1" destOrd="0" presId="urn:microsoft.com/office/officeart/2005/8/layout/hierarchy1"/>
    <dgm:cxn modelId="{64D0F89A-8CCD-42D0-9E4B-491EAEA5B231}" type="presParOf" srcId="{BD54D719-A571-4B72-B1F9-00A6DC7F5A98}" destId="{DA059E2E-DA20-42E7-8C3E-9EDCE8AEF715}" srcOrd="1" destOrd="0" presId="urn:microsoft.com/office/officeart/2005/8/layout/hierarchy1"/>
    <dgm:cxn modelId="{5442B944-FAA4-453A-B56E-A0A53958E39D}" type="presParOf" srcId="{3C6EBBC1-4278-4981-86A2-FEB69C72AEE7}" destId="{B4449046-4A54-4C6E-BF6C-4EABA37DA4DC}" srcOrd="1" destOrd="0" presId="urn:microsoft.com/office/officeart/2005/8/layout/hierarchy1"/>
    <dgm:cxn modelId="{4F459638-AF0E-41C2-BD42-2B66F7DFDC59}" type="presParOf" srcId="{B4449046-4A54-4C6E-BF6C-4EABA37DA4DC}" destId="{FBF40C17-27D7-491D-A611-6A9DB86B802C}" srcOrd="0" destOrd="0" presId="urn:microsoft.com/office/officeart/2005/8/layout/hierarchy1"/>
    <dgm:cxn modelId="{2C05775B-A1B6-4B17-8635-280607226549}" type="presParOf" srcId="{FBF40C17-27D7-491D-A611-6A9DB86B802C}" destId="{D5A763CD-A96F-4F04-A23E-27BE023E6C02}" srcOrd="0" destOrd="0" presId="urn:microsoft.com/office/officeart/2005/8/layout/hierarchy1"/>
    <dgm:cxn modelId="{B44FF035-1E3B-476B-B602-DCD4A7F5B41E}" type="presParOf" srcId="{FBF40C17-27D7-491D-A611-6A9DB86B802C}" destId="{A60D1970-6A71-487A-BC0E-31B6203EF45F}" srcOrd="1" destOrd="0" presId="urn:microsoft.com/office/officeart/2005/8/layout/hierarchy1"/>
    <dgm:cxn modelId="{B68C36B6-B4D7-44A7-9B73-1959EAAE8442}" type="presParOf" srcId="{B4449046-4A54-4C6E-BF6C-4EABA37DA4DC}" destId="{E61F4A3A-6609-4160-AADD-B11680D2B3C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5D3C6FF-A614-44C2-AF5A-518E3A61F18E}" type="doc">
      <dgm:prSet loTypeId="urn:microsoft.com/office/officeart/2018/5/layout/IconLeaf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B55077B-1971-43FA-861F-44E798C56BAF}">
      <dgm:prSet custT="1"/>
      <dgm:spPr/>
      <dgm:t>
        <a:bodyPr/>
        <a:lstStyle/>
        <a:p>
          <a:pPr>
            <a:lnSpc>
              <a:spcPct val="100000"/>
            </a:lnSpc>
            <a:defRPr cap="all"/>
          </a:pPr>
          <a:r>
            <a:rPr lang="en-US" sz="2000" dirty="0">
              <a:latin typeface="Calibri" panose="020F0502020204030204" pitchFamily="34" charset="0"/>
              <a:ea typeface="Calibri" panose="020F0502020204030204" pitchFamily="34" charset="0"/>
              <a:cs typeface="Calibri" panose="020F0502020204030204" pitchFamily="34" charset="0"/>
            </a:rPr>
            <a:t>Shared by multiple organizations with similar needs</a:t>
          </a:r>
        </a:p>
      </dgm:t>
    </dgm:pt>
    <dgm:pt modelId="{67EEB140-3B8E-4ECA-BD60-BB78AD3E1D3D}" type="parTrans" cxnId="{A2809FB3-7068-4E0F-B126-CBAD3EF120BA}">
      <dgm:prSet/>
      <dgm:spPr/>
      <dgm:t>
        <a:bodyPr/>
        <a:lstStyle/>
        <a:p>
          <a:endParaRPr lang="en-US"/>
        </a:p>
      </dgm:t>
    </dgm:pt>
    <dgm:pt modelId="{9059857D-B251-4494-8156-48C70729D9F8}" type="sibTrans" cxnId="{A2809FB3-7068-4E0F-B126-CBAD3EF120BA}">
      <dgm:prSet/>
      <dgm:spPr/>
      <dgm:t>
        <a:bodyPr/>
        <a:lstStyle/>
        <a:p>
          <a:endParaRPr lang="en-US"/>
        </a:p>
      </dgm:t>
    </dgm:pt>
    <dgm:pt modelId="{D7EB1461-ED28-4A52-98E7-20D9AFF59C32}">
      <dgm:prSet custT="1"/>
      <dgm:spPr/>
      <dgm:t>
        <a:bodyPr/>
        <a:lstStyle/>
        <a:p>
          <a:pPr>
            <a:lnSpc>
              <a:spcPct val="100000"/>
            </a:lnSpc>
            <a:defRPr cap="all"/>
          </a:pPr>
          <a:r>
            <a:rPr lang="en-US" sz="2000" dirty="0">
              <a:latin typeface="Calibri" panose="020F0502020204030204" pitchFamily="34" charset="0"/>
              <a:ea typeface="Calibri" panose="020F0502020204030204" pitchFamily="34" charset="0"/>
              <a:cs typeface="Calibri" panose="020F0502020204030204" pitchFamily="34" charset="0"/>
            </a:rPr>
            <a:t>Designed for specific compliance/governance</a:t>
          </a:r>
        </a:p>
      </dgm:t>
    </dgm:pt>
    <dgm:pt modelId="{F98A7139-9965-45CA-8585-55A0A4E9928F}" type="parTrans" cxnId="{9787714D-9659-4EC8-AF52-1C9E9657A8A1}">
      <dgm:prSet/>
      <dgm:spPr/>
      <dgm:t>
        <a:bodyPr/>
        <a:lstStyle/>
        <a:p>
          <a:endParaRPr lang="en-US"/>
        </a:p>
      </dgm:t>
    </dgm:pt>
    <dgm:pt modelId="{4604FF25-5AF8-41E0-930F-EEB7554F187F}" type="sibTrans" cxnId="{9787714D-9659-4EC8-AF52-1C9E9657A8A1}">
      <dgm:prSet/>
      <dgm:spPr/>
      <dgm:t>
        <a:bodyPr/>
        <a:lstStyle/>
        <a:p>
          <a:endParaRPr lang="en-US"/>
        </a:p>
      </dgm:t>
    </dgm:pt>
    <dgm:pt modelId="{43510F28-F85D-4DD5-BDD4-6D02ED22E9A6}" type="pres">
      <dgm:prSet presAssocID="{A5D3C6FF-A614-44C2-AF5A-518E3A61F18E}" presName="root" presStyleCnt="0">
        <dgm:presLayoutVars>
          <dgm:dir/>
          <dgm:resizeHandles val="exact"/>
        </dgm:presLayoutVars>
      </dgm:prSet>
      <dgm:spPr/>
    </dgm:pt>
    <dgm:pt modelId="{6CEE1BBC-2793-4404-8E3F-0398535A0E3D}" type="pres">
      <dgm:prSet presAssocID="{6B55077B-1971-43FA-861F-44E798C56BAF}" presName="compNode" presStyleCnt="0"/>
      <dgm:spPr/>
    </dgm:pt>
    <dgm:pt modelId="{23520756-70E7-4789-AE66-86369C5D2FC7}" type="pres">
      <dgm:prSet presAssocID="{6B55077B-1971-43FA-861F-44E798C56BAF}" presName="iconBgRect" presStyleLbl="bgShp" presStyleIdx="0" presStyleCnt="2"/>
      <dgm:spPr>
        <a:prstGeom prst="round2DiagRect">
          <a:avLst>
            <a:gd name="adj1" fmla="val 29727"/>
            <a:gd name="adj2" fmla="val 0"/>
          </a:avLst>
        </a:prstGeom>
      </dgm:spPr>
    </dgm:pt>
    <dgm:pt modelId="{1689385D-6DFB-4269-AFE5-14E037D70ABF}" type="pres">
      <dgm:prSet presAssocID="{6B55077B-1971-43FA-861F-44E798C56BA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s"/>
        </a:ext>
      </dgm:extLst>
    </dgm:pt>
    <dgm:pt modelId="{EB756FF5-84B4-4AA7-AADE-EB51C9164BC1}" type="pres">
      <dgm:prSet presAssocID="{6B55077B-1971-43FA-861F-44E798C56BAF}" presName="spaceRect" presStyleCnt="0"/>
      <dgm:spPr/>
    </dgm:pt>
    <dgm:pt modelId="{F729B6A1-9A9B-4FAF-B7DF-B17833BA8DB5}" type="pres">
      <dgm:prSet presAssocID="{6B55077B-1971-43FA-861F-44E798C56BAF}" presName="textRect" presStyleLbl="revTx" presStyleIdx="0" presStyleCnt="2">
        <dgm:presLayoutVars>
          <dgm:chMax val="1"/>
          <dgm:chPref val="1"/>
        </dgm:presLayoutVars>
      </dgm:prSet>
      <dgm:spPr/>
    </dgm:pt>
    <dgm:pt modelId="{E443CEAB-E256-43AA-875A-B0769031E4C1}" type="pres">
      <dgm:prSet presAssocID="{9059857D-B251-4494-8156-48C70729D9F8}" presName="sibTrans" presStyleCnt="0"/>
      <dgm:spPr/>
    </dgm:pt>
    <dgm:pt modelId="{301357E9-D296-4B1F-A897-7C78830B9935}" type="pres">
      <dgm:prSet presAssocID="{D7EB1461-ED28-4A52-98E7-20D9AFF59C32}" presName="compNode" presStyleCnt="0"/>
      <dgm:spPr/>
    </dgm:pt>
    <dgm:pt modelId="{A9C97ABB-713A-4AB4-B21E-9CD31100B659}" type="pres">
      <dgm:prSet presAssocID="{D7EB1461-ED28-4A52-98E7-20D9AFF59C32}" presName="iconBgRect" presStyleLbl="bgShp" presStyleIdx="1" presStyleCnt="2"/>
      <dgm:spPr>
        <a:prstGeom prst="round2DiagRect">
          <a:avLst>
            <a:gd name="adj1" fmla="val 29727"/>
            <a:gd name="adj2" fmla="val 0"/>
          </a:avLst>
        </a:prstGeom>
      </dgm:spPr>
    </dgm:pt>
    <dgm:pt modelId="{F1F4C6DE-8B75-4AC7-8022-935B7D503E92}" type="pres">
      <dgm:prSet presAssocID="{D7EB1461-ED28-4A52-98E7-20D9AFF59C3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 List"/>
        </a:ext>
      </dgm:extLst>
    </dgm:pt>
    <dgm:pt modelId="{FBFA1524-0818-42C7-98FC-4ACF2B296D35}" type="pres">
      <dgm:prSet presAssocID="{D7EB1461-ED28-4A52-98E7-20D9AFF59C32}" presName="spaceRect" presStyleCnt="0"/>
      <dgm:spPr/>
    </dgm:pt>
    <dgm:pt modelId="{72597298-BAE0-43E5-8EBA-A170FFCB8BE8}" type="pres">
      <dgm:prSet presAssocID="{D7EB1461-ED28-4A52-98E7-20D9AFF59C32}" presName="textRect" presStyleLbl="revTx" presStyleIdx="1" presStyleCnt="2">
        <dgm:presLayoutVars>
          <dgm:chMax val="1"/>
          <dgm:chPref val="1"/>
        </dgm:presLayoutVars>
      </dgm:prSet>
      <dgm:spPr/>
    </dgm:pt>
  </dgm:ptLst>
  <dgm:cxnLst>
    <dgm:cxn modelId="{9787714D-9659-4EC8-AF52-1C9E9657A8A1}" srcId="{A5D3C6FF-A614-44C2-AF5A-518E3A61F18E}" destId="{D7EB1461-ED28-4A52-98E7-20D9AFF59C32}" srcOrd="1" destOrd="0" parTransId="{F98A7139-9965-45CA-8585-55A0A4E9928F}" sibTransId="{4604FF25-5AF8-41E0-930F-EEB7554F187F}"/>
    <dgm:cxn modelId="{A2809FB3-7068-4E0F-B126-CBAD3EF120BA}" srcId="{A5D3C6FF-A614-44C2-AF5A-518E3A61F18E}" destId="{6B55077B-1971-43FA-861F-44E798C56BAF}" srcOrd="0" destOrd="0" parTransId="{67EEB140-3B8E-4ECA-BD60-BB78AD3E1D3D}" sibTransId="{9059857D-B251-4494-8156-48C70729D9F8}"/>
    <dgm:cxn modelId="{1E5A29E2-CEE9-4469-BBA7-FF2D33954CAD}" type="presOf" srcId="{A5D3C6FF-A614-44C2-AF5A-518E3A61F18E}" destId="{43510F28-F85D-4DD5-BDD4-6D02ED22E9A6}" srcOrd="0" destOrd="0" presId="urn:microsoft.com/office/officeart/2018/5/layout/IconLeafLabelList"/>
    <dgm:cxn modelId="{761EE0E3-8339-4E46-A404-2AE355BB53B8}" type="presOf" srcId="{D7EB1461-ED28-4A52-98E7-20D9AFF59C32}" destId="{72597298-BAE0-43E5-8EBA-A170FFCB8BE8}" srcOrd="0" destOrd="0" presId="urn:microsoft.com/office/officeart/2018/5/layout/IconLeafLabelList"/>
    <dgm:cxn modelId="{2E820DEC-98BA-40AC-9F39-D89FC0CD6DEE}" type="presOf" srcId="{6B55077B-1971-43FA-861F-44E798C56BAF}" destId="{F729B6A1-9A9B-4FAF-B7DF-B17833BA8DB5}" srcOrd="0" destOrd="0" presId="urn:microsoft.com/office/officeart/2018/5/layout/IconLeafLabelList"/>
    <dgm:cxn modelId="{6A7A15B6-4D52-4659-90FD-3E3F93AB2FB2}" type="presParOf" srcId="{43510F28-F85D-4DD5-BDD4-6D02ED22E9A6}" destId="{6CEE1BBC-2793-4404-8E3F-0398535A0E3D}" srcOrd="0" destOrd="0" presId="urn:microsoft.com/office/officeart/2018/5/layout/IconLeafLabelList"/>
    <dgm:cxn modelId="{7160ADAE-6555-417F-814B-246FEB8F9D11}" type="presParOf" srcId="{6CEE1BBC-2793-4404-8E3F-0398535A0E3D}" destId="{23520756-70E7-4789-AE66-86369C5D2FC7}" srcOrd="0" destOrd="0" presId="urn:microsoft.com/office/officeart/2018/5/layout/IconLeafLabelList"/>
    <dgm:cxn modelId="{EBF70B6E-DD36-49F0-8965-F2B52048DB60}" type="presParOf" srcId="{6CEE1BBC-2793-4404-8E3F-0398535A0E3D}" destId="{1689385D-6DFB-4269-AFE5-14E037D70ABF}" srcOrd="1" destOrd="0" presId="urn:microsoft.com/office/officeart/2018/5/layout/IconLeafLabelList"/>
    <dgm:cxn modelId="{60075E93-59BA-4997-8F0C-B3AD9BABCDB6}" type="presParOf" srcId="{6CEE1BBC-2793-4404-8E3F-0398535A0E3D}" destId="{EB756FF5-84B4-4AA7-AADE-EB51C9164BC1}" srcOrd="2" destOrd="0" presId="urn:microsoft.com/office/officeart/2018/5/layout/IconLeafLabelList"/>
    <dgm:cxn modelId="{8ED4B5C8-2F6C-411A-8086-231B2CD22BED}" type="presParOf" srcId="{6CEE1BBC-2793-4404-8E3F-0398535A0E3D}" destId="{F729B6A1-9A9B-4FAF-B7DF-B17833BA8DB5}" srcOrd="3" destOrd="0" presId="urn:microsoft.com/office/officeart/2018/5/layout/IconLeafLabelList"/>
    <dgm:cxn modelId="{B9E48784-43AE-49F6-83D6-10288AE8175D}" type="presParOf" srcId="{43510F28-F85D-4DD5-BDD4-6D02ED22E9A6}" destId="{E443CEAB-E256-43AA-875A-B0769031E4C1}" srcOrd="1" destOrd="0" presId="urn:microsoft.com/office/officeart/2018/5/layout/IconLeafLabelList"/>
    <dgm:cxn modelId="{A08A1251-0D74-4526-8EE6-17FC3A2316A6}" type="presParOf" srcId="{43510F28-F85D-4DD5-BDD4-6D02ED22E9A6}" destId="{301357E9-D296-4B1F-A897-7C78830B9935}" srcOrd="2" destOrd="0" presId="urn:microsoft.com/office/officeart/2018/5/layout/IconLeafLabelList"/>
    <dgm:cxn modelId="{686EEF67-675C-4CFF-9AA8-7EE33C7B4150}" type="presParOf" srcId="{301357E9-D296-4B1F-A897-7C78830B9935}" destId="{A9C97ABB-713A-4AB4-B21E-9CD31100B659}" srcOrd="0" destOrd="0" presId="urn:microsoft.com/office/officeart/2018/5/layout/IconLeafLabelList"/>
    <dgm:cxn modelId="{B1C76A58-FE35-453A-9C05-BFF5678F3A22}" type="presParOf" srcId="{301357E9-D296-4B1F-A897-7C78830B9935}" destId="{F1F4C6DE-8B75-4AC7-8022-935B7D503E92}" srcOrd="1" destOrd="0" presId="urn:microsoft.com/office/officeart/2018/5/layout/IconLeafLabelList"/>
    <dgm:cxn modelId="{A57226CB-CD67-490E-8506-D1D432B33E75}" type="presParOf" srcId="{301357E9-D296-4B1F-A897-7C78830B9935}" destId="{FBFA1524-0818-42C7-98FC-4ACF2B296D35}" srcOrd="2" destOrd="0" presId="urn:microsoft.com/office/officeart/2018/5/layout/IconLeafLabelList"/>
    <dgm:cxn modelId="{0966B142-2432-4F99-B848-4AD62C9824EC}" type="presParOf" srcId="{301357E9-D296-4B1F-A897-7C78830B9935}" destId="{72597298-BAE0-43E5-8EBA-A170FFCB8BE8}"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90797B-2829-4C04-B806-316E052031DB}">
      <dsp:nvSpPr>
        <dsp:cNvPr id="0" name=""/>
        <dsp:cNvSpPr/>
      </dsp:nvSpPr>
      <dsp:spPr>
        <a:xfrm>
          <a:off x="0" y="28039"/>
          <a:ext cx="4956417" cy="6715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b="1"/>
          </a:pPr>
          <a:r>
            <a:rPr lang="en-US" sz="2800" b="0" kern="1200" dirty="0">
              <a:latin typeface="Calibri" panose="020F0502020204030204" pitchFamily="34" charset="0"/>
              <a:ea typeface="Calibri" panose="020F0502020204030204" pitchFamily="34" charset="0"/>
              <a:cs typeface="Calibri" panose="020F0502020204030204" pitchFamily="34" charset="0"/>
            </a:rPr>
            <a:t>Cloud</a:t>
          </a:r>
        </a:p>
      </dsp:txBody>
      <dsp:txXfrm>
        <a:off x="32784" y="60823"/>
        <a:ext cx="4890849" cy="606012"/>
      </dsp:txXfrm>
    </dsp:sp>
    <dsp:sp modelId="{A8EDC915-E00F-4D4A-8BD3-B469344EBEAC}">
      <dsp:nvSpPr>
        <dsp:cNvPr id="0" name=""/>
        <dsp:cNvSpPr/>
      </dsp:nvSpPr>
      <dsp:spPr>
        <a:xfrm>
          <a:off x="0" y="780260"/>
          <a:ext cx="4956417" cy="6715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Calibri" panose="020F0502020204030204" pitchFamily="34" charset="0"/>
              <a:ea typeface="Calibri" panose="020F0502020204030204" pitchFamily="34" charset="0"/>
              <a:cs typeface="Calibri" panose="020F0502020204030204" pitchFamily="34" charset="0"/>
            </a:rPr>
            <a:t>Private cloud (on-premises)</a:t>
          </a:r>
        </a:p>
      </dsp:txBody>
      <dsp:txXfrm>
        <a:off x="32784" y="813044"/>
        <a:ext cx="4890849" cy="606012"/>
      </dsp:txXfrm>
    </dsp:sp>
    <dsp:sp modelId="{300DD3C4-16C9-4BE5-8BDE-33DECCA2B543}">
      <dsp:nvSpPr>
        <dsp:cNvPr id="0" name=""/>
        <dsp:cNvSpPr/>
      </dsp:nvSpPr>
      <dsp:spPr>
        <a:xfrm>
          <a:off x="0" y="1532480"/>
          <a:ext cx="4956417" cy="6715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b="1"/>
          </a:pPr>
          <a:r>
            <a:rPr lang="en-US" sz="2800" kern="1200" dirty="0">
              <a:latin typeface="Calibri" panose="020F0502020204030204" pitchFamily="34" charset="0"/>
              <a:ea typeface="Calibri" panose="020F0502020204030204" pitchFamily="34" charset="0"/>
              <a:cs typeface="Calibri" panose="020F0502020204030204" pitchFamily="34" charset="0"/>
            </a:rPr>
            <a:t>Hybrid</a:t>
          </a:r>
        </a:p>
      </dsp:txBody>
      <dsp:txXfrm>
        <a:off x="32784" y="1565264"/>
        <a:ext cx="4890849" cy="606012"/>
      </dsp:txXfrm>
    </dsp:sp>
    <dsp:sp modelId="{4B802954-84E7-4AD3-8570-8EFE00A32FAA}">
      <dsp:nvSpPr>
        <dsp:cNvPr id="0" name=""/>
        <dsp:cNvSpPr/>
      </dsp:nvSpPr>
      <dsp:spPr>
        <a:xfrm>
          <a:off x="0" y="2284700"/>
          <a:ext cx="4956417" cy="671580"/>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defRPr b="1"/>
          </a:pPr>
          <a:r>
            <a:rPr lang="en-US" sz="2800" kern="1200" dirty="0">
              <a:latin typeface="Calibri" panose="020F0502020204030204" pitchFamily="34" charset="0"/>
              <a:ea typeface="Calibri" panose="020F0502020204030204" pitchFamily="34" charset="0"/>
              <a:cs typeface="Calibri" panose="020F0502020204030204" pitchFamily="34" charset="0"/>
            </a:rPr>
            <a:t>Community Cloud </a:t>
          </a:r>
        </a:p>
      </dsp:txBody>
      <dsp:txXfrm>
        <a:off x="32784" y="2317484"/>
        <a:ext cx="4890849" cy="6060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C9B8C0-1CEF-487F-B477-DEE2501F7CEE}">
      <dsp:nvSpPr>
        <dsp:cNvPr id="0" name=""/>
        <dsp:cNvSpPr/>
      </dsp:nvSpPr>
      <dsp:spPr>
        <a:xfrm>
          <a:off x="1679220" y="3785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F3B511-6619-45F2-BB40-F907887C07F0}">
      <dsp:nvSpPr>
        <dsp:cNvPr id="0" name=""/>
        <dsp:cNvSpPr/>
      </dsp:nvSpPr>
      <dsp:spPr>
        <a:xfrm>
          <a:off x="491220" y="245205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IN" sz="2500" kern="1200" dirty="0"/>
            <a:t>Services delivered over the internet</a:t>
          </a:r>
          <a:endParaRPr lang="en-US" sz="2500" kern="1200" dirty="0"/>
        </a:p>
      </dsp:txBody>
      <dsp:txXfrm>
        <a:off x="491220" y="2452051"/>
        <a:ext cx="4320000" cy="720000"/>
      </dsp:txXfrm>
    </dsp:sp>
    <dsp:sp modelId="{F1A96504-0D40-412E-848E-FCA264691654}">
      <dsp:nvSpPr>
        <dsp:cNvPr id="0" name=""/>
        <dsp:cNvSpPr/>
      </dsp:nvSpPr>
      <dsp:spPr>
        <a:xfrm>
          <a:off x="6755220" y="3785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3CFD59-919D-483B-9643-8990067C2601}">
      <dsp:nvSpPr>
        <dsp:cNvPr id="0" name=""/>
        <dsp:cNvSpPr/>
      </dsp:nvSpPr>
      <dsp:spPr>
        <a:xfrm>
          <a:off x="5567220" y="2452051"/>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dirty="0"/>
            <a:t>Owned &amp; managed by cloud providers (AWS, Azure, GCP)</a:t>
          </a:r>
        </a:p>
      </dsp:txBody>
      <dsp:txXfrm>
        <a:off x="5567220" y="2452051"/>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2AF0D7-3911-4FCF-A7EE-62A04D0BD34D}">
      <dsp:nvSpPr>
        <dsp:cNvPr id="0" name=""/>
        <dsp:cNvSpPr/>
      </dsp:nvSpPr>
      <dsp:spPr>
        <a:xfrm>
          <a:off x="1747800" y="6085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C4D36F-EAEB-4380-AC93-6DF5556FDD2A}">
      <dsp:nvSpPr>
        <dsp:cNvPr id="0" name=""/>
        <dsp:cNvSpPr/>
      </dsp:nvSpPr>
      <dsp:spPr>
        <a:xfrm>
          <a:off x="559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Dedicated to a single organization</a:t>
          </a:r>
        </a:p>
      </dsp:txBody>
      <dsp:txXfrm>
        <a:off x="559800" y="3022743"/>
        <a:ext cx="4320000" cy="720000"/>
      </dsp:txXfrm>
    </dsp:sp>
    <dsp:sp modelId="{182D2C2E-5E12-4F41-9576-2BA182D2901F}">
      <dsp:nvSpPr>
        <dsp:cNvPr id="0" name=""/>
        <dsp:cNvSpPr/>
      </dsp:nvSpPr>
      <dsp:spPr>
        <a:xfrm>
          <a:off x="6823800" y="6085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5C9591-04FA-41AD-BCB3-53EEE77D69D8}">
      <dsp:nvSpPr>
        <dsp:cNvPr id="0" name=""/>
        <dsp:cNvSpPr/>
      </dsp:nvSpPr>
      <dsp:spPr>
        <a:xfrm>
          <a:off x="5635800" y="302274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Managed internally or by a third party</a:t>
          </a:r>
        </a:p>
      </dsp:txBody>
      <dsp:txXfrm>
        <a:off x="5635800" y="3022743"/>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2F18D-DFAD-4183-8463-ABF5F12DA9DC}">
      <dsp:nvSpPr>
        <dsp:cNvPr id="0" name=""/>
        <dsp:cNvSpPr/>
      </dsp:nvSpPr>
      <dsp:spPr>
        <a:xfrm>
          <a:off x="134291"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1CAA67-0F03-4C74-85F0-6EA832EE0095}">
      <dsp:nvSpPr>
        <dsp:cNvPr id="0" name=""/>
        <dsp:cNvSpPr/>
      </dsp:nvSpPr>
      <dsp:spPr>
        <a:xfrm>
          <a:off x="615713"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Calibri" panose="020F0502020204030204" pitchFamily="34" charset="0"/>
              <a:ea typeface="Calibri" panose="020F0502020204030204" pitchFamily="34" charset="0"/>
              <a:cs typeface="Calibri" panose="020F0502020204030204" pitchFamily="34" charset="0"/>
            </a:rPr>
            <a:t>Combination of Public + Private cloud</a:t>
          </a:r>
        </a:p>
      </dsp:txBody>
      <dsp:txXfrm>
        <a:off x="696297" y="538547"/>
        <a:ext cx="4171627" cy="2590157"/>
      </dsp:txXfrm>
    </dsp:sp>
    <dsp:sp modelId="{D5A763CD-A96F-4F04-A23E-27BE023E6C02}">
      <dsp:nvSpPr>
        <dsp:cNvPr id="0" name=""/>
        <dsp:cNvSpPr/>
      </dsp:nvSpPr>
      <dsp:spPr>
        <a:xfrm>
          <a:off x="5429930" y="612"/>
          <a:ext cx="4332795" cy="2751325"/>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D1970-6A71-487A-BC0E-31B6203EF45F}">
      <dsp:nvSpPr>
        <dsp:cNvPr id="0" name=""/>
        <dsp:cNvSpPr/>
      </dsp:nvSpPr>
      <dsp:spPr>
        <a:xfrm>
          <a:off x="5911352" y="457963"/>
          <a:ext cx="4332795" cy="2751325"/>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Calibri" panose="020F0502020204030204" pitchFamily="34" charset="0"/>
              <a:ea typeface="Calibri" panose="020F0502020204030204" pitchFamily="34" charset="0"/>
              <a:cs typeface="Calibri" panose="020F0502020204030204" pitchFamily="34" charset="0"/>
            </a:rPr>
            <a:t>Ideal for disaster recovery and burst workloads</a:t>
          </a:r>
        </a:p>
      </dsp:txBody>
      <dsp:txXfrm>
        <a:off x="5991936" y="538547"/>
        <a:ext cx="4171627" cy="25901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520756-70E7-4789-AE66-86369C5D2FC7}">
      <dsp:nvSpPr>
        <dsp:cNvPr id="0" name=""/>
        <dsp:cNvSpPr/>
      </dsp:nvSpPr>
      <dsp:spPr>
        <a:xfrm>
          <a:off x="2250914" y="1839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89385D-6DFB-4269-AFE5-14E037D70ABF}">
      <dsp:nvSpPr>
        <dsp:cNvPr id="0" name=""/>
        <dsp:cNvSpPr/>
      </dsp:nvSpPr>
      <dsp:spPr>
        <a:xfrm>
          <a:off x="2718914" y="6519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29B6A1-9A9B-4FAF-B7DF-B17833BA8DB5}">
      <dsp:nvSpPr>
        <dsp:cNvPr id="0" name=""/>
        <dsp:cNvSpPr/>
      </dsp:nvSpPr>
      <dsp:spPr>
        <a:xfrm>
          <a:off x="1548914" y="3063902"/>
          <a:ext cx="36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dirty="0">
              <a:latin typeface="Calibri" panose="020F0502020204030204" pitchFamily="34" charset="0"/>
              <a:ea typeface="Calibri" panose="020F0502020204030204" pitchFamily="34" charset="0"/>
              <a:cs typeface="Calibri" panose="020F0502020204030204" pitchFamily="34" charset="0"/>
            </a:rPr>
            <a:t>Shared by multiple organizations with similar needs</a:t>
          </a:r>
        </a:p>
      </dsp:txBody>
      <dsp:txXfrm>
        <a:off x="1548914" y="3063902"/>
        <a:ext cx="3600000" cy="945000"/>
      </dsp:txXfrm>
    </dsp:sp>
    <dsp:sp modelId="{A9C97ABB-713A-4AB4-B21E-9CD31100B659}">
      <dsp:nvSpPr>
        <dsp:cNvPr id="0" name=""/>
        <dsp:cNvSpPr/>
      </dsp:nvSpPr>
      <dsp:spPr>
        <a:xfrm>
          <a:off x="6480914" y="183902"/>
          <a:ext cx="2196000" cy="2196000"/>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F4C6DE-8B75-4AC7-8022-935B7D503E92}">
      <dsp:nvSpPr>
        <dsp:cNvPr id="0" name=""/>
        <dsp:cNvSpPr/>
      </dsp:nvSpPr>
      <dsp:spPr>
        <a:xfrm>
          <a:off x="6948914" y="6519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597298-BAE0-43E5-8EBA-A170FFCB8BE8}">
      <dsp:nvSpPr>
        <dsp:cNvPr id="0" name=""/>
        <dsp:cNvSpPr/>
      </dsp:nvSpPr>
      <dsp:spPr>
        <a:xfrm>
          <a:off x="5778914" y="3063902"/>
          <a:ext cx="3600000"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dirty="0">
              <a:latin typeface="Calibri" panose="020F0502020204030204" pitchFamily="34" charset="0"/>
              <a:ea typeface="Calibri" panose="020F0502020204030204" pitchFamily="34" charset="0"/>
              <a:cs typeface="Calibri" panose="020F0502020204030204" pitchFamily="34" charset="0"/>
            </a:rPr>
            <a:t>Designed for specific compliance/governance</a:t>
          </a:r>
        </a:p>
      </dsp:txBody>
      <dsp:txXfrm>
        <a:off x="5778914" y="3063902"/>
        <a:ext cx="3600000" cy="945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3B0ACB-8E3D-441C-81FB-B475630582CB}" type="datetimeFigureOut">
              <a:rPr lang="en-IN" smtClean="0"/>
              <a:t>27-10-2025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1183BB-4BF3-4C2C-B376-04ED83CD89FE}" type="slidenum">
              <a:rPr lang="en-IN" smtClean="0"/>
              <a:t>‹#›</a:t>
            </a:fld>
            <a:endParaRPr lang="en-IN"/>
          </a:p>
        </p:txBody>
      </p:sp>
    </p:spTree>
    <p:extLst>
      <p:ext uri="{BB962C8B-B14F-4D97-AF65-F5344CB8AC3E}">
        <p14:creationId xmlns:p14="http://schemas.microsoft.com/office/powerpoint/2010/main" val="1420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Cloud</a:t>
            </a:r>
          </a:p>
          <a:p>
            <a:r>
              <a:rPr lang="en-US" sz="1200" b="0" i="0" kern="1200" dirty="0">
                <a:solidFill>
                  <a:schemeClr val="tx1"/>
                </a:solidFill>
                <a:effectLst/>
                <a:latin typeface="+mn-lt"/>
                <a:ea typeface="+mn-ea"/>
                <a:cs typeface="+mn-cs"/>
              </a:rPr>
              <a:t>A cloud-based application is fully deployed in the cloud and all parts of the application run in the cloud. Applications in the cloud have either been created in the cloud or have been migrated from an existing infrastructure to take advantage of the benefits of cloud computing. Cloud-based applications can be built on low-level infrastructure pieces or can use higher level services that provide abstraction from the management, architecting, and scaling requirements of core infrastructure.</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Private cloud (on-premises)</a:t>
            </a:r>
          </a:p>
          <a:p>
            <a:r>
              <a:rPr lang="en-US" sz="1200" b="0" i="0" kern="1200" dirty="0">
                <a:solidFill>
                  <a:schemeClr val="tx1"/>
                </a:solidFill>
                <a:effectLst/>
                <a:latin typeface="+mn-lt"/>
                <a:ea typeface="+mn-ea"/>
                <a:cs typeface="+mn-cs"/>
              </a:rPr>
              <a:t>The deployment of resources on-premises, using virtualization and resource management tools, is sometimes called the </a:t>
            </a:r>
            <a:r>
              <a:rPr lang="en-US" sz="1200" b="0" i="1" kern="1200" dirty="0">
                <a:solidFill>
                  <a:schemeClr val="tx1"/>
                </a:solidFill>
                <a:effectLst/>
                <a:latin typeface="+mn-lt"/>
                <a:ea typeface="+mn-ea"/>
                <a:cs typeface="+mn-cs"/>
              </a:rPr>
              <a:t>private cloud</a:t>
            </a:r>
            <a:r>
              <a:rPr lang="en-US" sz="1200" b="0" i="0" kern="1200" dirty="0">
                <a:solidFill>
                  <a:schemeClr val="tx1"/>
                </a:solidFill>
                <a:effectLst/>
                <a:latin typeface="+mn-lt"/>
                <a:ea typeface="+mn-ea"/>
                <a:cs typeface="+mn-cs"/>
              </a:rPr>
              <a:t>. On-premises deployment doesn’t provide many of the benefits of cloud computing, but it is sometimes sought for its ability to provide dedicated resources. In most cases, this deployment model is the same as legacy IT infrastructure while using application management and virtualization technologies to try and increase resource utilization.</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Hybrid</a:t>
            </a:r>
          </a:p>
          <a:p>
            <a:r>
              <a:rPr lang="en-US" sz="1200" b="0" i="0" kern="1200" dirty="0">
                <a:solidFill>
                  <a:schemeClr val="tx1"/>
                </a:solidFill>
                <a:effectLst/>
                <a:latin typeface="+mn-lt"/>
                <a:ea typeface="+mn-ea"/>
                <a:cs typeface="+mn-cs"/>
              </a:rPr>
              <a:t>A hybrid deployment is a way to connect infrastructure and applications between cloud-based resources and existing resources that are not located in the cloud. The most common method of hybrid deployment is between the cloud and existing on-premises infrastructure to extend, and grow, an organization's infrastructure into the cloud while connecting cloud resources to the internal system.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Community</a:t>
            </a:r>
            <a:r>
              <a:rPr lang="en-US" sz="1200" b="0" i="0" kern="1200" dirty="0">
                <a:solidFill>
                  <a:schemeClr val="tx1"/>
                </a:solidFill>
                <a:effectLst/>
                <a:latin typeface="+mn-lt"/>
                <a:ea typeface="+mn-ea"/>
                <a:cs typeface="+mn-cs"/>
              </a:rPr>
              <a:t> </a:t>
            </a:r>
          </a:p>
          <a:p>
            <a:r>
              <a:rPr lang="en-US" dirty="0"/>
              <a:t>A Community Cloud is a cloud deployment model where the infrastructure is shared by several organizations that have similar goals, requirements, or compliance needs.</a:t>
            </a:r>
          </a:p>
          <a:p>
            <a:r>
              <a:rPr lang="en-US" dirty="0"/>
              <a:t>For example, universities working on joint research, healthcare institutions following the same compliance rules, or government departments can use a community cloud</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2</a:t>
            </a:fld>
            <a:endParaRPr lang="en-IN"/>
          </a:p>
        </p:txBody>
      </p:sp>
    </p:spTree>
    <p:extLst>
      <p:ext uri="{BB962C8B-B14F-4D97-AF65-F5344CB8AC3E}">
        <p14:creationId xmlns:p14="http://schemas.microsoft.com/office/powerpoint/2010/main" val="325857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CF94F75-3C04-4D6F-8FC7-46B127EF7C29}" type="slidenum">
              <a:rPr lang="en-IN" smtClean="0"/>
              <a:t>7</a:t>
            </a:fld>
            <a:endParaRPr lang="en-IN"/>
          </a:p>
        </p:txBody>
      </p:sp>
    </p:spTree>
    <p:extLst>
      <p:ext uri="{BB962C8B-B14F-4D97-AF65-F5344CB8AC3E}">
        <p14:creationId xmlns:p14="http://schemas.microsoft.com/office/powerpoint/2010/main" val="669052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B99CB-99E0-FA1C-AE09-2E9108B03A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040663-2301-9869-121B-B690BAF18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4957CF-851A-1B35-F332-92D89361B690}"/>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5" name="Footer Placeholder 4">
            <a:extLst>
              <a:ext uri="{FF2B5EF4-FFF2-40B4-BE49-F238E27FC236}">
                <a16:creationId xmlns:a16="http://schemas.microsoft.com/office/drawing/2014/main" id="{4816B511-5750-E3DB-FCE9-D8A59E2A14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912BB4-1A6B-04D4-BB66-494E3EF10FE3}"/>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3843723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C0455-891F-049F-F0DC-F7529CE52D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A43CE8-AFE6-FCD1-11DE-2BD0785C78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C0E8F6-7DB7-6AFD-D36D-3A35EBCC73B4}"/>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5" name="Footer Placeholder 4">
            <a:extLst>
              <a:ext uri="{FF2B5EF4-FFF2-40B4-BE49-F238E27FC236}">
                <a16:creationId xmlns:a16="http://schemas.microsoft.com/office/drawing/2014/main" id="{C7D70ABA-BEDD-3686-0BB6-392C9CDF35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C661D9-70F9-35D7-5943-565F04DCE16D}"/>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221787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D7E0A-D1AC-2074-5C11-2E6CEDE75F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62F279-093E-DF00-A76D-FE8CE341C4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D0BF1B-42C8-B343-E050-0DCDBDC0640C}"/>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5" name="Footer Placeholder 4">
            <a:extLst>
              <a:ext uri="{FF2B5EF4-FFF2-40B4-BE49-F238E27FC236}">
                <a16:creationId xmlns:a16="http://schemas.microsoft.com/office/drawing/2014/main" id="{BBE9874C-A50D-631E-093B-8A463EA5A3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FFF4E7-E12D-50C9-E649-2E37D0C5BF96}"/>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2455320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F92D-422E-6F1C-AFED-B85276001C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0C2D5D-83B9-A4D9-ABC8-963E149726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107B4D-9945-C51E-5FA6-DD8979A3D5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A55331-5A30-175E-123D-7220E77EE385}"/>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6" name="Footer Placeholder 5">
            <a:extLst>
              <a:ext uri="{FF2B5EF4-FFF2-40B4-BE49-F238E27FC236}">
                <a16:creationId xmlns:a16="http://schemas.microsoft.com/office/drawing/2014/main" id="{80FD880C-659D-AB0B-B4A2-CDA1D5C588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BDD3EE-B4E3-0031-62C6-E5D98B015D1D}"/>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342528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AB644-0395-99CF-4F2C-6FD3A09EF1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44C281-AAFD-C35F-3A46-FD7B7F902C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7B7BD1-F3DF-7ABC-7BC1-3C9E5D14FD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DA8154-FC10-D7ED-EDDB-C63F0B25E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F1A3DB-45A6-2C51-C3DD-CD52383AFE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DEC206-9117-9F75-FF36-28C17541FEB1}"/>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8" name="Footer Placeholder 7">
            <a:extLst>
              <a:ext uri="{FF2B5EF4-FFF2-40B4-BE49-F238E27FC236}">
                <a16:creationId xmlns:a16="http://schemas.microsoft.com/office/drawing/2014/main" id="{8DB2D5DD-D625-7B2B-D3A2-35322A52F5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D9292D1-7D21-41F8-27B5-D04F87187B42}"/>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2324084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F34D-ADC4-D526-BB02-16072DD3402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67A81F-EA80-8FE7-1A3E-8A8566D429D4}"/>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4" name="Footer Placeholder 3">
            <a:extLst>
              <a:ext uri="{FF2B5EF4-FFF2-40B4-BE49-F238E27FC236}">
                <a16:creationId xmlns:a16="http://schemas.microsoft.com/office/drawing/2014/main" id="{7D4E0887-D9BA-E9FB-F8FD-D110A54E0A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4F10BF8-D796-6FCE-AD8F-8F94FE0AB6B0}"/>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1225191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A42D18-423D-A112-7AD0-4FC6ADB8A4E7}"/>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3" name="Footer Placeholder 2">
            <a:extLst>
              <a:ext uri="{FF2B5EF4-FFF2-40B4-BE49-F238E27FC236}">
                <a16:creationId xmlns:a16="http://schemas.microsoft.com/office/drawing/2014/main" id="{9D0527DA-1F3E-E20D-EBD1-DCB6731513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9B4F04-7E7D-2CFF-E016-6944909DB0E6}"/>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3166180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18C7-1100-5DA5-2E11-BE32C8D783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909E80-AE11-C0E9-1B4B-B2848DEA44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DEA899-CE3B-5AB0-C8AE-E800B0531B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0D6EE-3CE7-E5DB-80BB-16AC72539060}"/>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6" name="Footer Placeholder 5">
            <a:extLst>
              <a:ext uri="{FF2B5EF4-FFF2-40B4-BE49-F238E27FC236}">
                <a16:creationId xmlns:a16="http://schemas.microsoft.com/office/drawing/2014/main" id="{C201A875-B585-2007-EE2B-BBB73B81A9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ABC29E-C70A-7B4D-3696-BBB7C0439D1A}"/>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225033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CD3C0-C6B8-056A-D258-00937281A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85A6817-20E7-02E9-5E4F-7C8203CB27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8EBC149-0A0A-AAC8-0091-0B694B900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0DDEF3-BBF0-B7E7-2FB0-37F62E7DB217}"/>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6" name="Footer Placeholder 5">
            <a:extLst>
              <a:ext uri="{FF2B5EF4-FFF2-40B4-BE49-F238E27FC236}">
                <a16:creationId xmlns:a16="http://schemas.microsoft.com/office/drawing/2014/main" id="{8A760410-A926-9B57-03E9-8A419FE323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C41F39-D349-CFFE-B4BF-193FDD41346F}"/>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2218350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23A9-54C5-F7E2-C3CE-1848EF61A8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D5E975-CD43-460C-1141-8D3577D2B4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14C046-B176-3FD4-A46B-8894398E558B}"/>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5" name="Footer Placeholder 4">
            <a:extLst>
              <a:ext uri="{FF2B5EF4-FFF2-40B4-BE49-F238E27FC236}">
                <a16:creationId xmlns:a16="http://schemas.microsoft.com/office/drawing/2014/main" id="{18287C10-C93F-129E-E746-AD9E38CA34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4848FE-29AF-1AE2-2420-FB73760031CF}"/>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349931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4696D3-D1B8-6BDC-CAAC-5EBFAF7DAB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791D94-E08B-FB6F-0E0C-B985BE0BAD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BD5D32-FBEA-DB36-5865-C49AF3D93D8A}"/>
              </a:ext>
            </a:extLst>
          </p:cNvPr>
          <p:cNvSpPr>
            <a:spLocks noGrp="1"/>
          </p:cNvSpPr>
          <p:nvPr>
            <p:ph type="dt" sz="half" idx="10"/>
          </p:nvPr>
        </p:nvSpPr>
        <p:spPr/>
        <p:txBody>
          <a:bodyPr/>
          <a:lstStyle/>
          <a:p>
            <a:fld id="{0D9B07B7-887E-4226-8190-5D8BDDB935A4}" type="datetimeFigureOut">
              <a:rPr lang="en-IN" smtClean="0"/>
              <a:t>27-10-2025</a:t>
            </a:fld>
            <a:endParaRPr lang="en-IN"/>
          </a:p>
        </p:txBody>
      </p:sp>
      <p:sp>
        <p:nvSpPr>
          <p:cNvPr id="5" name="Footer Placeholder 4">
            <a:extLst>
              <a:ext uri="{FF2B5EF4-FFF2-40B4-BE49-F238E27FC236}">
                <a16:creationId xmlns:a16="http://schemas.microsoft.com/office/drawing/2014/main" id="{340324E2-F5C0-B973-3B4C-6DBA619B86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64AF6-2B36-FAD2-83D1-A96EE5BC4896}"/>
              </a:ext>
            </a:extLst>
          </p:cNvPr>
          <p:cNvSpPr>
            <a:spLocks noGrp="1"/>
          </p:cNvSpPr>
          <p:nvPr>
            <p:ph type="sldNum" sz="quarter" idx="12"/>
          </p:nvPr>
        </p:nvSpPr>
        <p:spPr/>
        <p:txBody>
          <a:bodyPr/>
          <a:lstStyle/>
          <a:p>
            <a:fld id="{C59B6348-069A-4A9F-9EE2-ED17D639ECE3}" type="slidenum">
              <a:rPr lang="en-IN" smtClean="0"/>
              <a:t>‹#›</a:t>
            </a:fld>
            <a:endParaRPr lang="en-IN"/>
          </a:p>
        </p:txBody>
      </p:sp>
    </p:spTree>
    <p:extLst>
      <p:ext uri="{BB962C8B-B14F-4D97-AF65-F5344CB8AC3E}">
        <p14:creationId xmlns:p14="http://schemas.microsoft.com/office/powerpoint/2010/main" val="908506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78E3F5-C46D-37C5-29A9-B26FF1E304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69344B-2E15-D8C5-F105-3913B2A41D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A9FAE0-E018-589E-37AA-F9C16DDD0D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9B07B7-887E-4226-8190-5D8BDDB935A4}" type="datetimeFigureOut">
              <a:rPr lang="en-IN" smtClean="0"/>
              <a:t>27-10-2025</a:t>
            </a:fld>
            <a:endParaRPr lang="en-IN"/>
          </a:p>
        </p:txBody>
      </p:sp>
      <p:sp>
        <p:nvSpPr>
          <p:cNvPr id="5" name="Footer Placeholder 4">
            <a:extLst>
              <a:ext uri="{FF2B5EF4-FFF2-40B4-BE49-F238E27FC236}">
                <a16:creationId xmlns:a16="http://schemas.microsoft.com/office/drawing/2014/main" id="{037F2E2E-7387-3091-439B-986C5E1B2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9E6B13C-8B33-EECF-29AD-C45D53685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9B6348-069A-4A9F-9EE2-ED17D639ECE3}" type="slidenum">
              <a:rPr lang="en-IN" smtClean="0"/>
              <a:t>‹#›</a:t>
            </a:fld>
            <a:endParaRPr lang="en-IN"/>
          </a:p>
        </p:txBody>
      </p:sp>
    </p:spTree>
    <p:extLst>
      <p:ext uri="{BB962C8B-B14F-4D97-AF65-F5344CB8AC3E}">
        <p14:creationId xmlns:p14="http://schemas.microsoft.com/office/powerpoint/2010/main" val="385978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7623CD5-1D65-5F49-B68F-931D0205E77A}"/>
              </a:ext>
            </a:extLst>
          </p:cNvPr>
          <p:cNvSpPr>
            <a:spLocks noGrp="1"/>
          </p:cNvSpPr>
          <p:nvPr>
            <p:ph type="ctrTitle"/>
          </p:nvPr>
        </p:nvSpPr>
        <p:spPr>
          <a:xfrm>
            <a:off x="1314824" y="735106"/>
            <a:ext cx="10053763" cy="2928470"/>
          </a:xfrm>
        </p:spPr>
        <p:txBody>
          <a:bodyPr anchor="b">
            <a:normAutofit/>
          </a:bodyPr>
          <a:lstStyle/>
          <a:p>
            <a:r>
              <a:rPr lang="en-US" sz="4800" dirty="0">
                <a:solidFill>
                  <a:srgbClr val="FFFFFF"/>
                </a:solidFill>
              </a:rPr>
              <a:t>Deployment Models</a:t>
            </a:r>
            <a:endParaRPr lang="en-IN" sz="4800" dirty="0">
              <a:solidFill>
                <a:srgbClr val="FFFFFF"/>
              </a:solidFill>
            </a:endParaRPr>
          </a:p>
        </p:txBody>
      </p:sp>
    </p:spTree>
    <p:extLst>
      <p:ext uri="{BB962C8B-B14F-4D97-AF65-F5344CB8AC3E}">
        <p14:creationId xmlns:p14="http://schemas.microsoft.com/office/powerpoint/2010/main" val="2721526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05AD3998-CF72-48F6-90B8-F03F9C98A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2706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AE74A2-1193-E68A-B084-D85537BAC778}"/>
              </a:ext>
            </a:extLst>
          </p:cNvPr>
          <p:cNvSpPr>
            <a:spLocks noGrp="1"/>
          </p:cNvSpPr>
          <p:nvPr>
            <p:ph type="title"/>
          </p:nvPr>
        </p:nvSpPr>
        <p:spPr>
          <a:xfrm>
            <a:off x="360213" y="1124380"/>
            <a:ext cx="5294293" cy="2956085"/>
          </a:xfrm>
        </p:spPr>
        <p:txBody>
          <a:bodyPr anchor="ctr">
            <a:normAutofit/>
          </a:bodyPr>
          <a:lstStyle/>
          <a:p>
            <a:pPr algn="ctr"/>
            <a:r>
              <a:rPr lang="en-US" sz="4800" dirty="0"/>
              <a:t>IT Deployment Models</a:t>
            </a:r>
            <a:endParaRPr lang="en-IN" sz="4800" dirty="0"/>
          </a:p>
        </p:txBody>
      </p:sp>
      <p:pic>
        <p:nvPicPr>
          <p:cNvPr id="3" name="Picture 2" descr="A white text on a black background&#10;&#10;AI-generated content may be incorrect.">
            <a:extLst>
              <a:ext uri="{FF2B5EF4-FFF2-40B4-BE49-F238E27FC236}">
                <a16:creationId xmlns:a16="http://schemas.microsoft.com/office/drawing/2014/main" id="{837C1ACE-798E-6F47-B9EE-C228606A1C2B}"/>
              </a:ext>
            </a:extLst>
          </p:cNvPr>
          <p:cNvPicPr>
            <a:picLocks noChangeAspect="1"/>
          </p:cNvPicPr>
          <p:nvPr/>
        </p:nvPicPr>
        <p:blipFill>
          <a:blip r:embed="rId3">
            <a:extLst>
              <a:ext uri="{28A0092B-C50C-407E-A947-70E740481C1C}">
                <a14:useLocalDpi xmlns:a14="http://schemas.microsoft.com/office/drawing/2010/main" val="0"/>
              </a:ext>
            </a:extLst>
          </a:blip>
          <a:srcRect l="19537" r="6450" b="1"/>
          <a:stretch>
            <a:fillRect/>
          </a:stretch>
        </p:blipFill>
        <p:spPr>
          <a:xfrm>
            <a:off x="471569" y="3363686"/>
            <a:ext cx="10894411" cy="2796701"/>
          </a:xfrm>
          <a:prstGeom prst="rect">
            <a:avLst/>
          </a:prstGeom>
        </p:spPr>
      </p:pic>
      <p:cxnSp>
        <p:nvCxnSpPr>
          <p:cNvPr id="16" name="Straight Connector 15">
            <a:extLst>
              <a:ext uri="{FF2B5EF4-FFF2-40B4-BE49-F238E27FC236}">
                <a16:creationId xmlns:a16="http://schemas.microsoft.com/office/drawing/2014/main" id="{F085D7B9-E066-4923-8CB7-294BF30629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5443840-A796-4C43-8DC1-1B738EFEC5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5193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2B7D5BF-766A-4865-A35F-7AF824483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70161"/>
            <a:ext cx="475488" cy="2790226"/>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23B7E37-93F6-B7AB-F3DA-5805695FF011}"/>
              </a:ext>
            </a:extLst>
          </p:cNvPr>
          <p:cNvSpPr/>
          <p:nvPr/>
        </p:nvSpPr>
        <p:spPr>
          <a:xfrm>
            <a:off x="0" y="6358270"/>
            <a:ext cx="12191994" cy="5372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5" name="Content Placeholder 2">
            <a:extLst>
              <a:ext uri="{FF2B5EF4-FFF2-40B4-BE49-F238E27FC236}">
                <a16:creationId xmlns:a16="http://schemas.microsoft.com/office/drawing/2014/main" id="{993AD4A2-F19F-6C74-7A29-B79C70862C01}"/>
              </a:ext>
            </a:extLst>
          </p:cNvPr>
          <p:cNvGraphicFramePr>
            <a:graphicFrameLocks noGrp="1"/>
          </p:cNvGraphicFramePr>
          <p:nvPr>
            <p:ph idx="1"/>
            <p:extLst>
              <p:ext uri="{D42A27DB-BD31-4B8C-83A1-F6EECF244321}">
                <p14:modId xmlns:p14="http://schemas.microsoft.com/office/powerpoint/2010/main" val="3438569966"/>
              </p:ext>
            </p:extLst>
          </p:nvPr>
        </p:nvGraphicFramePr>
        <p:xfrm>
          <a:off x="5906195" y="1387819"/>
          <a:ext cx="4956417" cy="29843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48152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265EAA-7E98-5154-E44E-4335CF53E85B}"/>
              </a:ext>
            </a:extLst>
          </p:cNvPr>
          <p:cNvSpPr>
            <a:spLocks noGrp="1"/>
          </p:cNvSpPr>
          <p:nvPr>
            <p:ph type="title"/>
          </p:nvPr>
        </p:nvSpPr>
        <p:spPr>
          <a:xfrm>
            <a:off x="1043631" y="809898"/>
            <a:ext cx="10173010" cy="1554480"/>
          </a:xfrm>
        </p:spPr>
        <p:txBody>
          <a:bodyPr anchor="ctr">
            <a:normAutofit/>
          </a:bodyPr>
          <a:lstStyle/>
          <a:p>
            <a:pPr algn="ctr"/>
            <a:r>
              <a:rPr lang="en-US" sz="4000" dirty="0">
                <a:latin typeface="Calibri" panose="020F0502020204030204" pitchFamily="34" charset="0"/>
                <a:ea typeface="Calibri" panose="020F0502020204030204" pitchFamily="34" charset="0"/>
                <a:cs typeface="Calibri" panose="020F0502020204030204" pitchFamily="34" charset="0"/>
              </a:rPr>
              <a:t>Cloud</a:t>
            </a:r>
            <a:br>
              <a:rPr lang="en-IN" sz="4800" dirty="0"/>
            </a:br>
            <a:endParaRPr lang="en-IN" sz="4800" dirty="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01321C6-45C4-43E8-3C0A-A3CDF6ABD53D}"/>
              </a:ext>
            </a:extLst>
          </p:cNvPr>
          <p:cNvGraphicFramePr>
            <a:graphicFrameLocks noGrp="1"/>
          </p:cNvGraphicFramePr>
          <p:nvPr>
            <p:ph idx="1"/>
            <p:extLst>
              <p:ext uri="{D42A27DB-BD31-4B8C-83A1-F6EECF244321}">
                <p14:modId xmlns:p14="http://schemas.microsoft.com/office/powerpoint/2010/main" val="294904652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4782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32BCB-0CDA-58F6-CF9E-879D55E6D066}"/>
              </a:ext>
            </a:extLst>
          </p:cNvPr>
          <p:cNvSpPr>
            <a:spLocks noGrp="1"/>
          </p:cNvSpPr>
          <p:nvPr>
            <p:ph type="title"/>
          </p:nvPr>
        </p:nvSpPr>
        <p:spPr>
          <a:xfrm>
            <a:off x="838200" y="556995"/>
            <a:ext cx="10515600" cy="1133693"/>
          </a:xfrm>
        </p:spPr>
        <p:txBody>
          <a:bodyPr>
            <a:normAutofit/>
          </a:bodyPr>
          <a:lstStyle/>
          <a:p>
            <a:pPr algn="ctr"/>
            <a:r>
              <a:rPr lang="en-US" sz="3600" dirty="0"/>
              <a:t>Private cloud (on-premises)</a:t>
            </a:r>
            <a:br>
              <a:rPr lang="en-IN" sz="3600" dirty="0"/>
            </a:br>
            <a:endParaRPr lang="en-IN" sz="3600" dirty="0"/>
          </a:p>
        </p:txBody>
      </p:sp>
      <p:graphicFrame>
        <p:nvGraphicFramePr>
          <p:cNvPr id="5" name="Content Placeholder 2">
            <a:extLst>
              <a:ext uri="{FF2B5EF4-FFF2-40B4-BE49-F238E27FC236}">
                <a16:creationId xmlns:a16="http://schemas.microsoft.com/office/drawing/2014/main" id="{802304A3-DE23-80F0-30B2-F8E3777A7032}"/>
              </a:ext>
            </a:extLst>
          </p:cNvPr>
          <p:cNvGraphicFramePr>
            <a:graphicFrameLocks noGrp="1"/>
          </p:cNvGraphicFramePr>
          <p:nvPr>
            <p:ph idx="1"/>
            <p:extLst>
              <p:ext uri="{D42A27DB-BD31-4B8C-83A1-F6EECF244321}">
                <p14:modId xmlns:p14="http://schemas.microsoft.com/office/powerpoint/2010/main" val="372456110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8587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45" name="Rectangle 4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4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919E09-F1F4-A2E0-91BA-7F0D3A462190}"/>
              </a:ext>
            </a:extLst>
          </p:cNvPr>
          <p:cNvSpPr>
            <a:spLocks noGrp="1"/>
          </p:cNvSpPr>
          <p:nvPr>
            <p:ph type="title"/>
          </p:nvPr>
        </p:nvSpPr>
        <p:spPr>
          <a:xfrm>
            <a:off x="1043631" y="809898"/>
            <a:ext cx="10173010" cy="1554480"/>
          </a:xfrm>
        </p:spPr>
        <p:txBody>
          <a:bodyPr anchor="ctr">
            <a:normAutofit/>
          </a:bodyPr>
          <a:lstStyle/>
          <a:p>
            <a:pPr algn="ctr"/>
            <a:r>
              <a:rPr lang="en-US" sz="4800" dirty="0">
                <a:latin typeface="Calibri" panose="020F0502020204030204" pitchFamily="34" charset="0"/>
                <a:ea typeface="Calibri" panose="020F0502020204030204" pitchFamily="34" charset="0"/>
                <a:cs typeface="Calibri" panose="020F0502020204030204" pitchFamily="34" charset="0"/>
              </a:rPr>
              <a:t>Hybrid</a:t>
            </a:r>
            <a:br>
              <a:rPr lang="en-IN" sz="4800" dirty="0"/>
            </a:br>
            <a:endParaRPr lang="en-IN" sz="4800" dirty="0"/>
          </a:p>
        </p:txBody>
      </p:sp>
      <p:cxnSp>
        <p:nvCxnSpPr>
          <p:cNvPr id="51" name="Straight Connector 5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38" name="Content Placeholder 2">
            <a:extLst>
              <a:ext uri="{FF2B5EF4-FFF2-40B4-BE49-F238E27FC236}">
                <a16:creationId xmlns:a16="http://schemas.microsoft.com/office/drawing/2014/main" id="{4E3A5AF4-358B-93CE-AE85-5048F110C1E2}"/>
              </a:ext>
            </a:extLst>
          </p:cNvPr>
          <p:cNvGraphicFramePr>
            <a:graphicFrameLocks noGrp="1"/>
          </p:cNvGraphicFramePr>
          <p:nvPr>
            <p:ph idx="1"/>
            <p:extLst>
              <p:ext uri="{D42A27DB-BD31-4B8C-83A1-F6EECF244321}">
                <p14:modId xmlns:p14="http://schemas.microsoft.com/office/powerpoint/2010/main" val="302535358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4623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9F29D7-4914-C4D1-B950-E7F4AF52BA4E}"/>
              </a:ext>
            </a:extLst>
          </p:cNvPr>
          <p:cNvSpPr>
            <a:spLocks noGrp="1"/>
          </p:cNvSpPr>
          <p:nvPr>
            <p:ph type="title"/>
          </p:nvPr>
        </p:nvSpPr>
        <p:spPr>
          <a:xfrm>
            <a:off x="1371597" y="348865"/>
            <a:ext cx="10044023" cy="877729"/>
          </a:xfrm>
        </p:spPr>
        <p:txBody>
          <a:bodyPr anchor="ctr">
            <a:normAutofit/>
          </a:bodyPr>
          <a:lstStyle/>
          <a:p>
            <a:pPr algn="ctr"/>
            <a:r>
              <a:rPr lang="en-US" sz="4000" dirty="0">
                <a:solidFill>
                  <a:srgbClr val="FFFFFF"/>
                </a:solidFill>
                <a:latin typeface="Calibri" panose="020F0502020204030204" pitchFamily="34" charset="0"/>
                <a:ea typeface="Calibri" panose="020F0502020204030204" pitchFamily="34" charset="0"/>
                <a:cs typeface="Calibri" panose="020F0502020204030204" pitchFamily="34" charset="0"/>
              </a:rPr>
              <a:t>Community</a:t>
            </a:r>
            <a:r>
              <a:rPr lang="en-US" sz="4000" dirty="0">
                <a:solidFill>
                  <a:srgbClr val="FFFFFF"/>
                </a:solidFill>
              </a:rPr>
              <a:t> </a:t>
            </a:r>
            <a:endParaRPr lang="en-IN" sz="4000" dirty="0">
              <a:solidFill>
                <a:srgbClr val="FFFFFF"/>
              </a:solidFill>
            </a:endParaRPr>
          </a:p>
        </p:txBody>
      </p:sp>
      <p:graphicFrame>
        <p:nvGraphicFramePr>
          <p:cNvPr id="5" name="Content Placeholder 2">
            <a:extLst>
              <a:ext uri="{FF2B5EF4-FFF2-40B4-BE49-F238E27FC236}">
                <a16:creationId xmlns:a16="http://schemas.microsoft.com/office/drawing/2014/main" id="{DE252340-EF94-45FF-666B-FEC93584F4E8}"/>
              </a:ext>
            </a:extLst>
          </p:cNvPr>
          <p:cNvGraphicFramePr>
            <a:graphicFrameLocks noGrp="1"/>
          </p:cNvGraphicFramePr>
          <p:nvPr>
            <p:ph idx="1"/>
            <p:extLst>
              <p:ext uri="{D42A27DB-BD31-4B8C-83A1-F6EECF244321}">
                <p14:modId xmlns:p14="http://schemas.microsoft.com/office/powerpoint/2010/main" val="299766622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6820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79AF-436E-B737-7287-ABE169F8C68D}"/>
              </a:ext>
            </a:extLst>
          </p:cNvPr>
          <p:cNvSpPr>
            <a:spLocks noGrp="1"/>
          </p:cNvSpPr>
          <p:nvPr>
            <p:ph type="title"/>
          </p:nvPr>
        </p:nvSpPr>
        <p:spPr>
          <a:xfrm>
            <a:off x="829339" y="407546"/>
            <a:ext cx="10515600" cy="752839"/>
          </a:xfrm>
          <a:solidFill>
            <a:schemeClr val="tx2">
              <a:lumMod val="10000"/>
              <a:lumOff val="90000"/>
            </a:schemeClr>
          </a:solidFill>
        </p:spPr>
        <p:txBody>
          <a:bodyPr vert="horz" lIns="91440" tIns="45720" rIns="91440" bIns="45720" rtlCol="0" anchor="ctr">
            <a:normAutofit/>
          </a:bodyPr>
          <a:lstStyle/>
          <a:p>
            <a:pPr algn="ctr"/>
            <a:r>
              <a:rPr lang="en-US" dirty="0"/>
              <a:t>Deployment Models Comparison </a:t>
            </a:r>
            <a:endParaRPr lang="en-IN" dirty="0"/>
          </a:p>
        </p:txBody>
      </p:sp>
      <p:graphicFrame>
        <p:nvGraphicFramePr>
          <p:cNvPr id="4" name="Content Placeholder 3">
            <a:extLst>
              <a:ext uri="{FF2B5EF4-FFF2-40B4-BE49-F238E27FC236}">
                <a16:creationId xmlns:a16="http://schemas.microsoft.com/office/drawing/2014/main" id="{07141BA7-9B3F-9754-01C0-E1D43295E6DB}"/>
              </a:ext>
            </a:extLst>
          </p:cNvPr>
          <p:cNvGraphicFramePr>
            <a:graphicFrameLocks noGrp="1"/>
          </p:cNvGraphicFramePr>
          <p:nvPr>
            <p:ph idx="1"/>
          </p:nvPr>
        </p:nvGraphicFramePr>
        <p:xfrm>
          <a:off x="616689" y="1403498"/>
          <a:ext cx="11121436" cy="4516656"/>
        </p:xfrm>
        <a:graphic>
          <a:graphicData uri="http://schemas.openxmlformats.org/drawingml/2006/table">
            <a:tbl>
              <a:tblPr/>
              <a:tblGrid>
                <a:gridCol w="1276971">
                  <a:extLst>
                    <a:ext uri="{9D8B030D-6E8A-4147-A177-3AD203B41FA5}">
                      <a16:colId xmlns:a16="http://schemas.microsoft.com/office/drawing/2014/main" val="2673469444"/>
                    </a:ext>
                  </a:extLst>
                </a:gridCol>
                <a:gridCol w="2385268">
                  <a:extLst>
                    <a:ext uri="{9D8B030D-6E8A-4147-A177-3AD203B41FA5}">
                      <a16:colId xmlns:a16="http://schemas.microsoft.com/office/drawing/2014/main" val="3009977316"/>
                    </a:ext>
                  </a:extLst>
                </a:gridCol>
                <a:gridCol w="2402263">
                  <a:extLst>
                    <a:ext uri="{9D8B030D-6E8A-4147-A177-3AD203B41FA5}">
                      <a16:colId xmlns:a16="http://schemas.microsoft.com/office/drawing/2014/main" val="3369580919"/>
                    </a:ext>
                  </a:extLst>
                </a:gridCol>
                <a:gridCol w="2530092">
                  <a:extLst>
                    <a:ext uri="{9D8B030D-6E8A-4147-A177-3AD203B41FA5}">
                      <a16:colId xmlns:a16="http://schemas.microsoft.com/office/drawing/2014/main" val="2971998907"/>
                    </a:ext>
                  </a:extLst>
                </a:gridCol>
                <a:gridCol w="2526842">
                  <a:extLst>
                    <a:ext uri="{9D8B030D-6E8A-4147-A177-3AD203B41FA5}">
                      <a16:colId xmlns:a16="http://schemas.microsoft.com/office/drawing/2014/main" val="487246918"/>
                    </a:ext>
                  </a:extLst>
                </a:gridCol>
              </a:tblGrid>
              <a:tr h="622279">
                <a:tc>
                  <a:txBody>
                    <a:bodyPr/>
                    <a:lstStyle/>
                    <a:p>
                      <a:pPr>
                        <a:buNone/>
                      </a:pPr>
                      <a:r>
                        <a:rPr lang="en-IN" sz="1400" b="1" dirty="0"/>
                        <a:t>Feature</a:t>
                      </a:r>
                    </a:p>
                  </a:txBody>
                  <a:tcPr marL="37807" marR="37807" marT="18904" marB="18904" anchor="ctr">
                    <a:lnL>
                      <a:noFill/>
                    </a:lnL>
                    <a:lnR>
                      <a:noFill/>
                    </a:lnR>
                    <a:lnT>
                      <a:noFill/>
                    </a:lnT>
                    <a:lnB>
                      <a:noFill/>
                    </a:lnB>
                    <a:noFill/>
                  </a:tcPr>
                </a:tc>
                <a:tc>
                  <a:txBody>
                    <a:bodyPr/>
                    <a:lstStyle/>
                    <a:p>
                      <a:pPr>
                        <a:buNone/>
                      </a:pPr>
                      <a:r>
                        <a:rPr lang="en-IN" sz="1400" b="1" dirty="0"/>
                        <a:t>Public Cloud</a:t>
                      </a:r>
                      <a:endParaRPr lang="en-IN" sz="1400" dirty="0"/>
                    </a:p>
                  </a:txBody>
                  <a:tcPr marL="37807" marR="37807" marT="18904" marB="18904" anchor="ctr">
                    <a:lnL>
                      <a:noFill/>
                    </a:lnL>
                    <a:lnR>
                      <a:noFill/>
                    </a:lnR>
                    <a:lnT>
                      <a:noFill/>
                    </a:lnT>
                    <a:lnB>
                      <a:noFill/>
                    </a:lnB>
                    <a:noFill/>
                  </a:tcPr>
                </a:tc>
                <a:tc>
                  <a:txBody>
                    <a:bodyPr/>
                    <a:lstStyle/>
                    <a:p>
                      <a:pPr>
                        <a:buNone/>
                      </a:pPr>
                      <a:r>
                        <a:rPr lang="en-IN" sz="1400" b="1" dirty="0"/>
                        <a:t>Private Cloud</a:t>
                      </a:r>
                      <a:endParaRPr lang="en-IN" sz="1400" dirty="0"/>
                    </a:p>
                  </a:txBody>
                  <a:tcPr marL="37807" marR="37807" marT="18904" marB="18904" anchor="ctr">
                    <a:lnL>
                      <a:noFill/>
                    </a:lnL>
                    <a:lnR>
                      <a:noFill/>
                    </a:lnR>
                    <a:lnT>
                      <a:noFill/>
                    </a:lnT>
                    <a:lnB>
                      <a:noFill/>
                    </a:lnB>
                    <a:noFill/>
                  </a:tcPr>
                </a:tc>
                <a:tc>
                  <a:txBody>
                    <a:bodyPr/>
                    <a:lstStyle/>
                    <a:p>
                      <a:pPr>
                        <a:buNone/>
                      </a:pPr>
                      <a:r>
                        <a:rPr lang="en-IN" sz="1400" b="1"/>
                        <a:t>Hybrid Cloud</a:t>
                      </a:r>
                      <a:endParaRPr lang="en-IN" sz="1400"/>
                    </a:p>
                  </a:txBody>
                  <a:tcPr marL="37807" marR="37807" marT="18904" marB="18904" anchor="ctr">
                    <a:lnL>
                      <a:noFill/>
                    </a:lnL>
                    <a:lnR>
                      <a:noFill/>
                    </a:lnR>
                    <a:lnT>
                      <a:noFill/>
                    </a:lnT>
                    <a:lnB>
                      <a:noFill/>
                    </a:lnB>
                    <a:noFill/>
                  </a:tcPr>
                </a:tc>
                <a:tc>
                  <a:txBody>
                    <a:bodyPr/>
                    <a:lstStyle/>
                    <a:p>
                      <a:pPr>
                        <a:buNone/>
                      </a:pPr>
                      <a:r>
                        <a:rPr lang="en-IN" sz="1400" b="1" dirty="0"/>
                        <a:t>Community Cloud</a:t>
                      </a:r>
                      <a:endParaRPr lang="en-IN" sz="1400" dirty="0"/>
                    </a:p>
                  </a:txBody>
                  <a:tcPr marL="37807" marR="37807" marT="18904" marB="18904" anchor="ctr">
                    <a:lnL>
                      <a:noFill/>
                    </a:lnL>
                    <a:lnR>
                      <a:noFill/>
                    </a:lnR>
                    <a:lnT>
                      <a:noFill/>
                    </a:lnT>
                    <a:lnB>
                      <a:noFill/>
                    </a:lnB>
                    <a:noFill/>
                  </a:tcPr>
                </a:tc>
                <a:extLst>
                  <a:ext uri="{0D108BD9-81ED-4DB2-BD59-A6C34878D82A}">
                    <a16:rowId xmlns:a16="http://schemas.microsoft.com/office/drawing/2014/main" val="1506358195"/>
                  </a:ext>
                </a:extLst>
              </a:tr>
              <a:tr h="883273">
                <a:tc>
                  <a:txBody>
                    <a:bodyPr/>
                    <a:lstStyle/>
                    <a:p>
                      <a:pPr>
                        <a:buNone/>
                      </a:pPr>
                      <a:r>
                        <a:rPr lang="en-IN" sz="1400" b="1" dirty="0"/>
                        <a:t>Cost</a:t>
                      </a:r>
                      <a:endParaRPr lang="en-IN" sz="1400" dirty="0"/>
                    </a:p>
                  </a:txBody>
                  <a:tcPr marL="37807" marR="37807" marT="18904" marB="18904" anchor="ctr">
                    <a:lnL>
                      <a:noFill/>
                    </a:lnL>
                    <a:lnR>
                      <a:noFill/>
                    </a:lnR>
                    <a:lnT>
                      <a:noFill/>
                    </a:lnT>
                    <a:lnB>
                      <a:noFill/>
                    </a:lnB>
                    <a:noFill/>
                  </a:tcPr>
                </a:tc>
                <a:tc>
                  <a:txBody>
                    <a:bodyPr/>
                    <a:lstStyle/>
                    <a:p>
                      <a:pPr>
                        <a:buNone/>
                      </a:pPr>
                      <a:r>
                        <a:rPr lang="en-IN" sz="1400"/>
                        <a:t>Low (pay-as-you-go, no upfront)</a:t>
                      </a:r>
                    </a:p>
                  </a:txBody>
                  <a:tcPr marL="37807" marR="37807" marT="18904" marB="18904" anchor="ctr">
                    <a:lnL>
                      <a:noFill/>
                    </a:lnL>
                    <a:lnR>
                      <a:noFill/>
                    </a:lnR>
                    <a:lnT>
                      <a:noFill/>
                    </a:lnT>
                    <a:lnB>
                      <a:noFill/>
                    </a:lnB>
                    <a:noFill/>
                  </a:tcPr>
                </a:tc>
                <a:tc>
                  <a:txBody>
                    <a:bodyPr/>
                    <a:lstStyle/>
                    <a:p>
                      <a:pPr>
                        <a:buNone/>
                      </a:pPr>
                      <a:r>
                        <a:rPr lang="en-IN" sz="1400" dirty="0"/>
                        <a:t>High (hardware maintenance costs)</a:t>
                      </a:r>
                    </a:p>
                  </a:txBody>
                  <a:tcPr marL="37807" marR="37807" marT="18904" marB="18904" anchor="ctr">
                    <a:lnL>
                      <a:noFill/>
                    </a:lnL>
                    <a:lnR>
                      <a:noFill/>
                    </a:lnR>
                    <a:lnT>
                      <a:noFill/>
                    </a:lnT>
                    <a:lnB>
                      <a:noFill/>
                    </a:lnB>
                    <a:noFill/>
                  </a:tcPr>
                </a:tc>
                <a:tc>
                  <a:txBody>
                    <a:bodyPr/>
                    <a:lstStyle/>
                    <a:p>
                      <a:pPr>
                        <a:buNone/>
                      </a:pPr>
                      <a:r>
                        <a:rPr lang="en-US" sz="1400"/>
                        <a:t>Moderate (depends on mix of public/private)</a:t>
                      </a:r>
                    </a:p>
                  </a:txBody>
                  <a:tcPr marL="37807" marR="37807" marT="18904" marB="18904" anchor="ctr">
                    <a:lnL>
                      <a:noFill/>
                    </a:lnL>
                    <a:lnR>
                      <a:noFill/>
                    </a:lnR>
                    <a:lnT>
                      <a:noFill/>
                    </a:lnT>
                    <a:lnB>
                      <a:noFill/>
                    </a:lnB>
                    <a:noFill/>
                  </a:tcPr>
                </a:tc>
                <a:tc>
                  <a:txBody>
                    <a:bodyPr/>
                    <a:lstStyle/>
                    <a:p>
                      <a:pPr>
                        <a:buNone/>
                      </a:pPr>
                      <a:r>
                        <a:rPr lang="en-US" sz="1400" dirty="0"/>
                        <a:t>Shared among community members  lower than private</a:t>
                      </a:r>
                    </a:p>
                  </a:txBody>
                  <a:tcPr marL="37807" marR="37807" marT="18904" marB="18904" anchor="ctr">
                    <a:lnL>
                      <a:noFill/>
                    </a:lnL>
                    <a:lnR>
                      <a:noFill/>
                    </a:lnR>
                    <a:lnT>
                      <a:noFill/>
                    </a:lnT>
                    <a:lnB>
                      <a:noFill/>
                    </a:lnB>
                    <a:noFill/>
                  </a:tcPr>
                </a:tc>
                <a:extLst>
                  <a:ext uri="{0D108BD9-81ED-4DB2-BD59-A6C34878D82A}">
                    <a16:rowId xmlns:a16="http://schemas.microsoft.com/office/drawing/2014/main" val="1775748851"/>
                  </a:ext>
                </a:extLst>
              </a:tr>
              <a:tr h="622279">
                <a:tc>
                  <a:txBody>
                    <a:bodyPr/>
                    <a:lstStyle/>
                    <a:p>
                      <a:pPr>
                        <a:buNone/>
                      </a:pPr>
                      <a:r>
                        <a:rPr lang="en-IN" sz="1400" b="1" dirty="0"/>
                        <a:t>Scalability</a:t>
                      </a:r>
                      <a:endParaRPr lang="en-IN" sz="1400" dirty="0"/>
                    </a:p>
                  </a:txBody>
                  <a:tcPr marL="37807" marR="37807" marT="18904" marB="18904" anchor="ctr">
                    <a:lnL>
                      <a:noFill/>
                    </a:lnL>
                    <a:lnR>
                      <a:noFill/>
                    </a:lnR>
                    <a:lnT>
                      <a:noFill/>
                    </a:lnT>
                    <a:lnB>
                      <a:noFill/>
                    </a:lnB>
                    <a:noFill/>
                  </a:tcPr>
                </a:tc>
                <a:tc>
                  <a:txBody>
                    <a:bodyPr/>
                    <a:lstStyle/>
                    <a:p>
                      <a:pPr>
                        <a:buNone/>
                      </a:pPr>
                      <a:r>
                        <a:rPr lang="en-IN" sz="1400" dirty="0"/>
                        <a:t>Highly scalable</a:t>
                      </a:r>
                    </a:p>
                  </a:txBody>
                  <a:tcPr marL="37807" marR="37807" marT="18904" marB="18904" anchor="ctr">
                    <a:lnL>
                      <a:noFill/>
                    </a:lnL>
                    <a:lnR>
                      <a:noFill/>
                    </a:lnR>
                    <a:lnT>
                      <a:noFill/>
                    </a:lnT>
                    <a:lnB>
                      <a:noFill/>
                    </a:lnB>
                    <a:noFill/>
                  </a:tcPr>
                </a:tc>
                <a:tc>
                  <a:txBody>
                    <a:bodyPr/>
                    <a:lstStyle/>
                    <a:p>
                      <a:pPr>
                        <a:buNone/>
                      </a:pPr>
                      <a:r>
                        <a:rPr lang="en-IN" sz="1400" dirty="0"/>
                        <a:t>Limited by hardware capacity</a:t>
                      </a:r>
                    </a:p>
                  </a:txBody>
                  <a:tcPr marL="37807" marR="37807" marT="18904" marB="18904" anchor="ctr">
                    <a:lnL>
                      <a:noFill/>
                    </a:lnL>
                    <a:lnR>
                      <a:noFill/>
                    </a:lnR>
                    <a:lnT>
                      <a:noFill/>
                    </a:lnT>
                    <a:lnB>
                      <a:noFill/>
                    </a:lnB>
                    <a:noFill/>
                  </a:tcPr>
                </a:tc>
                <a:tc>
                  <a:txBody>
                    <a:bodyPr/>
                    <a:lstStyle/>
                    <a:p>
                      <a:pPr>
                        <a:buNone/>
                      </a:pPr>
                      <a:r>
                        <a:rPr lang="en-US" sz="1400" dirty="0"/>
                        <a:t>Scalable public cloud can extend private cloud</a:t>
                      </a:r>
                    </a:p>
                  </a:txBody>
                  <a:tcPr marL="37807" marR="37807" marT="18904" marB="18904" anchor="ctr">
                    <a:lnL>
                      <a:noFill/>
                    </a:lnL>
                    <a:lnR>
                      <a:noFill/>
                    </a:lnR>
                    <a:lnT>
                      <a:noFill/>
                    </a:lnT>
                    <a:lnB>
                      <a:noFill/>
                    </a:lnB>
                    <a:noFill/>
                  </a:tcPr>
                </a:tc>
                <a:tc>
                  <a:txBody>
                    <a:bodyPr/>
                    <a:lstStyle/>
                    <a:p>
                      <a:pPr>
                        <a:buNone/>
                      </a:pPr>
                      <a:r>
                        <a:rPr lang="en-IN" sz="1400"/>
                        <a:t>Moderate scalability</a:t>
                      </a:r>
                    </a:p>
                  </a:txBody>
                  <a:tcPr marL="37807" marR="37807" marT="18904" marB="18904" anchor="ctr">
                    <a:lnL>
                      <a:noFill/>
                    </a:lnL>
                    <a:lnR>
                      <a:noFill/>
                    </a:lnR>
                    <a:lnT>
                      <a:noFill/>
                    </a:lnT>
                    <a:lnB>
                      <a:noFill/>
                    </a:lnB>
                    <a:noFill/>
                  </a:tcPr>
                </a:tc>
                <a:extLst>
                  <a:ext uri="{0D108BD9-81ED-4DB2-BD59-A6C34878D82A}">
                    <a16:rowId xmlns:a16="http://schemas.microsoft.com/office/drawing/2014/main" val="3575901005"/>
                  </a:ext>
                </a:extLst>
              </a:tr>
              <a:tr h="883273">
                <a:tc>
                  <a:txBody>
                    <a:bodyPr/>
                    <a:lstStyle/>
                    <a:p>
                      <a:pPr>
                        <a:buNone/>
                      </a:pPr>
                      <a:r>
                        <a:rPr lang="en-IN" sz="1400" b="1" dirty="0"/>
                        <a:t>Security</a:t>
                      </a:r>
                      <a:endParaRPr lang="en-IN" sz="1400" dirty="0"/>
                    </a:p>
                  </a:txBody>
                  <a:tcPr marL="37807" marR="37807" marT="18904" marB="18904" anchor="ctr">
                    <a:lnL>
                      <a:noFill/>
                    </a:lnL>
                    <a:lnR>
                      <a:noFill/>
                    </a:lnR>
                    <a:lnT>
                      <a:noFill/>
                    </a:lnT>
                    <a:lnB>
                      <a:noFill/>
                    </a:lnB>
                    <a:noFill/>
                  </a:tcPr>
                </a:tc>
                <a:tc>
                  <a:txBody>
                    <a:bodyPr/>
                    <a:lstStyle/>
                    <a:p>
                      <a:pPr>
                        <a:buNone/>
                      </a:pPr>
                      <a:r>
                        <a:rPr lang="en-IN" sz="1400" dirty="0"/>
                        <a:t>Standardized, multi-tenant security</a:t>
                      </a:r>
                    </a:p>
                  </a:txBody>
                  <a:tcPr marL="37807" marR="37807" marT="18904" marB="18904" anchor="ctr">
                    <a:lnL>
                      <a:noFill/>
                    </a:lnL>
                    <a:lnR>
                      <a:noFill/>
                    </a:lnR>
                    <a:lnT>
                      <a:noFill/>
                    </a:lnT>
                    <a:lnB>
                      <a:noFill/>
                    </a:lnB>
                    <a:noFill/>
                  </a:tcPr>
                </a:tc>
                <a:tc>
                  <a:txBody>
                    <a:bodyPr/>
                    <a:lstStyle/>
                    <a:p>
                      <a:pPr>
                        <a:buNone/>
                      </a:pPr>
                      <a:r>
                        <a:rPr lang="en-IN" sz="1400" dirty="0"/>
                        <a:t>High security (dedicated environment)</a:t>
                      </a:r>
                    </a:p>
                  </a:txBody>
                  <a:tcPr marL="37807" marR="37807" marT="18904" marB="18904" anchor="ctr">
                    <a:lnL>
                      <a:noFill/>
                    </a:lnL>
                    <a:lnR>
                      <a:noFill/>
                    </a:lnR>
                    <a:lnT>
                      <a:noFill/>
                    </a:lnT>
                    <a:lnB>
                      <a:noFill/>
                    </a:lnB>
                    <a:noFill/>
                  </a:tcPr>
                </a:tc>
                <a:tc>
                  <a:txBody>
                    <a:bodyPr/>
                    <a:lstStyle/>
                    <a:p>
                      <a:pPr>
                        <a:buNone/>
                      </a:pPr>
                      <a:r>
                        <a:rPr lang="en-US" sz="1400" dirty="0"/>
                        <a:t>Balanced — sensitive workloads on private, others on public</a:t>
                      </a:r>
                    </a:p>
                  </a:txBody>
                  <a:tcPr marL="37807" marR="37807" marT="18904" marB="18904" anchor="ctr">
                    <a:lnL>
                      <a:noFill/>
                    </a:lnL>
                    <a:lnR>
                      <a:noFill/>
                    </a:lnR>
                    <a:lnT>
                      <a:noFill/>
                    </a:lnT>
                    <a:lnB>
                      <a:noFill/>
                    </a:lnB>
                    <a:noFill/>
                  </a:tcPr>
                </a:tc>
                <a:tc>
                  <a:txBody>
                    <a:bodyPr/>
                    <a:lstStyle/>
                    <a:p>
                      <a:pPr>
                        <a:buNone/>
                      </a:pPr>
                      <a:r>
                        <a:rPr lang="en-US" sz="1400" dirty="0"/>
                        <a:t>High — controlled access within community</a:t>
                      </a:r>
                    </a:p>
                  </a:txBody>
                  <a:tcPr marL="37807" marR="37807" marT="18904" marB="18904" anchor="ctr">
                    <a:lnL>
                      <a:noFill/>
                    </a:lnL>
                    <a:lnR>
                      <a:noFill/>
                    </a:lnR>
                    <a:lnT>
                      <a:noFill/>
                    </a:lnT>
                    <a:lnB>
                      <a:noFill/>
                    </a:lnB>
                    <a:noFill/>
                  </a:tcPr>
                </a:tc>
                <a:extLst>
                  <a:ext uri="{0D108BD9-81ED-4DB2-BD59-A6C34878D82A}">
                    <a16:rowId xmlns:a16="http://schemas.microsoft.com/office/drawing/2014/main" val="1691385697"/>
                  </a:ext>
                </a:extLst>
              </a:tr>
              <a:tr h="622279">
                <a:tc>
                  <a:txBody>
                    <a:bodyPr/>
                    <a:lstStyle/>
                    <a:p>
                      <a:pPr>
                        <a:buNone/>
                      </a:pPr>
                      <a:r>
                        <a:rPr lang="en-IN" sz="1400" b="1" dirty="0"/>
                        <a:t>Accessibility</a:t>
                      </a:r>
                      <a:endParaRPr lang="en-IN" sz="1400" dirty="0"/>
                    </a:p>
                  </a:txBody>
                  <a:tcPr marL="37807" marR="37807" marT="18904" marB="18904" anchor="ctr">
                    <a:lnL>
                      <a:noFill/>
                    </a:lnL>
                    <a:lnR>
                      <a:noFill/>
                    </a:lnR>
                    <a:lnT>
                      <a:noFill/>
                    </a:lnT>
                    <a:lnB>
                      <a:noFill/>
                    </a:lnB>
                    <a:noFill/>
                  </a:tcPr>
                </a:tc>
                <a:tc>
                  <a:txBody>
                    <a:bodyPr/>
                    <a:lstStyle/>
                    <a:p>
                      <a:pPr>
                        <a:buNone/>
                      </a:pPr>
                      <a:r>
                        <a:rPr lang="it-IT" sz="1400" dirty="0"/>
                        <a:t>Accessible via internet, global reach</a:t>
                      </a:r>
                    </a:p>
                  </a:txBody>
                  <a:tcPr marL="37807" marR="37807" marT="18904" marB="18904" anchor="ctr">
                    <a:lnL>
                      <a:noFill/>
                    </a:lnL>
                    <a:lnR>
                      <a:noFill/>
                    </a:lnR>
                    <a:lnT>
                      <a:noFill/>
                    </a:lnT>
                    <a:lnB>
                      <a:noFill/>
                    </a:lnB>
                    <a:noFill/>
                  </a:tcPr>
                </a:tc>
                <a:tc>
                  <a:txBody>
                    <a:bodyPr/>
                    <a:lstStyle/>
                    <a:p>
                      <a:pPr>
                        <a:buNone/>
                      </a:pPr>
                      <a:r>
                        <a:rPr lang="en-US" sz="1400"/>
                        <a:t>Accessible only within organization’s network</a:t>
                      </a:r>
                      <a:endParaRPr lang="en-US" sz="1400" dirty="0"/>
                    </a:p>
                  </a:txBody>
                  <a:tcPr marL="37807" marR="37807" marT="18904" marB="18904" anchor="ctr">
                    <a:lnL>
                      <a:noFill/>
                    </a:lnL>
                    <a:lnR>
                      <a:noFill/>
                    </a:lnR>
                    <a:lnT>
                      <a:noFill/>
                    </a:lnT>
                    <a:lnB>
                      <a:noFill/>
                    </a:lnB>
                    <a:noFill/>
                  </a:tcPr>
                </a:tc>
                <a:tc>
                  <a:txBody>
                    <a:bodyPr/>
                    <a:lstStyle/>
                    <a:p>
                      <a:pPr>
                        <a:buNone/>
                      </a:pPr>
                      <a:r>
                        <a:rPr lang="en-US" sz="1400" dirty="0"/>
                        <a:t>Accessible from both public and private cloud</a:t>
                      </a:r>
                    </a:p>
                  </a:txBody>
                  <a:tcPr marL="37807" marR="37807" marT="18904" marB="18904" anchor="ctr">
                    <a:lnL>
                      <a:noFill/>
                    </a:lnL>
                    <a:lnR>
                      <a:noFill/>
                    </a:lnR>
                    <a:lnT>
                      <a:noFill/>
                    </a:lnT>
                    <a:lnB>
                      <a:noFill/>
                    </a:lnB>
                    <a:noFill/>
                  </a:tcPr>
                </a:tc>
                <a:tc>
                  <a:txBody>
                    <a:bodyPr/>
                    <a:lstStyle/>
                    <a:p>
                      <a:pPr>
                        <a:buNone/>
                      </a:pPr>
                      <a:r>
                        <a:rPr lang="en-IN" sz="1400" dirty="0"/>
                        <a:t>Restricted to community organizations</a:t>
                      </a:r>
                    </a:p>
                  </a:txBody>
                  <a:tcPr marL="37807" marR="37807" marT="18904" marB="18904" anchor="ctr">
                    <a:lnL>
                      <a:noFill/>
                    </a:lnL>
                    <a:lnR>
                      <a:noFill/>
                    </a:lnR>
                    <a:lnT>
                      <a:noFill/>
                    </a:lnT>
                    <a:lnB>
                      <a:noFill/>
                    </a:lnB>
                    <a:noFill/>
                  </a:tcPr>
                </a:tc>
                <a:extLst>
                  <a:ext uri="{0D108BD9-81ED-4DB2-BD59-A6C34878D82A}">
                    <a16:rowId xmlns:a16="http://schemas.microsoft.com/office/drawing/2014/main" val="193269151"/>
                  </a:ext>
                </a:extLst>
              </a:tr>
              <a:tr h="883273">
                <a:tc>
                  <a:txBody>
                    <a:bodyPr/>
                    <a:lstStyle/>
                    <a:p>
                      <a:pPr>
                        <a:buNone/>
                      </a:pPr>
                      <a:r>
                        <a:rPr lang="en-IN" sz="1400" b="1" dirty="0"/>
                        <a:t>Use Cases</a:t>
                      </a:r>
                      <a:endParaRPr lang="en-IN" sz="1400" dirty="0"/>
                    </a:p>
                  </a:txBody>
                  <a:tcPr marL="37807" marR="37807" marT="18904" marB="18904" anchor="ctr">
                    <a:lnL>
                      <a:noFill/>
                    </a:lnL>
                    <a:lnR>
                      <a:noFill/>
                    </a:lnR>
                    <a:lnT>
                      <a:noFill/>
                    </a:lnT>
                    <a:lnB>
                      <a:noFill/>
                    </a:lnB>
                    <a:noFill/>
                  </a:tcPr>
                </a:tc>
                <a:tc>
                  <a:txBody>
                    <a:bodyPr/>
                    <a:lstStyle/>
                    <a:p>
                      <a:pPr>
                        <a:buNone/>
                      </a:pPr>
                      <a:r>
                        <a:rPr lang="en-IN" sz="1400" dirty="0"/>
                        <a:t>Startups &amp; Small Businesses</a:t>
                      </a:r>
                      <a:endParaRPr lang="en-US" sz="1400" dirty="0"/>
                    </a:p>
                  </a:txBody>
                  <a:tcPr marL="37807" marR="37807" marT="18904" marB="18904" anchor="ctr">
                    <a:lnL>
                      <a:noFill/>
                    </a:lnL>
                    <a:lnR>
                      <a:noFill/>
                    </a:lnR>
                    <a:lnT>
                      <a:noFill/>
                    </a:lnT>
                    <a:lnB>
                      <a:noFill/>
                    </a:lnB>
                    <a:noFill/>
                  </a:tcPr>
                </a:tc>
                <a:tc>
                  <a:txBody>
                    <a:bodyPr/>
                    <a:lstStyle/>
                    <a:p>
                      <a:pPr>
                        <a:buNone/>
                      </a:pPr>
                      <a:r>
                        <a:rPr lang="en-US" sz="1400" dirty="0"/>
                        <a:t>Secure transaction systems.</a:t>
                      </a:r>
                    </a:p>
                  </a:txBody>
                  <a:tcPr marL="37807" marR="37807" marT="18904" marB="18904" anchor="ctr">
                    <a:lnL>
                      <a:noFill/>
                    </a:lnL>
                    <a:lnR>
                      <a:noFill/>
                    </a:lnR>
                    <a:lnT>
                      <a:noFill/>
                    </a:lnT>
                    <a:lnB>
                      <a:noFill/>
                    </a:lnB>
                    <a:noFill/>
                  </a:tcPr>
                </a:tc>
                <a:tc>
                  <a:txBody>
                    <a:bodyPr/>
                    <a:lstStyle/>
                    <a:p>
                      <a:pPr>
                        <a:buNone/>
                      </a:pPr>
                      <a:r>
                        <a:rPr lang="en-US" sz="1400" dirty="0"/>
                        <a:t>Keep customer data in private cloud, scale seasonal traffic in public cloud</a:t>
                      </a:r>
                    </a:p>
                  </a:txBody>
                  <a:tcPr marL="37807" marR="37807" marT="18904" marB="18904" anchor="ctr">
                    <a:lnL>
                      <a:noFill/>
                    </a:lnL>
                    <a:lnR>
                      <a:noFill/>
                    </a:lnR>
                    <a:lnT>
                      <a:noFill/>
                    </a:lnT>
                    <a:lnB>
                      <a:noFill/>
                    </a:lnB>
                    <a:noFill/>
                  </a:tcPr>
                </a:tc>
                <a:tc>
                  <a:txBody>
                    <a:bodyPr/>
                    <a:lstStyle/>
                    <a:p>
                      <a:pPr>
                        <a:buNone/>
                      </a:pPr>
                      <a:r>
                        <a:rPr lang="en-US" sz="1400" dirty="0"/>
                        <a:t>Universities, healthcare consortiums, research orgs</a:t>
                      </a:r>
                    </a:p>
                  </a:txBody>
                  <a:tcPr marL="37807" marR="37807" marT="18904" marB="18904" anchor="ctr">
                    <a:lnL>
                      <a:noFill/>
                    </a:lnL>
                    <a:lnR>
                      <a:noFill/>
                    </a:lnR>
                    <a:lnT>
                      <a:noFill/>
                    </a:lnT>
                    <a:lnB>
                      <a:noFill/>
                    </a:lnB>
                    <a:noFill/>
                  </a:tcPr>
                </a:tc>
                <a:extLst>
                  <a:ext uri="{0D108BD9-81ED-4DB2-BD59-A6C34878D82A}">
                    <a16:rowId xmlns:a16="http://schemas.microsoft.com/office/drawing/2014/main" val="2701499591"/>
                  </a:ext>
                </a:extLst>
              </a:tr>
            </a:tbl>
          </a:graphicData>
        </a:graphic>
      </p:graphicFrame>
      <p:sp>
        <p:nvSpPr>
          <p:cNvPr id="3" name="Rectangle 2">
            <a:extLst>
              <a:ext uri="{FF2B5EF4-FFF2-40B4-BE49-F238E27FC236}">
                <a16:creationId xmlns:a16="http://schemas.microsoft.com/office/drawing/2014/main" id="{5B2E6E25-DA69-259B-3E15-9CDAE84B67A8}"/>
              </a:ext>
            </a:extLst>
          </p:cNvPr>
          <p:cNvSpPr/>
          <p:nvPr/>
        </p:nvSpPr>
        <p:spPr>
          <a:xfrm>
            <a:off x="0" y="6358270"/>
            <a:ext cx="12191994" cy="537298"/>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298086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496</Words>
  <Application>Microsoft Office PowerPoint</Application>
  <PresentationFormat>Widescreen</PresentationFormat>
  <Paragraphs>65</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Deployment Models</vt:lpstr>
      <vt:lpstr>IT Deployment Models</vt:lpstr>
      <vt:lpstr>Cloud </vt:lpstr>
      <vt:lpstr>Private cloud (on-premises) </vt:lpstr>
      <vt:lpstr>Hybrid </vt:lpstr>
      <vt:lpstr>Community </vt:lpstr>
      <vt:lpstr>Deployment Models Comparison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36</cp:revision>
  <dcterms:created xsi:type="dcterms:W3CDTF">2025-10-27T03:52:40Z</dcterms:created>
  <dcterms:modified xsi:type="dcterms:W3CDTF">2025-10-27T04:01:53Z</dcterms:modified>
</cp:coreProperties>
</file>