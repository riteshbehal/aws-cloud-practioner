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0C8492E-E0BF-439A-A56F-BF58D180E3AC}" type="doc">
      <dgm:prSet loTypeId="urn:microsoft.com/office/officeart/2005/8/layout/vList2" loCatId="list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9E519A28-E05E-44C3-BC99-B462EA766FAE}">
      <dgm:prSet/>
      <dgm:spPr/>
      <dgm:t>
        <a:bodyPr/>
        <a:lstStyle/>
        <a:p>
          <a:r>
            <a:rPr lang="en-US" b="0" i="0" baseline="0"/>
            <a:t>AWS offers different </a:t>
          </a:r>
          <a:r>
            <a:rPr lang="en-US" b="1" i="0" baseline="0"/>
            <a:t>support tiers</a:t>
          </a:r>
          <a:r>
            <a:rPr lang="en-US" b="0" i="0" baseline="0"/>
            <a:t> to meet business and technical needs</a:t>
          </a:r>
          <a:endParaRPr lang="en-US"/>
        </a:p>
      </dgm:t>
    </dgm:pt>
    <dgm:pt modelId="{5C848241-9DD2-4448-8900-DE1CC5B30303}" type="parTrans" cxnId="{2E7318C5-89DB-4242-83EE-AEAD02624F6C}">
      <dgm:prSet/>
      <dgm:spPr/>
      <dgm:t>
        <a:bodyPr/>
        <a:lstStyle/>
        <a:p>
          <a:endParaRPr lang="en-US"/>
        </a:p>
      </dgm:t>
    </dgm:pt>
    <dgm:pt modelId="{7A3011FB-9046-402A-A105-124F648F2666}" type="sibTrans" cxnId="{2E7318C5-89DB-4242-83EE-AEAD02624F6C}">
      <dgm:prSet/>
      <dgm:spPr/>
      <dgm:t>
        <a:bodyPr/>
        <a:lstStyle/>
        <a:p>
          <a:endParaRPr lang="en-US"/>
        </a:p>
      </dgm:t>
    </dgm:pt>
    <dgm:pt modelId="{81852162-2F73-4433-8A3E-3F07688A680D}">
      <dgm:prSet/>
      <dgm:spPr/>
      <dgm:t>
        <a:bodyPr/>
        <a:lstStyle/>
        <a:p>
          <a:r>
            <a:rPr lang="en-US" b="0" i="0" baseline="0"/>
            <a:t>Designed to provide:</a:t>
          </a:r>
          <a:endParaRPr lang="en-US"/>
        </a:p>
      </dgm:t>
    </dgm:pt>
    <dgm:pt modelId="{F5217319-FC5F-4C1C-881C-4CBC962C499C}" type="parTrans" cxnId="{695695EC-81AC-4CAB-90F8-FD2CBC1F0666}">
      <dgm:prSet/>
      <dgm:spPr/>
      <dgm:t>
        <a:bodyPr/>
        <a:lstStyle/>
        <a:p>
          <a:endParaRPr lang="en-US"/>
        </a:p>
      </dgm:t>
    </dgm:pt>
    <dgm:pt modelId="{FC369AC9-DD42-4D3C-A8B0-0B614C7E4EA7}" type="sibTrans" cxnId="{695695EC-81AC-4CAB-90F8-FD2CBC1F0666}">
      <dgm:prSet/>
      <dgm:spPr/>
      <dgm:t>
        <a:bodyPr/>
        <a:lstStyle/>
        <a:p>
          <a:endParaRPr lang="en-US"/>
        </a:p>
      </dgm:t>
    </dgm:pt>
    <dgm:pt modelId="{9D2D3E50-5CBE-4702-BF2C-1A43F45DAC81}">
      <dgm:prSet/>
      <dgm:spPr/>
      <dgm:t>
        <a:bodyPr/>
        <a:lstStyle/>
        <a:p>
          <a:r>
            <a:rPr lang="en-US" b="0" i="0" baseline="0"/>
            <a:t>24×7 technical help</a:t>
          </a:r>
          <a:endParaRPr lang="en-US"/>
        </a:p>
      </dgm:t>
    </dgm:pt>
    <dgm:pt modelId="{D22FFE52-AB69-419F-A60F-9B6915555102}" type="parTrans" cxnId="{72AFCF78-66C6-4E26-8638-50A7A84D6B1B}">
      <dgm:prSet/>
      <dgm:spPr/>
      <dgm:t>
        <a:bodyPr/>
        <a:lstStyle/>
        <a:p>
          <a:endParaRPr lang="en-US"/>
        </a:p>
      </dgm:t>
    </dgm:pt>
    <dgm:pt modelId="{A81A376E-4A83-4D59-9212-A89B0C8FC5C7}" type="sibTrans" cxnId="{72AFCF78-66C6-4E26-8638-50A7A84D6B1B}">
      <dgm:prSet/>
      <dgm:spPr/>
      <dgm:t>
        <a:bodyPr/>
        <a:lstStyle/>
        <a:p>
          <a:endParaRPr lang="en-US"/>
        </a:p>
      </dgm:t>
    </dgm:pt>
    <dgm:pt modelId="{A668DD6D-6452-4296-8214-D8398C39C7A2}">
      <dgm:prSet/>
      <dgm:spPr/>
      <dgm:t>
        <a:bodyPr/>
        <a:lstStyle/>
        <a:p>
          <a:r>
            <a:rPr lang="en-US" b="0" i="0" baseline="0"/>
            <a:t>Guidance on architecture &amp; operations</a:t>
          </a:r>
          <a:endParaRPr lang="en-US"/>
        </a:p>
      </dgm:t>
    </dgm:pt>
    <dgm:pt modelId="{9AB74596-F8B3-411A-94B2-DDD4BAC29FA4}" type="parTrans" cxnId="{56E9DE02-53CD-47A6-BA9D-19BB10FB1F22}">
      <dgm:prSet/>
      <dgm:spPr/>
      <dgm:t>
        <a:bodyPr/>
        <a:lstStyle/>
        <a:p>
          <a:endParaRPr lang="en-US"/>
        </a:p>
      </dgm:t>
    </dgm:pt>
    <dgm:pt modelId="{3FDA4AEF-F94B-42D3-9AC9-30CDA20C36BB}" type="sibTrans" cxnId="{56E9DE02-53CD-47A6-BA9D-19BB10FB1F22}">
      <dgm:prSet/>
      <dgm:spPr/>
      <dgm:t>
        <a:bodyPr/>
        <a:lstStyle/>
        <a:p>
          <a:endParaRPr lang="en-US"/>
        </a:p>
      </dgm:t>
    </dgm:pt>
    <dgm:pt modelId="{9E16281A-224F-44E7-A403-432CFD519386}">
      <dgm:prSet/>
      <dgm:spPr/>
      <dgm:t>
        <a:bodyPr/>
        <a:lstStyle/>
        <a:p>
          <a:r>
            <a:rPr lang="en-US" b="0" i="0" baseline="0"/>
            <a:t>Faster issue resolution</a:t>
          </a:r>
          <a:endParaRPr lang="en-US"/>
        </a:p>
      </dgm:t>
    </dgm:pt>
    <dgm:pt modelId="{88DDCF2A-3C75-4215-9241-1561D4AF2017}" type="parTrans" cxnId="{95FAF55A-5118-4934-884D-ED00742ED0AA}">
      <dgm:prSet/>
      <dgm:spPr/>
      <dgm:t>
        <a:bodyPr/>
        <a:lstStyle/>
        <a:p>
          <a:endParaRPr lang="en-US"/>
        </a:p>
      </dgm:t>
    </dgm:pt>
    <dgm:pt modelId="{4D1B53CD-3DEE-4EC7-80DE-2E1DC52CAE38}" type="sibTrans" cxnId="{95FAF55A-5118-4934-884D-ED00742ED0AA}">
      <dgm:prSet/>
      <dgm:spPr/>
      <dgm:t>
        <a:bodyPr/>
        <a:lstStyle/>
        <a:p>
          <a:endParaRPr lang="en-US"/>
        </a:p>
      </dgm:t>
    </dgm:pt>
    <dgm:pt modelId="{CEC42616-24BD-4612-BEC0-82AD0DC790B6}">
      <dgm:prSet/>
      <dgm:spPr/>
      <dgm:t>
        <a:bodyPr/>
        <a:lstStyle/>
        <a:p>
          <a:r>
            <a:rPr lang="en-US" b="0" i="0" baseline="0"/>
            <a:t>Choose based on </a:t>
          </a:r>
          <a:r>
            <a:rPr lang="en-US" b="1" i="0" baseline="0"/>
            <a:t>workload criticality</a:t>
          </a:r>
          <a:r>
            <a:rPr lang="en-US" b="0" i="0" baseline="0"/>
            <a:t> and </a:t>
          </a:r>
          <a:r>
            <a:rPr lang="en-US" b="1" i="0" baseline="0"/>
            <a:t>budget</a:t>
          </a:r>
          <a:endParaRPr lang="en-US"/>
        </a:p>
      </dgm:t>
    </dgm:pt>
    <dgm:pt modelId="{CF408C97-4BAF-4CEA-BDA1-B7634A6AE59F}" type="parTrans" cxnId="{9036004D-9C2B-4F4B-AFA7-51E1E06163E3}">
      <dgm:prSet/>
      <dgm:spPr/>
      <dgm:t>
        <a:bodyPr/>
        <a:lstStyle/>
        <a:p>
          <a:endParaRPr lang="en-US"/>
        </a:p>
      </dgm:t>
    </dgm:pt>
    <dgm:pt modelId="{B19C67F7-43AE-4D7A-9866-C4681FC9889D}" type="sibTrans" cxnId="{9036004D-9C2B-4F4B-AFA7-51E1E06163E3}">
      <dgm:prSet/>
      <dgm:spPr/>
      <dgm:t>
        <a:bodyPr/>
        <a:lstStyle/>
        <a:p>
          <a:endParaRPr lang="en-US"/>
        </a:p>
      </dgm:t>
    </dgm:pt>
    <dgm:pt modelId="{66A92200-07CB-4373-93B8-87F4FA174961}" type="pres">
      <dgm:prSet presAssocID="{80C8492E-E0BF-439A-A56F-BF58D180E3AC}" presName="linear" presStyleCnt="0">
        <dgm:presLayoutVars>
          <dgm:animLvl val="lvl"/>
          <dgm:resizeHandles val="exact"/>
        </dgm:presLayoutVars>
      </dgm:prSet>
      <dgm:spPr/>
    </dgm:pt>
    <dgm:pt modelId="{48B48B29-1F6E-48FD-9809-344097FCC404}" type="pres">
      <dgm:prSet presAssocID="{9E519A28-E05E-44C3-BC99-B462EA766FAE}" presName="parentText" presStyleLbl="node1" presStyleIdx="0" presStyleCnt="6">
        <dgm:presLayoutVars>
          <dgm:chMax val="0"/>
          <dgm:bulletEnabled val="1"/>
        </dgm:presLayoutVars>
      </dgm:prSet>
      <dgm:spPr/>
    </dgm:pt>
    <dgm:pt modelId="{240BFC3B-17A4-46E8-AF4C-EFC49101CECD}" type="pres">
      <dgm:prSet presAssocID="{7A3011FB-9046-402A-A105-124F648F2666}" presName="spacer" presStyleCnt="0"/>
      <dgm:spPr/>
    </dgm:pt>
    <dgm:pt modelId="{8482AE64-0AB2-481C-93CA-886F2A119078}" type="pres">
      <dgm:prSet presAssocID="{81852162-2F73-4433-8A3E-3F07688A680D}" presName="parentText" presStyleLbl="node1" presStyleIdx="1" presStyleCnt="6">
        <dgm:presLayoutVars>
          <dgm:chMax val="0"/>
          <dgm:bulletEnabled val="1"/>
        </dgm:presLayoutVars>
      </dgm:prSet>
      <dgm:spPr/>
    </dgm:pt>
    <dgm:pt modelId="{B9A01A20-F5DA-4F53-BDA1-155824238B84}" type="pres">
      <dgm:prSet presAssocID="{FC369AC9-DD42-4D3C-A8B0-0B614C7E4EA7}" presName="spacer" presStyleCnt="0"/>
      <dgm:spPr/>
    </dgm:pt>
    <dgm:pt modelId="{4A8F209C-4164-4C6E-AD47-A397E8A8B56E}" type="pres">
      <dgm:prSet presAssocID="{9D2D3E50-5CBE-4702-BF2C-1A43F45DAC81}" presName="parentText" presStyleLbl="node1" presStyleIdx="2" presStyleCnt="6">
        <dgm:presLayoutVars>
          <dgm:chMax val="0"/>
          <dgm:bulletEnabled val="1"/>
        </dgm:presLayoutVars>
      </dgm:prSet>
      <dgm:spPr/>
    </dgm:pt>
    <dgm:pt modelId="{6D62157E-D311-4A8D-A1EE-3CD0F2484E68}" type="pres">
      <dgm:prSet presAssocID="{A81A376E-4A83-4D59-9212-A89B0C8FC5C7}" presName="spacer" presStyleCnt="0"/>
      <dgm:spPr/>
    </dgm:pt>
    <dgm:pt modelId="{72F2E76A-71D9-49E2-8790-6E04FB269F18}" type="pres">
      <dgm:prSet presAssocID="{A668DD6D-6452-4296-8214-D8398C39C7A2}" presName="parentText" presStyleLbl="node1" presStyleIdx="3" presStyleCnt="6">
        <dgm:presLayoutVars>
          <dgm:chMax val="0"/>
          <dgm:bulletEnabled val="1"/>
        </dgm:presLayoutVars>
      </dgm:prSet>
      <dgm:spPr/>
    </dgm:pt>
    <dgm:pt modelId="{AF982B80-1BE4-428F-A427-55056B1264C7}" type="pres">
      <dgm:prSet presAssocID="{3FDA4AEF-F94B-42D3-9AC9-30CDA20C36BB}" presName="spacer" presStyleCnt="0"/>
      <dgm:spPr/>
    </dgm:pt>
    <dgm:pt modelId="{E59D1060-9FAE-48AE-B233-60DB8548DC10}" type="pres">
      <dgm:prSet presAssocID="{9E16281A-224F-44E7-A403-432CFD519386}" presName="parentText" presStyleLbl="node1" presStyleIdx="4" presStyleCnt="6">
        <dgm:presLayoutVars>
          <dgm:chMax val="0"/>
          <dgm:bulletEnabled val="1"/>
        </dgm:presLayoutVars>
      </dgm:prSet>
      <dgm:spPr/>
    </dgm:pt>
    <dgm:pt modelId="{AC36A8A9-6352-4403-8D56-BE231B5CB9C8}" type="pres">
      <dgm:prSet presAssocID="{4D1B53CD-3DEE-4EC7-80DE-2E1DC52CAE38}" presName="spacer" presStyleCnt="0"/>
      <dgm:spPr/>
    </dgm:pt>
    <dgm:pt modelId="{A394CFEA-663A-48A7-9391-97407C8510E1}" type="pres">
      <dgm:prSet presAssocID="{CEC42616-24BD-4612-BEC0-82AD0DC790B6}" presName="parentText" presStyleLbl="node1" presStyleIdx="5" presStyleCnt="6">
        <dgm:presLayoutVars>
          <dgm:chMax val="0"/>
          <dgm:bulletEnabled val="1"/>
        </dgm:presLayoutVars>
      </dgm:prSet>
      <dgm:spPr/>
    </dgm:pt>
  </dgm:ptLst>
  <dgm:cxnLst>
    <dgm:cxn modelId="{56E9DE02-53CD-47A6-BA9D-19BB10FB1F22}" srcId="{80C8492E-E0BF-439A-A56F-BF58D180E3AC}" destId="{A668DD6D-6452-4296-8214-D8398C39C7A2}" srcOrd="3" destOrd="0" parTransId="{9AB74596-F8B3-411A-94B2-DDD4BAC29FA4}" sibTransId="{3FDA4AEF-F94B-42D3-9AC9-30CDA20C36BB}"/>
    <dgm:cxn modelId="{6F402E1F-771D-4DCB-B468-437FBE8BFDDC}" type="presOf" srcId="{80C8492E-E0BF-439A-A56F-BF58D180E3AC}" destId="{66A92200-07CB-4373-93B8-87F4FA174961}" srcOrd="0" destOrd="0" presId="urn:microsoft.com/office/officeart/2005/8/layout/vList2"/>
    <dgm:cxn modelId="{6BD7603D-0046-48B2-A56B-AA6C4E73BB29}" type="presOf" srcId="{9E16281A-224F-44E7-A403-432CFD519386}" destId="{E59D1060-9FAE-48AE-B233-60DB8548DC10}" srcOrd="0" destOrd="0" presId="urn:microsoft.com/office/officeart/2005/8/layout/vList2"/>
    <dgm:cxn modelId="{749E7E64-0935-4E03-AA0D-AE130D6D935C}" type="presOf" srcId="{81852162-2F73-4433-8A3E-3F07688A680D}" destId="{8482AE64-0AB2-481C-93CA-886F2A119078}" srcOrd="0" destOrd="0" presId="urn:microsoft.com/office/officeart/2005/8/layout/vList2"/>
    <dgm:cxn modelId="{50D83265-29F4-4A91-9968-45FAA0CFD08A}" type="presOf" srcId="{9E519A28-E05E-44C3-BC99-B462EA766FAE}" destId="{48B48B29-1F6E-48FD-9809-344097FCC404}" srcOrd="0" destOrd="0" presId="urn:microsoft.com/office/officeart/2005/8/layout/vList2"/>
    <dgm:cxn modelId="{A9A94A6B-917A-4A03-9CBF-C02693C0F93C}" type="presOf" srcId="{CEC42616-24BD-4612-BEC0-82AD0DC790B6}" destId="{A394CFEA-663A-48A7-9391-97407C8510E1}" srcOrd="0" destOrd="0" presId="urn:microsoft.com/office/officeart/2005/8/layout/vList2"/>
    <dgm:cxn modelId="{9036004D-9C2B-4F4B-AFA7-51E1E06163E3}" srcId="{80C8492E-E0BF-439A-A56F-BF58D180E3AC}" destId="{CEC42616-24BD-4612-BEC0-82AD0DC790B6}" srcOrd="5" destOrd="0" parTransId="{CF408C97-4BAF-4CEA-BDA1-B7634A6AE59F}" sibTransId="{B19C67F7-43AE-4D7A-9866-C4681FC9889D}"/>
    <dgm:cxn modelId="{72AFCF78-66C6-4E26-8638-50A7A84D6B1B}" srcId="{80C8492E-E0BF-439A-A56F-BF58D180E3AC}" destId="{9D2D3E50-5CBE-4702-BF2C-1A43F45DAC81}" srcOrd="2" destOrd="0" parTransId="{D22FFE52-AB69-419F-A60F-9B6915555102}" sibTransId="{A81A376E-4A83-4D59-9212-A89B0C8FC5C7}"/>
    <dgm:cxn modelId="{40604F5A-4421-499C-9A16-7B88B5835796}" type="presOf" srcId="{A668DD6D-6452-4296-8214-D8398C39C7A2}" destId="{72F2E76A-71D9-49E2-8790-6E04FB269F18}" srcOrd="0" destOrd="0" presId="urn:microsoft.com/office/officeart/2005/8/layout/vList2"/>
    <dgm:cxn modelId="{95FAF55A-5118-4934-884D-ED00742ED0AA}" srcId="{80C8492E-E0BF-439A-A56F-BF58D180E3AC}" destId="{9E16281A-224F-44E7-A403-432CFD519386}" srcOrd="4" destOrd="0" parTransId="{88DDCF2A-3C75-4215-9241-1561D4AF2017}" sibTransId="{4D1B53CD-3DEE-4EC7-80DE-2E1DC52CAE38}"/>
    <dgm:cxn modelId="{2E7318C5-89DB-4242-83EE-AEAD02624F6C}" srcId="{80C8492E-E0BF-439A-A56F-BF58D180E3AC}" destId="{9E519A28-E05E-44C3-BC99-B462EA766FAE}" srcOrd="0" destOrd="0" parTransId="{5C848241-9DD2-4448-8900-DE1CC5B30303}" sibTransId="{7A3011FB-9046-402A-A105-124F648F2666}"/>
    <dgm:cxn modelId="{695695EC-81AC-4CAB-90F8-FD2CBC1F0666}" srcId="{80C8492E-E0BF-439A-A56F-BF58D180E3AC}" destId="{81852162-2F73-4433-8A3E-3F07688A680D}" srcOrd="1" destOrd="0" parTransId="{F5217319-FC5F-4C1C-881C-4CBC962C499C}" sibTransId="{FC369AC9-DD42-4D3C-A8B0-0B614C7E4EA7}"/>
    <dgm:cxn modelId="{E50408F9-86A4-478E-AA36-33FC99D6FB56}" type="presOf" srcId="{9D2D3E50-5CBE-4702-BF2C-1A43F45DAC81}" destId="{4A8F209C-4164-4C6E-AD47-A397E8A8B56E}" srcOrd="0" destOrd="0" presId="urn:microsoft.com/office/officeart/2005/8/layout/vList2"/>
    <dgm:cxn modelId="{95600847-4F76-4DD2-BC98-50B3CDB6BFBC}" type="presParOf" srcId="{66A92200-07CB-4373-93B8-87F4FA174961}" destId="{48B48B29-1F6E-48FD-9809-344097FCC404}" srcOrd="0" destOrd="0" presId="urn:microsoft.com/office/officeart/2005/8/layout/vList2"/>
    <dgm:cxn modelId="{F41C715F-2F7D-4BB1-B37E-F853D499328C}" type="presParOf" srcId="{66A92200-07CB-4373-93B8-87F4FA174961}" destId="{240BFC3B-17A4-46E8-AF4C-EFC49101CECD}" srcOrd="1" destOrd="0" presId="urn:microsoft.com/office/officeart/2005/8/layout/vList2"/>
    <dgm:cxn modelId="{8FBF483A-FDA6-493B-80F1-4E8FF9C385BF}" type="presParOf" srcId="{66A92200-07CB-4373-93B8-87F4FA174961}" destId="{8482AE64-0AB2-481C-93CA-886F2A119078}" srcOrd="2" destOrd="0" presId="urn:microsoft.com/office/officeart/2005/8/layout/vList2"/>
    <dgm:cxn modelId="{AAEFCE46-5B02-40CC-A343-500F269910ED}" type="presParOf" srcId="{66A92200-07CB-4373-93B8-87F4FA174961}" destId="{B9A01A20-F5DA-4F53-BDA1-155824238B84}" srcOrd="3" destOrd="0" presId="urn:microsoft.com/office/officeart/2005/8/layout/vList2"/>
    <dgm:cxn modelId="{EE82C2F0-5EC3-4219-ACDC-7DE34753ECE0}" type="presParOf" srcId="{66A92200-07CB-4373-93B8-87F4FA174961}" destId="{4A8F209C-4164-4C6E-AD47-A397E8A8B56E}" srcOrd="4" destOrd="0" presId="urn:microsoft.com/office/officeart/2005/8/layout/vList2"/>
    <dgm:cxn modelId="{F3FD8B6E-5D64-43BC-9A6D-BADC1E625BF0}" type="presParOf" srcId="{66A92200-07CB-4373-93B8-87F4FA174961}" destId="{6D62157E-D311-4A8D-A1EE-3CD0F2484E68}" srcOrd="5" destOrd="0" presId="urn:microsoft.com/office/officeart/2005/8/layout/vList2"/>
    <dgm:cxn modelId="{6FD47781-C84E-4276-A0BD-B4C8ABB76475}" type="presParOf" srcId="{66A92200-07CB-4373-93B8-87F4FA174961}" destId="{72F2E76A-71D9-49E2-8790-6E04FB269F18}" srcOrd="6" destOrd="0" presId="urn:microsoft.com/office/officeart/2005/8/layout/vList2"/>
    <dgm:cxn modelId="{315B1F40-90CA-4CA6-AC79-FDAC5B435494}" type="presParOf" srcId="{66A92200-07CB-4373-93B8-87F4FA174961}" destId="{AF982B80-1BE4-428F-A427-55056B1264C7}" srcOrd="7" destOrd="0" presId="urn:microsoft.com/office/officeart/2005/8/layout/vList2"/>
    <dgm:cxn modelId="{2A3BF9D4-BD1A-472C-A428-F77ED3692C1C}" type="presParOf" srcId="{66A92200-07CB-4373-93B8-87F4FA174961}" destId="{E59D1060-9FAE-48AE-B233-60DB8548DC10}" srcOrd="8" destOrd="0" presId="urn:microsoft.com/office/officeart/2005/8/layout/vList2"/>
    <dgm:cxn modelId="{C2D2EB22-5639-487C-8071-0C4B2572A60A}" type="presParOf" srcId="{66A92200-07CB-4373-93B8-87F4FA174961}" destId="{AC36A8A9-6352-4403-8D56-BE231B5CB9C8}" srcOrd="9" destOrd="0" presId="urn:microsoft.com/office/officeart/2005/8/layout/vList2"/>
    <dgm:cxn modelId="{45BC0A5C-65EE-44CF-A9DF-338EA00A5EFB}" type="presParOf" srcId="{66A92200-07CB-4373-93B8-87F4FA174961}" destId="{A394CFEA-663A-48A7-9391-97407C8510E1}" srcOrd="1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9EA70B1E-DE23-48BB-8AFF-044D16822844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440C92B7-7580-43CB-AEAA-20F8FFD3A92A}">
      <dgm:prSet/>
      <dgm:spPr/>
      <dgm:t>
        <a:bodyPr/>
        <a:lstStyle/>
        <a:p>
          <a:r>
            <a:rPr lang="en-US"/>
            <a:t>Developer is recommended if you are experimenting or testing in AWS.</a:t>
          </a:r>
        </a:p>
      </dgm:t>
    </dgm:pt>
    <dgm:pt modelId="{76E10156-CF18-46DB-A409-0CBBD48BBEE3}" type="parTrans" cxnId="{41FFC71E-6DF8-4EE4-9080-97CAF2FC6CEA}">
      <dgm:prSet/>
      <dgm:spPr/>
      <dgm:t>
        <a:bodyPr/>
        <a:lstStyle/>
        <a:p>
          <a:endParaRPr lang="en-US"/>
        </a:p>
      </dgm:t>
    </dgm:pt>
    <dgm:pt modelId="{8F61C721-AD68-48E1-9F4B-5620F00FD50F}" type="sibTrans" cxnId="{41FFC71E-6DF8-4EE4-9080-97CAF2FC6CEA}">
      <dgm:prSet/>
      <dgm:spPr/>
      <dgm:t>
        <a:bodyPr/>
        <a:lstStyle/>
        <a:p>
          <a:endParaRPr lang="en-US"/>
        </a:p>
      </dgm:t>
    </dgm:pt>
    <dgm:pt modelId="{D53E37B4-782C-4557-B044-445D525FC242}">
      <dgm:prSet/>
      <dgm:spPr/>
      <dgm:t>
        <a:bodyPr/>
        <a:lstStyle/>
        <a:p>
          <a:r>
            <a:rPr lang="en-US"/>
            <a:t>General guidance: &lt; 24 hours**</a:t>
          </a:r>
          <a:br>
            <a:rPr lang="en-US"/>
          </a:br>
          <a:r>
            <a:rPr lang="en-US"/>
            <a:t>System impaired: &lt; 12 hours**</a:t>
          </a:r>
        </a:p>
      </dgm:t>
    </dgm:pt>
    <dgm:pt modelId="{462C7836-744C-414F-A462-1D8ADBC88FE9}" type="parTrans" cxnId="{D3B6A733-2B26-4DC3-BAA2-504B41C54A71}">
      <dgm:prSet/>
      <dgm:spPr/>
      <dgm:t>
        <a:bodyPr/>
        <a:lstStyle/>
        <a:p>
          <a:endParaRPr lang="en-US"/>
        </a:p>
      </dgm:t>
    </dgm:pt>
    <dgm:pt modelId="{59324B8C-A1F8-4993-B1D1-8D456C0A67D1}" type="sibTrans" cxnId="{D3B6A733-2B26-4DC3-BAA2-504B41C54A71}">
      <dgm:prSet/>
      <dgm:spPr/>
      <dgm:t>
        <a:bodyPr/>
        <a:lstStyle/>
        <a:p>
          <a:endParaRPr lang="en-US"/>
        </a:p>
      </dgm:t>
    </dgm:pt>
    <dgm:pt modelId="{A0BAE136-CCA6-4778-98FA-FF0CE0A27F1A}">
      <dgm:prSet/>
      <dgm:spPr/>
      <dgm:t>
        <a:bodyPr/>
        <a:lstStyle/>
        <a:p>
          <a:r>
            <a:rPr lang="en-US"/>
            <a:t>Minimum spend of $29.00</a:t>
          </a:r>
        </a:p>
      </dgm:t>
    </dgm:pt>
    <dgm:pt modelId="{FDF76401-8BAC-4F98-972A-DB6A1029EADD}" type="parTrans" cxnId="{992CA2A6-483C-4ADC-8950-C9DEA2F68450}">
      <dgm:prSet/>
      <dgm:spPr/>
      <dgm:t>
        <a:bodyPr/>
        <a:lstStyle/>
        <a:p>
          <a:endParaRPr lang="en-US"/>
        </a:p>
      </dgm:t>
    </dgm:pt>
    <dgm:pt modelId="{7CFB8B1B-4D1E-456A-8FBF-9209E8BF4301}" type="sibTrans" cxnId="{992CA2A6-483C-4ADC-8950-C9DEA2F68450}">
      <dgm:prSet/>
      <dgm:spPr/>
      <dgm:t>
        <a:bodyPr/>
        <a:lstStyle/>
        <a:p>
          <a:endParaRPr lang="en-US"/>
        </a:p>
      </dgm:t>
    </dgm:pt>
    <dgm:pt modelId="{845510D2-F1FF-4EDC-A6A1-7315EF0A6D87}">
      <dgm:prSet/>
      <dgm:spPr/>
      <dgm:t>
        <a:bodyPr/>
        <a:lstStyle/>
        <a:p>
          <a:r>
            <a:rPr lang="en-US" b="1"/>
            <a:t>- or -</a:t>
          </a:r>
          <a:endParaRPr lang="en-US"/>
        </a:p>
      </dgm:t>
    </dgm:pt>
    <dgm:pt modelId="{17E92236-746E-4134-9BB6-8A4ED14DBE87}" type="parTrans" cxnId="{E62EC8BB-6AA9-4FD7-A6E4-A3422A5FB779}">
      <dgm:prSet/>
      <dgm:spPr/>
      <dgm:t>
        <a:bodyPr/>
        <a:lstStyle/>
        <a:p>
          <a:endParaRPr lang="en-US"/>
        </a:p>
      </dgm:t>
    </dgm:pt>
    <dgm:pt modelId="{D0CF5230-9C8D-409D-A8E4-B5348225B514}" type="sibTrans" cxnId="{E62EC8BB-6AA9-4FD7-A6E4-A3422A5FB779}">
      <dgm:prSet/>
      <dgm:spPr/>
      <dgm:t>
        <a:bodyPr/>
        <a:lstStyle/>
        <a:p>
          <a:endParaRPr lang="en-US"/>
        </a:p>
      </dgm:t>
    </dgm:pt>
    <dgm:pt modelId="{632B2DFB-6237-4A57-94AD-F4AD94872BB7}">
      <dgm:prSet/>
      <dgm:spPr/>
      <dgm:t>
        <a:bodyPr/>
        <a:lstStyle/>
        <a:p>
          <a:r>
            <a:rPr lang="en-US"/>
            <a:t>3% of monthly AWS charges</a:t>
          </a:r>
        </a:p>
      </dgm:t>
    </dgm:pt>
    <dgm:pt modelId="{07ABA53A-E123-4610-AEC9-C782B7C9340A}" type="parTrans" cxnId="{1515725C-FC8E-4164-91E9-65712E59776C}">
      <dgm:prSet/>
      <dgm:spPr/>
      <dgm:t>
        <a:bodyPr/>
        <a:lstStyle/>
        <a:p>
          <a:endParaRPr lang="en-US"/>
        </a:p>
      </dgm:t>
    </dgm:pt>
    <dgm:pt modelId="{7ABF3F0B-F766-4C31-B3C7-4609CCB0E42E}" type="sibTrans" cxnId="{1515725C-FC8E-4164-91E9-65712E59776C}">
      <dgm:prSet/>
      <dgm:spPr/>
      <dgm:t>
        <a:bodyPr/>
        <a:lstStyle/>
        <a:p>
          <a:endParaRPr lang="en-US"/>
        </a:p>
      </dgm:t>
    </dgm:pt>
    <dgm:pt modelId="{A7B27284-86BC-4C41-9984-3534F000217A}">
      <dgm:prSet/>
      <dgm:spPr/>
      <dgm:t>
        <a:bodyPr/>
        <a:lstStyle/>
        <a:p>
          <a:r>
            <a:rPr lang="en-US"/>
            <a:t>Charges will be at least the minimum charge of $29.00 or the result of the calculation, whichever is higher</a:t>
          </a:r>
        </a:p>
      </dgm:t>
    </dgm:pt>
    <dgm:pt modelId="{4FBC5D6F-3B08-4456-8E66-E47BCC27F5DD}" type="parTrans" cxnId="{47B42F29-1185-4225-8425-27E155F64E86}">
      <dgm:prSet/>
      <dgm:spPr/>
      <dgm:t>
        <a:bodyPr/>
        <a:lstStyle/>
        <a:p>
          <a:endParaRPr lang="en-US"/>
        </a:p>
      </dgm:t>
    </dgm:pt>
    <dgm:pt modelId="{29E23C08-712B-4DAD-BAC9-C7D7497554EA}" type="sibTrans" cxnId="{47B42F29-1185-4225-8425-27E155F64E86}">
      <dgm:prSet/>
      <dgm:spPr/>
      <dgm:t>
        <a:bodyPr/>
        <a:lstStyle/>
        <a:p>
          <a:endParaRPr lang="en-US"/>
        </a:p>
      </dgm:t>
    </dgm:pt>
    <dgm:pt modelId="{FBCE605B-1C88-4851-9C2F-638EAF67B49B}" type="pres">
      <dgm:prSet presAssocID="{9EA70B1E-DE23-48BB-8AFF-044D16822844}" presName="linear" presStyleCnt="0">
        <dgm:presLayoutVars>
          <dgm:dir/>
          <dgm:animLvl val="lvl"/>
          <dgm:resizeHandles val="exact"/>
        </dgm:presLayoutVars>
      </dgm:prSet>
      <dgm:spPr/>
    </dgm:pt>
    <dgm:pt modelId="{8879FA35-08BD-4934-BC1D-A9C60F89AB51}" type="pres">
      <dgm:prSet presAssocID="{440C92B7-7580-43CB-AEAA-20F8FFD3A92A}" presName="parentLin" presStyleCnt="0"/>
      <dgm:spPr/>
    </dgm:pt>
    <dgm:pt modelId="{CBFCE8F3-45BB-40E1-A24F-3F45FCC9B21A}" type="pres">
      <dgm:prSet presAssocID="{440C92B7-7580-43CB-AEAA-20F8FFD3A92A}" presName="parentLeftMargin" presStyleLbl="node1" presStyleIdx="0" presStyleCnt="3"/>
      <dgm:spPr/>
    </dgm:pt>
    <dgm:pt modelId="{0C701B07-1EF8-49F3-B240-21F0F8A64C41}" type="pres">
      <dgm:prSet presAssocID="{440C92B7-7580-43CB-AEAA-20F8FFD3A92A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3DD6AF22-BC32-48D3-B3EC-9FAE33F6F847}" type="pres">
      <dgm:prSet presAssocID="{440C92B7-7580-43CB-AEAA-20F8FFD3A92A}" presName="negativeSpace" presStyleCnt="0"/>
      <dgm:spPr/>
    </dgm:pt>
    <dgm:pt modelId="{3E4F9EA7-4B07-4E7F-BAC2-38503DEF6682}" type="pres">
      <dgm:prSet presAssocID="{440C92B7-7580-43CB-AEAA-20F8FFD3A92A}" presName="childText" presStyleLbl="conFgAcc1" presStyleIdx="0" presStyleCnt="3">
        <dgm:presLayoutVars>
          <dgm:bulletEnabled val="1"/>
        </dgm:presLayoutVars>
      </dgm:prSet>
      <dgm:spPr/>
    </dgm:pt>
    <dgm:pt modelId="{C9B78455-DC3E-4A85-BAE8-7C2A240D7718}" type="pres">
      <dgm:prSet presAssocID="{8F61C721-AD68-48E1-9F4B-5620F00FD50F}" presName="spaceBetweenRectangles" presStyleCnt="0"/>
      <dgm:spPr/>
    </dgm:pt>
    <dgm:pt modelId="{9A8018CA-517B-4606-96E5-4CC1BCADEA17}" type="pres">
      <dgm:prSet presAssocID="{A0BAE136-CCA6-4778-98FA-FF0CE0A27F1A}" presName="parentLin" presStyleCnt="0"/>
      <dgm:spPr/>
    </dgm:pt>
    <dgm:pt modelId="{7C61FA1F-24FA-440C-AB05-1CFEF2A95EC8}" type="pres">
      <dgm:prSet presAssocID="{A0BAE136-CCA6-4778-98FA-FF0CE0A27F1A}" presName="parentLeftMargin" presStyleLbl="node1" presStyleIdx="0" presStyleCnt="3"/>
      <dgm:spPr/>
    </dgm:pt>
    <dgm:pt modelId="{323EC5AA-4893-4122-93A6-8667F083B157}" type="pres">
      <dgm:prSet presAssocID="{A0BAE136-CCA6-4778-98FA-FF0CE0A27F1A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F38C9DA2-8085-4631-A806-DB706046AA79}" type="pres">
      <dgm:prSet presAssocID="{A0BAE136-CCA6-4778-98FA-FF0CE0A27F1A}" presName="negativeSpace" presStyleCnt="0"/>
      <dgm:spPr/>
    </dgm:pt>
    <dgm:pt modelId="{8B35CF80-3C6B-41AF-96FA-67FC63AF35B7}" type="pres">
      <dgm:prSet presAssocID="{A0BAE136-CCA6-4778-98FA-FF0CE0A27F1A}" presName="childText" presStyleLbl="conFgAcc1" presStyleIdx="1" presStyleCnt="3">
        <dgm:presLayoutVars>
          <dgm:bulletEnabled val="1"/>
        </dgm:presLayoutVars>
      </dgm:prSet>
      <dgm:spPr/>
    </dgm:pt>
    <dgm:pt modelId="{034B6D65-751A-410B-816A-D01A1B514031}" type="pres">
      <dgm:prSet presAssocID="{7CFB8B1B-4D1E-456A-8FBF-9209E8BF4301}" presName="spaceBetweenRectangles" presStyleCnt="0"/>
      <dgm:spPr/>
    </dgm:pt>
    <dgm:pt modelId="{FE04111D-F2AF-4E6D-ACB8-EC11BC1CE6F9}" type="pres">
      <dgm:prSet presAssocID="{845510D2-F1FF-4EDC-A6A1-7315EF0A6D87}" presName="parentLin" presStyleCnt="0"/>
      <dgm:spPr/>
    </dgm:pt>
    <dgm:pt modelId="{5949CA06-D6C4-434A-B1E3-9128753823EA}" type="pres">
      <dgm:prSet presAssocID="{845510D2-F1FF-4EDC-A6A1-7315EF0A6D87}" presName="parentLeftMargin" presStyleLbl="node1" presStyleIdx="1" presStyleCnt="3"/>
      <dgm:spPr/>
    </dgm:pt>
    <dgm:pt modelId="{E5287AAB-8301-411D-A6F4-55EFE68D3802}" type="pres">
      <dgm:prSet presAssocID="{845510D2-F1FF-4EDC-A6A1-7315EF0A6D87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A515714D-779D-4872-8A35-E004AE244876}" type="pres">
      <dgm:prSet presAssocID="{845510D2-F1FF-4EDC-A6A1-7315EF0A6D87}" presName="negativeSpace" presStyleCnt="0"/>
      <dgm:spPr/>
    </dgm:pt>
    <dgm:pt modelId="{F9243F54-FA54-4E5E-B5A4-F5D6781E46CB}" type="pres">
      <dgm:prSet presAssocID="{845510D2-F1FF-4EDC-A6A1-7315EF0A6D87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41FFC71E-6DF8-4EE4-9080-97CAF2FC6CEA}" srcId="{9EA70B1E-DE23-48BB-8AFF-044D16822844}" destId="{440C92B7-7580-43CB-AEAA-20F8FFD3A92A}" srcOrd="0" destOrd="0" parTransId="{76E10156-CF18-46DB-A409-0CBBD48BBEE3}" sibTransId="{8F61C721-AD68-48E1-9F4B-5620F00FD50F}"/>
    <dgm:cxn modelId="{47B42F29-1185-4225-8425-27E155F64E86}" srcId="{845510D2-F1FF-4EDC-A6A1-7315EF0A6D87}" destId="{A7B27284-86BC-4C41-9984-3534F000217A}" srcOrd="1" destOrd="0" parTransId="{4FBC5D6F-3B08-4456-8E66-E47BCC27F5DD}" sibTransId="{29E23C08-712B-4DAD-BAC9-C7D7497554EA}"/>
    <dgm:cxn modelId="{A5E47F29-F96E-4B70-9574-D228C26B96F3}" type="presOf" srcId="{A0BAE136-CCA6-4778-98FA-FF0CE0A27F1A}" destId="{323EC5AA-4893-4122-93A6-8667F083B157}" srcOrd="1" destOrd="0" presId="urn:microsoft.com/office/officeart/2005/8/layout/list1"/>
    <dgm:cxn modelId="{D3B6A733-2B26-4DC3-BAA2-504B41C54A71}" srcId="{440C92B7-7580-43CB-AEAA-20F8FFD3A92A}" destId="{D53E37B4-782C-4557-B044-445D525FC242}" srcOrd="0" destOrd="0" parTransId="{462C7836-744C-414F-A462-1D8ADBC88FE9}" sibTransId="{59324B8C-A1F8-4993-B1D1-8D456C0A67D1}"/>
    <dgm:cxn modelId="{1515725C-FC8E-4164-91E9-65712E59776C}" srcId="{845510D2-F1FF-4EDC-A6A1-7315EF0A6D87}" destId="{632B2DFB-6237-4A57-94AD-F4AD94872BB7}" srcOrd="0" destOrd="0" parTransId="{07ABA53A-E123-4610-AEC9-C782B7C9340A}" sibTransId="{7ABF3F0B-F766-4C31-B3C7-4609CCB0E42E}"/>
    <dgm:cxn modelId="{FDF31147-3CAE-4F92-8514-2D2FD3759964}" type="presOf" srcId="{A7B27284-86BC-4C41-9984-3534F000217A}" destId="{F9243F54-FA54-4E5E-B5A4-F5D6781E46CB}" srcOrd="0" destOrd="1" presId="urn:microsoft.com/office/officeart/2005/8/layout/list1"/>
    <dgm:cxn modelId="{826D2467-E4A5-41BD-A37C-D4ADFE56B8C0}" type="presOf" srcId="{845510D2-F1FF-4EDC-A6A1-7315EF0A6D87}" destId="{5949CA06-D6C4-434A-B1E3-9128753823EA}" srcOrd="0" destOrd="0" presId="urn:microsoft.com/office/officeart/2005/8/layout/list1"/>
    <dgm:cxn modelId="{AC3D564A-57EF-41B7-B254-DDE86CB88E9B}" type="presOf" srcId="{A0BAE136-CCA6-4778-98FA-FF0CE0A27F1A}" destId="{7C61FA1F-24FA-440C-AB05-1CFEF2A95EC8}" srcOrd="0" destOrd="0" presId="urn:microsoft.com/office/officeart/2005/8/layout/list1"/>
    <dgm:cxn modelId="{A907A9A5-7350-4B63-8559-0B5E40A366FD}" type="presOf" srcId="{632B2DFB-6237-4A57-94AD-F4AD94872BB7}" destId="{F9243F54-FA54-4E5E-B5A4-F5D6781E46CB}" srcOrd="0" destOrd="0" presId="urn:microsoft.com/office/officeart/2005/8/layout/list1"/>
    <dgm:cxn modelId="{992CA2A6-483C-4ADC-8950-C9DEA2F68450}" srcId="{9EA70B1E-DE23-48BB-8AFF-044D16822844}" destId="{A0BAE136-CCA6-4778-98FA-FF0CE0A27F1A}" srcOrd="1" destOrd="0" parTransId="{FDF76401-8BAC-4F98-972A-DB6A1029EADD}" sibTransId="{7CFB8B1B-4D1E-456A-8FBF-9209E8BF4301}"/>
    <dgm:cxn modelId="{E62EC8BB-6AA9-4FD7-A6E4-A3422A5FB779}" srcId="{9EA70B1E-DE23-48BB-8AFF-044D16822844}" destId="{845510D2-F1FF-4EDC-A6A1-7315EF0A6D87}" srcOrd="2" destOrd="0" parTransId="{17E92236-746E-4134-9BB6-8A4ED14DBE87}" sibTransId="{D0CF5230-9C8D-409D-A8E4-B5348225B514}"/>
    <dgm:cxn modelId="{09218DBE-5E1A-4336-A702-A0DB57B943DB}" type="presOf" srcId="{9EA70B1E-DE23-48BB-8AFF-044D16822844}" destId="{FBCE605B-1C88-4851-9C2F-638EAF67B49B}" srcOrd="0" destOrd="0" presId="urn:microsoft.com/office/officeart/2005/8/layout/list1"/>
    <dgm:cxn modelId="{F1EDD6CD-2D3D-4E13-8F89-B2AE7E6C2691}" type="presOf" srcId="{440C92B7-7580-43CB-AEAA-20F8FFD3A92A}" destId="{0C701B07-1EF8-49F3-B240-21F0F8A64C41}" srcOrd="1" destOrd="0" presId="urn:microsoft.com/office/officeart/2005/8/layout/list1"/>
    <dgm:cxn modelId="{8FA8FCE7-B177-40A5-8469-4707E0315FC5}" type="presOf" srcId="{440C92B7-7580-43CB-AEAA-20F8FFD3A92A}" destId="{CBFCE8F3-45BB-40E1-A24F-3F45FCC9B21A}" srcOrd="0" destOrd="0" presId="urn:microsoft.com/office/officeart/2005/8/layout/list1"/>
    <dgm:cxn modelId="{11A07BF1-644A-4BC6-9D58-C5E44BAE2368}" type="presOf" srcId="{845510D2-F1FF-4EDC-A6A1-7315EF0A6D87}" destId="{E5287AAB-8301-411D-A6F4-55EFE68D3802}" srcOrd="1" destOrd="0" presId="urn:microsoft.com/office/officeart/2005/8/layout/list1"/>
    <dgm:cxn modelId="{AB783AF5-53BA-4CFC-8E68-A2E395382C8E}" type="presOf" srcId="{D53E37B4-782C-4557-B044-445D525FC242}" destId="{3E4F9EA7-4B07-4E7F-BAC2-38503DEF6682}" srcOrd="0" destOrd="0" presId="urn:microsoft.com/office/officeart/2005/8/layout/list1"/>
    <dgm:cxn modelId="{11510A7E-87A1-40C8-87D3-E35D899FDC08}" type="presParOf" srcId="{FBCE605B-1C88-4851-9C2F-638EAF67B49B}" destId="{8879FA35-08BD-4934-BC1D-A9C60F89AB51}" srcOrd="0" destOrd="0" presId="urn:microsoft.com/office/officeart/2005/8/layout/list1"/>
    <dgm:cxn modelId="{31DFEB99-9EA3-41E7-BED2-6C7463BE800E}" type="presParOf" srcId="{8879FA35-08BD-4934-BC1D-A9C60F89AB51}" destId="{CBFCE8F3-45BB-40E1-A24F-3F45FCC9B21A}" srcOrd="0" destOrd="0" presId="urn:microsoft.com/office/officeart/2005/8/layout/list1"/>
    <dgm:cxn modelId="{169BAADC-D614-479D-8B8E-2FD813D8FA2C}" type="presParOf" srcId="{8879FA35-08BD-4934-BC1D-A9C60F89AB51}" destId="{0C701B07-1EF8-49F3-B240-21F0F8A64C41}" srcOrd="1" destOrd="0" presId="urn:microsoft.com/office/officeart/2005/8/layout/list1"/>
    <dgm:cxn modelId="{EBBE8B6C-204A-4E5A-A74F-FF174C759827}" type="presParOf" srcId="{FBCE605B-1C88-4851-9C2F-638EAF67B49B}" destId="{3DD6AF22-BC32-48D3-B3EC-9FAE33F6F847}" srcOrd="1" destOrd="0" presId="urn:microsoft.com/office/officeart/2005/8/layout/list1"/>
    <dgm:cxn modelId="{70D2BFCC-7044-461F-8C97-9E90407093D0}" type="presParOf" srcId="{FBCE605B-1C88-4851-9C2F-638EAF67B49B}" destId="{3E4F9EA7-4B07-4E7F-BAC2-38503DEF6682}" srcOrd="2" destOrd="0" presId="urn:microsoft.com/office/officeart/2005/8/layout/list1"/>
    <dgm:cxn modelId="{92E16600-7805-40EB-B44D-D4FEA13871AA}" type="presParOf" srcId="{FBCE605B-1C88-4851-9C2F-638EAF67B49B}" destId="{C9B78455-DC3E-4A85-BAE8-7C2A240D7718}" srcOrd="3" destOrd="0" presId="urn:microsoft.com/office/officeart/2005/8/layout/list1"/>
    <dgm:cxn modelId="{26F57A93-BC9F-412F-BE30-41AB50838E03}" type="presParOf" srcId="{FBCE605B-1C88-4851-9C2F-638EAF67B49B}" destId="{9A8018CA-517B-4606-96E5-4CC1BCADEA17}" srcOrd="4" destOrd="0" presId="urn:microsoft.com/office/officeart/2005/8/layout/list1"/>
    <dgm:cxn modelId="{882A2569-4DEA-4DA2-AD0F-5BAB9482CF91}" type="presParOf" srcId="{9A8018CA-517B-4606-96E5-4CC1BCADEA17}" destId="{7C61FA1F-24FA-440C-AB05-1CFEF2A95EC8}" srcOrd="0" destOrd="0" presId="urn:microsoft.com/office/officeart/2005/8/layout/list1"/>
    <dgm:cxn modelId="{AC2C0DCC-107C-4DE7-8302-F6FDC95DFB07}" type="presParOf" srcId="{9A8018CA-517B-4606-96E5-4CC1BCADEA17}" destId="{323EC5AA-4893-4122-93A6-8667F083B157}" srcOrd="1" destOrd="0" presId="urn:microsoft.com/office/officeart/2005/8/layout/list1"/>
    <dgm:cxn modelId="{10959F5C-44FA-40BD-893F-25B472F59261}" type="presParOf" srcId="{FBCE605B-1C88-4851-9C2F-638EAF67B49B}" destId="{F38C9DA2-8085-4631-A806-DB706046AA79}" srcOrd="5" destOrd="0" presId="urn:microsoft.com/office/officeart/2005/8/layout/list1"/>
    <dgm:cxn modelId="{17309301-51F3-4C30-8B3E-2E09AE121A6F}" type="presParOf" srcId="{FBCE605B-1C88-4851-9C2F-638EAF67B49B}" destId="{8B35CF80-3C6B-41AF-96FA-67FC63AF35B7}" srcOrd="6" destOrd="0" presId="urn:microsoft.com/office/officeart/2005/8/layout/list1"/>
    <dgm:cxn modelId="{D7733855-2C2F-4D8F-AA4F-5E4633190AD5}" type="presParOf" srcId="{FBCE605B-1C88-4851-9C2F-638EAF67B49B}" destId="{034B6D65-751A-410B-816A-D01A1B514031}" srcOrd="7" destOrd="0" presId="urn:microsoft.com/office/officeart/2005/8/layout/list1"/>
    <dgm:cxn modelId="{10A79C76-5C13-4AE7-AF70-9B3B7F97E5F3}" type="presParOf" srcId="{FBCE605B-1C88-4851-9C2F-638EAF67B49B}" destId="{FE04111D-F2AF-4E6D-ACB8-EC11BC1CE6F9}" srcOrd="8" destOrd="0" presId="urn:microsoft.com/office/officeart/2005/8/layout/list1"/>
    <dgm:cxn modelId="{3D89BE56-BF71-4977-B623-5BD85CF48FC9}" type="presParOf" srcId="{FE04111D-F2AF-4E6D-ACB8-EC11BC1CE6F9}" destId="{5949CA06-D6C4-434A-B1E3-9128753823EA}" srcOrd="0" destOrd="0" presId="urn:microsoft.com/office/officeart/2005/8/layout/list1"/>
    <dgm:cxn modelId="{957AD16A-F664-4376-A53E-0488C32FA359}" type="presParOf" srcId="{FE04111D-F2AF-4E6D-ACB8-EC11BC1CE6F9}" destId="{E5287AAB-8301-411D-A6F4-55EFE68D3802}" srcOrd="1" destOrd="0" presId="urn:microsoft.com/office/officeart/2005/8/layout/list1"/>
    <dgm:cxn modelId="{872B097A-9C30-4DE3-801E-41A8E04E2DA2}" type="presParOf" srcId="{FBCE605B-1C88-4851-9C2F-638EAF67B49B}" destId="{A515714D-779D-4872-8A35-E004AE244876}" srcOrd="9" destOrd="0" presId="urn:microsoft.com/office/officeart/2005/8/layout/list1"/>
    <dgm:cxn modelId="{8A737BFD-981B-47D2-BAA4-9E53FCB115E0}" type="presParOf" srcId="{FBCE605B-1C88-4851-9C2F-638EAF67B49B}" destId="{F9243F54-FA54-4E5E-B5A4-F5D6781E46CB}" srcOrd="1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8B48B29-1F6E-48FD-9809-344097FCC404}">
      <dsp:nvSpPr>
        <dsp:cNvPr id="0" name=""/>
        <dsp:cNvSpPr/>
      </dsp:nvSpPr>
      <dsp:spPr>
        <a:xfrm>
          <a:off x="0" y="123824"/>
          <a:ext cx="6253721" cy="755820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0" i="0" kern="1200" baseline="0"/>
            <a:t>AWS offers different </a:t>
          </a:r>
          <a:r>
            <a:rPr lang="en-US" sz="1900" b="1" i="0" kern="1200" baseline="0"/>
            <a:t>support tiers</a:t>
          </a:r>
          <a:r>
            <a:rPr lang="en-US" sz="1900" b="0" i="0" kern="1200" baseline="0"/>
            <a:t> to meet business and technical needs</a:t>
          </a:r>
          <a:endParaRPr lang="en-US" sz="1900" kern="1200"/>
        </a:p>
      </dsp:txBody>
      <dsp:txXfrm>
        <a:off x="36896" y="160720"/>
        <a:ext cx="6179929" cy="682028"/>
      </dsp:txXfrm>
    </dsp:sp>
    <dsp:sp modelId="{8482AE64-0AB2-481C-93CA-886F2A119078}">
      <dsp:nvSpPr>
        <dsp:cNvPr id="0" name=""/>
        <dsp:cNvSpPr/>
      </dsp:nvSpPr>
      <dsp:spPr>
        <a:xfrm>
          <a:off x="0" y="934365"/>
          <a:ext cx="6253721" cy="755820"/>
        </a:xfrm>
        <a:prstGeom prst="roundRect">
          <a:avLst/>
        </a:prstGeom>
        <a:solidFill>
          <a:schemeClr val="accent5">
            <a:hueOff val="-2430430"/>
            <a:satOff val="-165"/>
            <a:lumOff val="392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0" i="0" kern="1200" baseline="0"/>
            <a:t>Designed to provide:</a:t>
          </a:r>
          <a:endParaRPr lang="en-US" sz="1900" kern="1200"/>
        </a:p>
      </dsp:txBody>
      <dsp:txXfrm>
        <a:off x="36896" y="971261"/>
        <a:ext cx="6179929" cy="682028"/>
      </dsp:txXfrm>
    </dsp:sp>
    <dsp:sp modelId="{4A8F209C-4164-4C6E-AD47-A397E8A8B56E}">
      <dsp:nvSpPr>
        <dsp:cNvPr id="0" name=""/>
        <dsp:cNvSpPr/>
      </dsp:nvSpPr>
      <dsp:spPr>
        <a:xfrm>
          <a:off x="0" y="1744905"/>
          <a:ext cx="6253721" cy="755820"/>
        </a:xfrm>
        <a:prstGeom prst="roundRect">
          <a:avLst/>
        </a:prstGeom>
        <a:solidFill>
          <a:schemeClr val="accent5">
            <a:hueOff val="-4860860"/>
            <a:satOff val="-330"/>
            <a:lumOff val="784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0" i="0" kern="1200" baseline="0"/>
            <a:t>24×7 technical help</a:t>
          </a:r>
          <a:endParaRPr lang="en-US" sz="1900" kern="1200"/>
        </a:p>
      </dsp:txBody>
      <dsp:txXfrm>
        <a:off x="36896" y="1781801"/>
        <a:ext cx="6179929" cy="682028"/>
      </dsp:txXfrm>
    </dsp:sp>
    <dsp:sp modelId="{72F2E76A-71D9-49E2-8790-6E04FB269F18}">
      <dsp:nvSpPr>
        <dsp:cNvPr id="0" name=""/>
        <dsp:cNvSpPr/>
      </dsp:nvSpPr>
      <dsp:spPr>
        <a:xfrm>
          <a:off x="0" y="2555445"/>
          <a:ext cx="6253721" cy="755820"/>
        </a:xfrm>
        <a:prstGeom prst="roundRect">
          <a:avLst/>
        </a:prstGeom>
        <a:solidFill>
          <a:schemeClr val="accent5">
            <a:hueOff val="-7291290"/>
            <a:satOff val="-496"/>
            <a:lumOff val="1177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0" i="0" kern="1200" baseline="0"/>
            <a:t>Guidance on architecture &amp; operations</a:t>
          </a:r>
          <a:endParaRPr lang="en-US" sz="1900" kern="1200"/>
        </a:p>
      </dsp:txBody>
      <dsp:txXfrm>
        <a:off x="36896" y="2592341"/>
        <a:ext cx="6179929" cy="682028"/>
      </dsp:txXfrm>
    </dsp:sp>
    <dsp:sp modelId="{E59D1060-9FAE-48AE-B233-60DB8548DC10}">
      <dsp:nvSpPr>
        <dsp:cNvPr id="0" name=""/>
        <dsp:cNvSpPr/>
      </dsp:nvSpPr>
      <dsp:spPr>
        <a:xfrm>
          <a:off x="0" y="3365985"/>
          <a:ext cx="6253721" cy="755820"/>
        </a:xfrm>
        <a:prstGeom prst="roundRect">
          <a:avLst/>
        </a:prstGeom>
        <a:solidFill>
          <a:schemeClr val="accent5">
            <a:hueOff val="-9721720"/>
            <a:satOff val="-661"/>
            <a:lumOff val="156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0" i="0" kern="1200" baseline="0"/>
            <a:t>Faster issue resolution</a:t>
          </a:r>
          <a:endParaRPr lang="en-US" sz="1900" kern="1200"/>
        </a:p>
      </dsp:txBody>
      <dsp:txXfrm>
        <a:off x="36896" y="3402881"/>
        <a:ext cx="6179929" cy="682028"/>
      </dsp:txXfrm>
    </dsp:sp>
    <dsp:sp modelId="{A394CFEA-663A-48A7-9391-97407C8510E1}">
      <dsp:nvSpPr>
        <dsp:cNvPr id="0" name=""/>
        <dsp:cNvSpPr/>
      </dsp:nvSpPr>
      <dsp:spPr>
        <a:xfrm>
          <a:off x="0" y="4176525"/>
          <a:ext cx="6253721" cy="755820"/>
        </a:xfrm>
        <a:prstGeom prst="roundRect">
          <a:avLst/>
        </a:prstGeom>
        <a:solidFill>
          <a:schemeClr val="accent5">
            <a:hueOff val="-12152150"/>
            <a:satOff val="-826"/>
            <a:lumOff val="196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0" i="0" kern="1200" baseline="0"/>
            <a:t>Choose based on </a:t>
          </a:r>
          <a:r>
            <a:rPr lang="en-US" sz="1900" b="1" i="0" kern="1200" baseline="0"/>
            <a:t>workload criticality</a:t>
          </a:r>
          <a:r>
            <a:rPr lang="en-US" sz="1900" b="0" i="0" kern="1200" baseline="0"/>
            <a:t> and </a:t>
          </a:r>
          <a:r>
            <a:rPr lang="en-US" sz="1900" b="1" i="0" kern="1200" baseline="0"/>
            <a:t>budget</a:t>
          </a:r>
          <a:endParaRPr lang="en-US" sz="1900" kern="1200"/>
        </a:p>
      </dsp:txBody>
      <dsp:txXfrm>
        <a:off x="36896" y="4213421"/>
        <a:ext cx="6179929" cy="68202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E4F9EA7-4B07-4E7F-BAC2-38503DEF6682}">
      <dsp:nvSpPr>
        <dsp:cNvPr id="0" name=""/>
        <dsp:cNvSpPr/>
      </dsp:nvSpPr>
      <dsp:spPr>
        <a:xfrm>
          <a:off x="0" y="477212"/>
          <a:ext cx="10927829" cy="1020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48121" tIns="374904" rIns="848121" bIns="128016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/>
            <a:t>General guidance: &lt; 24 hours**</a:t>
          </a:r>
          <a:br>
            <a:rPr lang="en-US" sz="1800" kern="1200"/>
          </a:br>
          <a:r>
            <a:rPr lang="en-US" sz="1800" kern="1200"/>
            <a:t>System impaired: &lt; 12 hours**</a:t>
          </a:r>
        </a:p>
      </dsp:txBody>
      <dsp:txXfrm>
        <a:off x="0" y="477212"/>
        <a:ext cx="10927829" cy="1020600"/>
      </dsp:txXfrm>
    </dsp:sp>
    <dsp:sp modelId="{0C701B07-1EF8-49F3-B240-21F0F8A64C41}">
      <dsp:nvSpPr>
        <dsp:cNvPr id="0" name=""/>
        <dsp:cNvSpPr/>
      </dsp:nvSpPr>
      <dsp:spPr>
        <a:xfrm>
          <a:off x="546391" y="211532"/>
          <a:ext cx="7649480" cy="5313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89132" tIns="0" rIns="289132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Developer is recommended if you are experimenting or testing in AWS.</a:t>
          </a:r>
        </a:p>
      </dsp:txBody>
      <dsp:txXfrm>
        <a:off x="572330" y="237471"/>
        <a:ext cx="7597602" cy="479482"/>
      </dsp:txXfrm>
    </dsp:sp>
    <dsp:sp modelId="{8B35CF80-3C6B-41AF-96FA-67FC63AF35B7}">
      <dsp:nvSpPr>
        <dsp:cNvPr id="0" name=""/>
        <dsp:cNvSpPr/>
      </dsp:nvSpPr>
      <dsp:spPr>
        <a:xfrm>
          <a:off x="0" y="1860692"/>
          <a:ext cx="10927829" cy="453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23EC5AA-4893-4122-93A6-8667F083B157}">
      <dsp:nvSpPr>
        <dsp:cNvPr id="0" name=""/>
        <dsp:cNvSpPr/>
      </dsp:nvSpPr>
      <dsp:spPr>
        <a:xfrm>
          <a:off x="546391" y="1595012"/>
          <a:ext cx="7649480" cy="5313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89132" tIns="0" rIns="289132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Minimum spend of $29.00</a:t>
          </a:r>
        </a:p>
      </dsp:txBody>
      <dsp:txXfrm>
        <a:off x="572330" y="1620951"/>
        <a:ext cx="7597602" cy="479482"/>
      </dsp:txXfrm>
    </dsp:sp>
    <dsp:sp modelId="{F9243F54-FA54-4E5E-B5A4-F5D6781E46CB}">
      <dsp:nvSpPr>
        <dsp:cNvPr id="0" name=""/>
        <dsp:cNvSpPr/>
      </dsp:nvSpPr>
      <dsp:spPr>
        <a:xfrm>
          <a:off x="0" y="2677172"/>
          <a:ext cx="10927829" cy="13041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48121" tIns="374904" rIns="848121" bIns="128016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/>
            <a:t>3% of monthly AWS charges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/>
            <a:t>Charges will be at least the minimum charge of $29.00 or the result of the calculation, whichever is higher</a:t>
          </a:r>
        </a:p>
      </dsp:txBody>
      <dsp:txXfrm>
        <a:off x="0" y="2677172"/>
        <a:ext cx="10927829" cy="1304100"/>
      </dsp:txXfrm>
    </dsp:sp>
    <dsp:sp modelId="{E5287AAB-8301-411D-A6F4-55EFE68D3802}">
      <dsp:nvSpPr>
        <dsp:cNvPr id="0" name=""/>
        <dsp:cNvSpPr/>
      </dsp:nvSpPr>
      <dsp:spPr>
        <a:xfrm>
          <a:off x="546391" y="2411492"/>
          <a:ext cx="7649480" cy="5313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89132" tIns="0" rIns="289132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/>
            <a:t>- or -</a:t>
          </a:r>
          <a:endParaRPr lang="en-US" sz="1800" kern="1200"/>
        </a:p>
      </dsp:txBody>
      <dsp:txXfrm>
        <a:off x="572330" y="2437431"/>
        <a:ext cx="7597602" cy="47948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6AFAD4-AB7D-BEAC-C559-C1FEEC6FD23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8912C8D-4514-D8E8-1F0C-F6C8EAEDD31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6B4C31-4984-6776-0679-A7F879CC8E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B787CE-0017-40F5-A678-40562480E9C7}" type="datetimeFigureOut">
              <a:rPr lang="en-IN" smtClean="0"/>
              <a:t>18-10-2025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47ADCA-A6F7-38FF-8CF0-77854CAEEB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878A9D-88CC-C7BE-9965-AB9054F5C9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8E23ED-D8D6-443F-8959-F7E5826FA56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146000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981B7F-AAB9-E753-8E73-952312BDFD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F0974B-31A0-D3D3-5673-CEBEFFE0CA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B2FD17-716B-2601-C7A7-225D109CA9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B787CE-0017-40F5-A678-40562480E9C7}" type="datetimeFigureOut">
              <a:rPr lang="en-IN" smtClean="0"/>
              <a:t>18-10-2025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84FD2D-11C8-5C9D-43A3-217BF6422A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3FFAE3-4D8B-6A95-094E-6876C965A1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8E23ED-D8D6-443F-8959-F7E5826FA56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082885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19E471-C8FF-F398-0FA8-E48A0EA17C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1EF098-17D6-B2C8-7C11-787F8D2D89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528C1D-7C35-09FF-58F1-93AF42167E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B787CE-0017-40F5-A678-40562480E9C7}" type="datetimeFigureOut">
              <a:rPr lang="en-IN" smtClean="0"/>
              <a:t>18-10-2025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0F2667-79F5-831B-0E5B-AF2273A7C7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04F012-B974-5EB6-99D2-1C952BD2B0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8E23ED-D8D6-443F-8959-F7E5826FA56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85225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E114C9-2BF6-4A54-8E6C-08FF97D89E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A70078-3306-AECA-C442-D0398F0DF07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6858648-3D1F-BD06-9F25-58F9F1BB75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3E39C76-861E-BD89-13C4-733D9F893F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B787CE-0017-40F5-A678-40562480E9C7}" type="datetimeFigureOut">
              <a:rPr lang="en-IN" smtClean="0"/>
              <a:t>18-10-2025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5F02BEE-CC12-8E0C-1DB3-9A5C73FF5B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C30BD8F-0BBE-1303-C9A5-F5C937DC1E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8E23ED-D8D6-443F-8959-F7E5826FA56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067390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2CDB36-8FE4-6523-5CAC-2DA9F80B4C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6291A9-C426-6FCE-4768-E6C1C3F569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0FA6465-E667-5CA0-2DBB-B83D79580F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7BD726C-84A1-FCC6-F646-14F0D4D3CA5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4523C9B-B7DB-B4EE-35F9-DAFCAF6294F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5F09C79-1231-E0DA-DC1E-A02908CFF2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B787CE-0017-40F5-A678-40562480E9C7}" type="datetimeFigureOut">
              <a:rPr lang="en-IN" smtClean="0"/>
              <a:t>18-10-2025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CA30CC8-CF31-19E7-2D34-B05B2A1487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2F68CEE-D633-9770-F22A-605221EC7E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8E23ED-D8D6-443F-8959-F7E5826FA56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429090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AD2A95-A85E-36CA-7221-5AF8E26F92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57BF5D4-D7BB-F45B-57DD-7DF4CA969C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B787CE-0017-40F5-A678-40562480E9C7}" type="datetimeFigureOut">
              <a:rPr lang="en-IN" smtClean="0"/>
              <a:t>18-10-2025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86280C7-DCB5-2EA6-2911-881E9707C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E58EA42-D46F-9155-4749-3B6688452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8E23ED-D8D6-443F-8959-F7E5826FA56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216130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D99E7B5-4D15-D3F7-E211-0C6634DE3D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B787CE-0017-40F5-A678-40562480E9C7}" type="datetimeFigureOut">
              <a:rPr lang="en-IN" smtClean="0"/>
              <a:t>18-10-2025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DF0FE1D-2C2A-8E39-E72C-3B09E7B4B9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786CA9-6A87-0FA1-8FEA-B5EE1C1E8D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8E23ED-D8D6-443F-8959-F7E5826FA56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083507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FA8FD8-5474-1D97-53F3-AD7662BF18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CC9A86-AABC-E93C-C321-93D4F2B3E1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E8B4A58-7958-12D1-151B-AE0C05E457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AF2BE0-FC14-13A3-7AB8-B2135D167E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B787CE-0017-40F5-A678-40562480E9C7}" type="datetimeFigureOut">
              <a:rPr lang="en-IN" smtClean="0"/>
              <a:t>18-10-2025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62E3FE3-79F2-68EB-AAC8-0F84A680BA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A09AD0A-0DAD-496E-8D40-43EC099D6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8E23ED-D8D6-443F-8959-F7E5826FA56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690187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3F63D0-2FCC-E536-C3D3-258C0FABE6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A1ED114-2E0F-ED07-3632-DF12529F933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63DB239-5A79-934E-0355-CA60886109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38E4988-7B8F-D1BF-58DD-500FD98A36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B787CE-0017-40F5-A678-40562480E9C7}" type="datetimeFigureOut">
              <a:rPr lang="en-IN" smtClean="0"/>
              <a:t>18-10-2025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DCA38F-2D71-1F88-884B-CC812D5DA3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AABB189-90C9-727C-875A-9F3166B95D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8E23ED-D8D6-443F-8959-F7E5826FA56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905304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708B3B-DF8E-42B1-8BCB-C89B84E9C0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3A5068E-4431-558C-EC7D-343357289C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7A8C33-76AF-6F5D-A980-358BF77CCB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B787CE-0017-40F5-A678-40562480E9C7}" type="datetimeFigureOut">
              <a:rPr lang="en-IN" smtClean="0"/>
              <a:t>18-10-2025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804B9F-A1C8-2CC1-2922-437207A259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CE00C9-60C5-AB9D-05C3-7756EF7DA0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8E23ED-D8D6-443F-8959-F7E5826FA56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259271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1103774-1E19-855A-88FD-5DB274E651A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637D24C-B52A-55D1-107D-D3781A165EB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7D5FE5-43F2-84D0-AA3E-580F83617B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B787CE-0017-40F5-A678-40562480E9C7}" type="datetimeFigureOut">
              <a:rPr lang="en-IN" smtClean="0"/>
              <a:t>18-10-2025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08D654-729F-84B4-007D-F0425CA051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1A5684-C6B8-DDB8-3A8A-A3F478F67B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8E23ED-D8D6-443F-8959-F7E5826FA56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278761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362E6E4-03A3-5812-0834-07F9A57D1B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074087-0DA4-5B8C-B77D-301B378250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8BE86F-149F-40E8-9860-DC9B1D9895A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2B787CE-0017-40F5-A678-40562480E9C7}" type="datetimeFigureOut">
              <a:rPr lang="en-IN" smtClean="0"/>
              <a:t>18-10-2025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48835A-028A-0026-70B9-F91C8146721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A8CC45-CB1B-7FDD-A74C-1F5B62D99B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D8E23ED-D8D6-443F-8959-F7E5826FA56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710749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9" name="Rectangle 38">
            <a:extLst>
              <a:ext uri="{FF2B5EF4-FFF2-40B4-BE49-F238E27FC236}">
                <a16:creationId xmlns:a16="http://schemas.microsoft.com/office/drawing/2014/main" id="{0E30439A-8A5B-46EC-8283-9B6B031D40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5CEAD642-85CF-4750-8432-7C80C901F0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427"/>
            <a:ext cx="12192001" cy="6858000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FA33EEAE-15D5-4119-8C1E-89D943F911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455521" y="-1720"/>
            <a:ext cx="11750040" cy="6840685"/>
          </a:xfrm>
          <a:prstGeom prst="rect">
            <a:avLst/>
          </a:prstGeom>
          <a:gradFill>
            <a:gsLst>
              <a:gs pos="21000">
                <a:schemeClr val="accent1">
                  <a:lumMod val="50000"/>
                  <a:alpha val="61000"/>
                </a:schemeClr>
              </a:gs>
              <a:gs pos="100000">
                <a:schemeClr val="accent1">
                  <a:alpha val="0"/>
                </a:schemeClr>
              </a:gs>
            </a:gsLst>
            <a:lin ang="21594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730D8B3B-9B80-4025-B934-26DC7D7CD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6054" y="-1291"/>
            <a:ext cx="3608179" cy="6858864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0"/>
                </a:schemeClr>
              </a:gs>
              <a:gs pos="99000">
                <a:srgbClr val="000000">
                  <a:alpha val="41000"/>
                </a:srgb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B5A1B09C-1565-46F8-B70F-621C5EB48A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5274173">
            <a:off x="6059728" y="779270"/>
            <a:ext cx="4967533" cy="4988390"/>
          </a:xfrm>
          <a:prstGeom prst="ellipse">
            <a:avLst/>
          </a:prstGeom>
          <a:gradFill>
            <a:gsLst>
              <a:gs pos="0">
                <a:schemeClr val="accent1">
                  <a:alpha val="24000"/>
                </a:schemeClr>
              </a:gs>
              <a:gs pos="79000">
                <a:schemeClr val="accent1">
                  <a:lumMod val="60000"/>
                  <a:lumOff val="4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C1B22DB-5F26-2FA1-86B0-1B10890729D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86865" y="818984"/>
            <a:ext cx="6596245" cy="3268520"/>
          </a:xfrm>
        </p:spPr>
        <p:txBody>
          <a:bodyPr>
            <a:normAutofit/>
          </a:bodyPr>
          <a:lstStyle/>
          <a:p>
            <a:pPr algn="r"/>
            <a:r>
              <a:rPr lang="en-IN" sz="4800" dirty="0">
                <a:solidFill>
                  <a:srgbClr val="FFFFFF"/>
                </a:solidFill>
              </a:rPr>
              <a:t>AWS Support Plans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8C516CC8-80AC-446C-A56E-9F54B72104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314" y="4480038"/>
            <a:ext cx="12179371" cy="237796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34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53947E58-F088-49F1-A3D1-DEA690192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6967085" y="1632660"/>
            <a:ext cx="6857572" cy="3592258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0"/>
                </a:srgb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79080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3EFF7B1-6CB7-47D1-AD37-B870CA2B21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FA2962B-21B6-4689-A95D-A8FF6ADE47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" y="0"/>
            <a:ext cx="12188952" cy="6858000"/>
          </a:xfrm>
          <a:prstGeom prst="rect">
            <a:avLst/>
          </a:prstGeom>
          <a:solidFill>
            <a:schemeClr val="bg1">
              <a:alpha val="5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A745280D-ED36-41FE-8EB1-CE597C99CF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6200000">
            <a:off x="117348" y="774914"/>
            <a:ext cx="304800" cy="429768"/>
            <a:chOff x="215328" y="-46937"/>
            <a:chExt cx="304800" cy="2773841"/>
          </a:xfrm>
        </p:grpSpPr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3D26CEB3-5AE4-4088-AD63-396DB50F28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3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4AA9279A-AD34-474C-834E-6BF658144A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69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B3589559-7D9A-4ECD-90BB-A5565E2DAE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85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701B1A71-DCEA-4EB2-8133-98A2CD6F09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201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80E95A5C-1E97-41C3-9DEC-245FF6DEBF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" y="2075420"/>
            <a:ext cx="12048729" cy="4093306"/>
            <a:chOff x="1" y="2075420"/>
            <a:chExt cx="12048729" cy="4093306"/>
          </a:xfrm>
        </p:grpSpPr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8D3C3374-C720-4FCD-B6CD-AEF1D1A6190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7942191" y="2507571"/>
              <a:ext cx="3563871" cy="3563871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7639E2EF-4D23-4EA3-B29E-D6362FF722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0435065" y="4048931"/>
              <a:ext cx="1381607" cy="1381607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730820A4-6CEA-4BF7-8DE4-F5B2D2EB23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" y="2075420"/>
              <a:ext cx="3144364" cy="3144364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20000"/>
                  </a:schemeClr>
                </a:gs>
                <a:gs pos="100000">
                  <a:schemeClr val="tx2">
                    <a:lumMod val="50000"/>
                    <a:alpha val="1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F320E002-8AED-4D4F-A104-0585FFFB9AF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2600000">
              <a:off x="10150845" y="4270841"/>
              <a:ext cx="1897885" cy="1897885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10000"/>
                  </a:schemeClr>
                </a:gs>
                <a:gs pos="100000">
                  <a:schemeClr val="tx2">
                    <a:lumMod val="75000"/>
                    <a:alpha val="2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6A0BF3F3-3A09-42CE-9483-114BD01DD96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046780" y="3040492"/>
              <a:ext cx="2579322" cy="2579322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B233BD5C-DFC7-4EB7-B348-7C9B5B8D0A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224640" y="3193975"/>
              <a:ext cx="2243193" cy="2243193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10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8" name="Rectangle 27">
            <a:extLst>
              <a:ext uri="{FF2B5EF4-FFF2-40B4-BE49-F238E27FC236}">
                <a16:creationId xmlns:a16="http://schemas.microsoft.com/office/drawing/2014/main" id="{A00D2CE1-35C1-46E6-BD59-CEE668BD90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10438146" y="1042605"/>
            <a:ext cx="2796461" cy="711252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40000"/>
                  <a:lumOff val="60000"/>
                  <a:alpha val="0"/>
                </a:schemeClr>
              </a:gs>
              <a:gs pos="100000">
                <a:schemeClr val="tx2">
                  <a:lumMod val="75000"/>
                  <a:alpha val="1000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A58DCE86-9AE1-46D1-96D6-04B8B3EDF6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259539" y="317578"/>
            <a:ext cx="548640" cy="549007"/>
            <a:chOff x="7029447" y="3514725"/>
            <a:chExt cx="1285875" cy="549007"/>
          </a:xfrm>
        </p:grpSpPr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89B74739-D423-4F25-A976-0A6CD86D17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6018E700-FF08-42AA-9237-24E7A74AD3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46B3488A-8A55-403E-B9C9-75AFA0CF53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15089B9D-BA8D-4A64-B95F-33940D9D68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6" name="Rectangle 35">
            <a:extLst>
              <a:ext uri="{FF2B5EF4-FFF2-40B4-BE49-F238E27FC236}">
                <a16:creationId xmlns:a16="http://schemas.microsoft.com/office/drawing/2014/main" id="{E18403B7-F2C7-4C07-8522-21C3191090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" y="6140785"/>
            <a:ext cx="6095997" cy="711252"/>
          </a:xfrm>
          <a:prstGeom prst="rect">
            <a:avLst/>
          </a:prstGeom>
          <a:gradFill flip="none" rotWithShape="1">
            <a:gsLst>
              <a:gs pos="10000">
                <a:schemeClr val="tx2">
                  <a:lumMod val="50000"/>
                  <a:alpha val="10000"/>
                </a:schemeClr>
              </a:gs>
              <a:gs pos="100000">
                <a:schemeClr val="tx2">
                  <a:lumMod val="60000"/>
                  <a:lumOff val="40000"/>
                  <a:alpha val="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23B58CC6-A99E-43AF-A467-256F19287F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616345" y="5940560"/>
            <a:ext cx="1285875" cy="549007"/>
            <a:chOff x="7029447" y="3514725"/>
            <a:chExt cx="1285875" cy="549007"/>
          </a:xfrm>
        </p:grpSpPr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8FE97852-3A18-4317-B17E-8C45174F96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F9D0BC6E-6D0B-4589-B1BF-372BAA3839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530B892E-E062-4B0A-B79E-E55D36EC9A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8D1A4DF9-C28A-4C0A-B273-702F0C4880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D608E759-4555-815D-C3BF-03CD2BCB6D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495992"/>
            <a:ext cx="4195140" cy="5638831"/>
          </a:xfrm>
          <a:noFill/>
        </p:spPr>
        <p:txBody>
          <a:bodyPr anchor="ctr">
            <a:normAutofit/>
          </a:bodyPr>
          <a:lstStyle/>
          <a:p>
            <a:pPr algn="ctr"/>
            <a:r>
              <a:rPr lang="en-US" sz="4800" dirty="0"/>
              <a:t>Why AWS Support Plans Matter</a:t>
            </a:r>
            <a:endParaRPr lang="en-IN" sz="4800" dirty="0"/>
          </a:p>
        </p:txBody>
      </p: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6B58717B-54CE-6B4C-FDE2-4BA62F598AF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78126297"/>
              </p:ext>
            </p:extLst>
          </p:nvPr>
        </p:nvGraphicFramePr>
        <p:xfrm>
          <a:off x="4915947" y="866585"/>
          <a:ext cx="6253722" cy="505617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83944614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Rectangle 48">
            <a:extLst>
              <a:ext uri="{FF2B5EF4-FFF2-40B4-BE49-F238E27FC236}">
                <a16:creationId xmlns:a16="http://schemas.microsoft.com/office/drawing/2014/main" id="{70DFC902-7D23-471A-B557-B6B6917D7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-1"/>
            <a:ext cx="12191990" cy="1688641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FBFD462-54BF-CFE6-CCA3-00F3337F29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6851" y="637762"/>
            <a:ext cx="9888496" cy="900131"/>
          </a:xfrm>
        </p:spPr>
        <p:txBody>
          <a:bodyPr anchor="t">
            <a:normAutofit/>
          </a:bodyPr>
          <a:lstStyle/>
          <a:p>
            <a:r>
              <a:rPr lang="en-IN" sz="4000">
                <a:solidFill>
                  <a:schemeClr val="bg1"/>
                </a:solidFill>
              </a:rPr>
              <a:t>AWS Support Plan Overview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A55D5633-D557-4DCA-982C-FF36EB7A1C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12191990" cy="521546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C8259356-37D0-509A-4929-5CB6D7E167E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08033367"/>
              </p:ext>
            </p:extLst>
          </p:nvPr>
        </p:nvGraphicFramePr>
        <p:xfrm>
          <a:off x="1155558" y="2333648"/>
          <a:ext cx="9889790" cy="3762858"/>
        </p:xfrm>
        <a:graphic>
          <a:graphicData uri="http://schemas.openxmlformats.org/drawingml/2006/table">
            <a:tbl>
              <a:tblPr/>
              <a:tblGrid>
                <a:gridCol w="3071153">
                  <a:extLst>
                    <a:ext uri="{9D8B030D-6E8A-4147-A177-3AD203B41FA5}">
                      <a16:colId xmlns:a16="http://schemas.microsoft.com/office/drawing/2014/main" val="1610226907"/>
                    </a:ext>
                  </a:extLst>
                </a:gridCol>
                <a:gridCol w="3701370">
                  <a:extLst>
                    <a:ext uri="{9D8B030D-6E8A-4147-A177-3AD203B41FA5}">
                      <a16:colId xmlns:a16="http://schemas.microsoft.com/office/drawing/2014/main" val="120924730"/>
                    </a:ext>
                  </a:extLst>
                </a:gridCol>
                <a:gridCol w="3117267">
                  <a:extLst>
                    <a:ext uri="{9D8B030D-6E8A-4147-A177-3AD203B41FA5}">
                      <a16:colId xmlns:a16="http://schemas.microsoft.com/office/drawing/2014/main" val="323121664"/>
                    </a:ext>
                  </a:extLst>
                </a:gridCol>
              </a:tblGrid>
              <a:tr h="48695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200" b="1"/>
                        <a:t>Plan</a:t>
                      </a:r>
                    </a:p>
                  </a:txBody>
                  <a:tcPr marL="110672" marR="110672" marT="55336" marB="5533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200" b="1"/>
                        <a:t>Best For</a:t>
                      </a:r>
                    </a:p>
                  </a:txBody>
                  <a:tcPr marL="110672" marR="110672" marT="55336" marB="5533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200" b="1"/>
                        <a:t>Key Features</a:t>
                      </a:r>
                    </a:p>
                  </a:txBody>
                  <a:tcPr marL="110672" marR="110672" marT="55336" marB="5533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3321428"/>
                  </a:ext>
                </a:extLst>
              </a:tr>
              <a:tr h="81897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200" b="1"/>
                        <a:t>Developer</a:t>
                      </a:r>
                      <a:endParaRPr lang="en-IN" sz="2200"/>
                    </a:p>
                  </a:txBody>
                  <a:tcPr marL="110672" marR="110672" marT="55336" marB="5533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200" dirty="0"/>
                        <a:t>Experimenting / Early Stage</a:t>
                      </a:r>
                    </a:p>
                  </a:txBody>
                  <a:tcPr marL="110672" marR="110672" marT="55336" marB="5533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200"/>
                        <a:t>Basic guidance during development</a:t>
                      </a:r>
                    </a:p>
                  </a:txBody>
                  <a:tcPr marL="110672" marR="110672" marT="55336" marB="5533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38147502"/>
                  </a:ext>
                </a:extLst>
              </a:tr>
              <a:tr h="81897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200" b="1"/>
                        <a:t>Business</a:t>
                      </a:r>
                      <a:endParaRPr lang="en-IN" sz="2200"/>
                    </a:p>
                  </a:txBody>
                  <a:tcPr marL="110672" marR="110672" marT="55336" marB="5533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200"/>
                        <a:t>Production Workloads</a:t>
                      </a:r>
                    </a:p>
                  </a:txBody>
                  <a:tcPr marL="110672" marR="110672" marT="55336" marB="5533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200"/>
                        <a:t>24×7 tech support, architecture guidance</a:t>
                      </a:r>
                    </a:p>
                  </a:txBody>
                  <a:tcPr marL="110672" marR="110672" marT="55336" marB="5533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49330697"/>
                  </a:ext>
                </a:extLst>
              </a:tr>
              <a:tr h="81897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200" b="1"/>
                        <a:t>Enterprise On-Ramp</a:t>
                      </a:r>
                      <a:endParaRPr lang="en-IN" sz="2200"/>
                    </a:p>
                  </a:txBody>
                  <a:tcPr marL="110672" marR="110672" marT="55336" marB="5533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200"/>
                        <a:t>Business-critical workloads (mid-size)</a:t>
                      </a:r>
                    </a:p>
                  </a:txBody>
                  <a:tcPr marL="110672" marR="110672" marT="55336" marB="5533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200"/>
                        <a:t>TAM-lite experience, proactive engagement</a:t>
                      </a:r>
                    </a:p>
                  </a:txBody>
                  <a:tcPr marL="110672" marR="110672" marT="55336" marB="5533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06564473"/>
                  </a:ext>
                </a:extLst>
              </a:tr>
              <a:tr h="81897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200" b="1"/>
                        <a:t>Enterprise</a:t>
                      </a:r>
                      <a:endParaRPr lang="en-IN" sz="2200"/>
                    </a:p>
                  </a:txBody>
                  <a:tcPr marL="110672" marR="110672" marT="55336" marB="5533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200"/>
                        <a:t>Mission-critical workloads (large orgs)</a:t>
                      </a:r>
                    </a:p>
                  </a:txBody>
                  <a:tcPr marL="110672" marR="110672" marT="55336" marB="5533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 dirty="0"/>
                        <a:t>Dedicated TAM, deep operations support</a:t>
                      </a:r>
                    </a:p>
                  </a:txBody>
                  <a:tcPr marL="110672" marR="110672" marT="55336" marB="5533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9779802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715720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C7C68B3-C5E0-50BE-D8EB-7D8092BAD3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pPr algn="ctr"/>
            <a:r>
              <a:rPr lang="en-IN" sz="4000" dirty="0">
                <a:solidFill>
                  <a:srgbClr val="FFFFFF"/>
                </a:solidFill>
              </a:rPr>
              <a:t>Developer Support</a:t>
            </a:r>
          </a:p>
        </p:txBody>
      </p:sp>
      <p:graphicFrame>
        <p:nvGraphicFramePr>
          <p:cNvPr id="14" name="Content Placeholder 2">
            <a:extLst>
              <a:ext uri="{FF2B5EF4-FFF2-40B4-BE49-F238E27FC236}">
                <a16:creationId xmlns:a16="http://schemas.microsoft.com/office/drawing/2014/main" id="{C677258A-5B21-B98D-D1B4-F08160B8308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89707156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3578233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4D83B85-3B33-A663-1A3A-021E76E092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en-IN" sz="4000" dirty="0">
                <a:solidFill>
                  <a:srgbClr val="FFFFFF"/>
                </a:solidFill>
              </a:rPr>
              <a:t>Business Plan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7AF8D0-BDED-FB54-2100-CEE455CA27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0259" y="649480"/>
            <a:ext cx="6555347" cy="5546047"/>
          </a:xfrm>
        </p:spPr>
        <p:txBody>
          <a:bodyPr anchor="ctr">
            <a:normAutofit/>
          </a:bodyPr>
          <a:lstStyle/>
          <a:p>
            <a:r>
              <a:rPr lang="en-US" sz="2000" dirty="0"/>
              <a:t>Business is the minimum recommended tier if you have production workloads in</a:t>
            </a:r>
            <a:br>
              <a:rPr lang="en-US" sz="2000" dirty="0"/>
            </a:br>
            <a:r>
              <a:rPr lang="en-US" sz="2000" dirty="0"/>
              <a:t>AWS.</a:t>
            </a:r>
          </a:p>
          <a:p>
            <a:pPr lvl="1">
              <a:spcBef>
                <a:spcPts val="0"/>
              </a:spcBef>
            </a:pPr>
            <a:r>
              <a:rPr lang="en-US" sz="2000" dirty="0"/>
              <a:t>General guidance: &lt; 24 hours</a:t>
            </a:r>
          </a:p>
          <a:p>
            <a:pPr lvl="1">
              <a:spcBef>
                <a:spcPts val="0"/>
              </a:spcBef>
            </a:pPr>
            <a:r>
              <a:rPr lang="en-US" sz="2000" dirty="0"/>
              <a:t>System impaired: &lt; 12 hours</a:t>
            </a:r>
          </a:p>
          <a:p>
            <a:pPr lvl="1">
              <a:spcBef>
                <a:spcPts val="0"/>
              </a:spcBef>
            </a:pPr>
            <a:r>
              <a:rPr lang="en-US" sz="2000" dirty="0"/>
              <a:t>Production system impaired: &lt; 4 hours</a:t>
            </a:r>
          </a:p>
          <a:p>
            <a:pPr lvl="1">
              <a:spcBef>
                <a:spcPts val="0"/>
              </a:spcBef>
            </a:pPr>
            <a:r>
              <a:rPr lang="en-US" sz="2000" dirty="0"/>
              <a:t>Production system down: &lt; 1 hour</a:t>
            </a:r>
          </a:p>
          <a:p>
            <a:r>
              <a:rPr lang="en-US" sz="2000" dirty="0"/>
              <a:t> Minimum spend of $100.00</a:t>
            </a:r>
          </a:p>
          <a:p>
            <a:r>
              <a:rPr lang="en-US" sz="2000" b="1" dirty="0"/>
              <a:t>- or -</a:t>
            </a:r>
            <a:endParaRPr lang="en-US" sz="2000" dirty="0"/>
          </a:p>
          <a:p>
            <a:pPr lvl="1"/>
            <a:r>
              <a:rPr lang="en-US" sz="2000" dirty="0"/>
              <a:t>10% of monthly AWS charges for the first $0 - $10K</a:t>
            </a:r>
          </a:p>
          <a:p>
            <a:pPr lvl="1"/>
            <a:r>
              <a:rPr lang="en-US" sz="2000" dirty="0"/>
              <a:t>7% of monthly AWS charges from $10K - $80K</a:t>
            </a:r>
          </a:p>
          <a:p>
            <a:pPr lvl="1"/>
            <a:r>
              <a:rPr lang="en-US" sz="2000" dirty="0"/>
              <a:t>5% of monthly AWS charges from $80K - $250K</a:t>
            </a:r>
          </a:p>
          <a:p>
            <a:pPr lvl="1"/>
            <a:r>
              <a:rPr lang="en-US" sz="2000" dirty="0"/>
              <a:t>3% of monthly AWS charges over $250K</a:t>
            </a:r>
          </a:p>
          <a:p>
            <a:pPr lvl="1"/>
            <a:r>
              <a:rPr lang="en-US" sz="2000" dirty="0"/>
              <a:t>Charges will be at least the minimum charge of $100.00 or the result of the calculation, whichever is higher</a:t>
            </a:r>
          </a:p>
          <a:p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10086901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70DFC902-7D23-471A-B557-B6B6917D7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-5705"/>
            <a:ext cx="12191990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CAD256C-1C83-BD90-8F30-923A8DA4F8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6851" y="637762"/>
            <a:ext cx="9888496" cy="900131"/>
          </a:xfrm>
        </p:spPr>
        <p:txBody>
          <a:bodyPr anchor="t">
            <a:normAutofit/>
          </a:bodyPr>
          <a:lstStyle/>
          <a:p>
            <a:pPr algn="ctr"/>
            <a:r>
              <a:rPr lang="en-IN" sz="4000" dirty="0">
                <a:solidFill>
                  <a:schemeClr val="bg1"/>
                </a:solidFill>
              </a:rPr>
              <a:t>Enterprise On-Ramp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55D5633-D557-4DCA-982C-FF36EB7A1C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12191990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6851" y="2010758"/>
            <a:ext cx="45719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C21517-EEE5-B23B-EDDE-B80B673D5D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5548" y="2217343"/>
            <a:ext cx="9880893" cy="3959619"/>
          </a:xfrm>
        </p:spPr>
        <p:txBody>
          <a:bodyPr>
            <a:normAutofit/>
          </a:bodyPr>
          <a:lstStyle/>
          <a:p>
            <a:r>
              <a:rPr lang="en-US" sz="1700" dirty="0"/>
              <a:t>Enterprise On-Ramp is recommended if you have production and/or business critical workloads in AWS.</a:t>
            </a:r>
          </a:p>
          <a:p>
            <a:pPr>
              <a:spcBef>
                <a:spcPts val="0"/>
              </a:spcBef>
            </a:pPr>
            <a:endParaRPr lang="en-US" sz="1700" dirty="0"/>
          </a:p>
          <a:p>
            <a:pPr>
              <a:spcBef>
                <a:spcPts val="0"/>
              </a:spcBef>
            </a:pPr>
            <a:r>
              <a:rPr lang="en-US" sz="1700" dirty="0"/>
              <a:t>General guidance: &lt; 24 hours</a:t>
            </a:r>
            <a:br>
              <a:rPr lang="en-US" sz="1700" dirty="0"/>
            </a:br>
            <a:r>
              <a:rPr lang="en-US" sz="1700" dirty="0"/>
              <a:t>System impaired: &lt; 12 hours</a:t>
            </a:r>
            <a:br>
              <a:rPr lang="en-US" sz="1700" dirty="0"/>
            </a:br>
            <a:r>
              <a:rPr lang="en-US" sz="1700" dirty="0"/>
              <a:t>Production system impaired: &lt; 4 hours</a:t>
            </a:r>
            <a:br>
              <a:rPr lang="en-US" sz="1700" dirty="0"/>
            </a:br>
            <a:r>
              <a:rPr lang="en-US" sz="1700" dirty="0"/>
              <a:t>Production system down: &lt; 1 hour</a:t>
            </a:r>
            <a:br>
              <a:rPr lang="en-US" sz="1700" dirty="0"/>
            </a:br>
            <a:r>
              <a:rPr lang="en-US" sz="1700" dirty="0"/>
              <a:t>Business-critical system down: &lt; 30 minutes</a:t>
            </a:r>
          </a:p>
          <a:p>
            <a:endParaRPr lang="en-US" sz="1700" dirty="0"/>
          </a:p>
          <a:p>
            <a:r>
              <a:rPr lang="en-US" sz="1700" dirty="0"/>
              <a:t>Minimum spend of $5,500.00</a:t>
            </a:r>
          </a:p>
          <a:p>
            <a:r>
              <a:rPr lang="en-US" sz="1700" dirty="0"/>
              <a:t>- or -</a:t>
            </a:r>
          </a:p>
          <a:p>
            <a:pPr lvl="1"/>
            <a:r>
              <a:rPr lang="en-US" sz="1700" dirty="0"/>
              <a:t>10% of monthly AWS charges</a:t>
            </a:r>
          </a:p>
          <a:p>
            <a:pPr lvl="1"/>
            <a:r>
              <a:rPr lang="en-US" sz="1700" dirty="0"/>
              <a:t>Charges will be at least the minimum charge of $5,500.00 or the result of the calculation, whichever is higher</a:t>
            </a:r>
          </a:p>
          <a:p>
            <a:endParaRPr lang="en-IN" sz="1700" dirty="0"/>
          </a:p>
        </p:txBody>
      </p:sp>
    </p:spTree>
    <p:extLst>
      <p:ext uri="{BB962C8B-B14F-4D97-AF65-F5344CB8AC3E}">
        <p14:creationId xmlns:p14="http://schemas.microsoft.com/office/powerpoint/2010/main" val="6126191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0DFC902-7D23-471A-B557-B6B6917D7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-5705"/>
            <a:ext cx="12191990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2D6F890-E27D-D36E-7776-3604931EA1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6851" y="637762"/>
            <a:ext cx="9888496" cy="900131"/>
          </a:xfrm>
        </p:spPr>
        <p:txBody>
          <a:bodyPr anchor="t">
            <a:normAutofit/>
          </a:bodyPr>
          <a:lstStyle/>
          <a:p>
            <a:pPr algn="ctr"/>
            <a:r>
              <a:rPr lang="en-IN" sz="4000" dirty="0">
                <a:solidFill>
                  <a:schemeClr val="bg1"/>
                </a:solidFill>
              </a:rPr>
              <a:t>Enterprise Support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5D5633-D557-4DCA-982C-FF36EB7A1C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12191990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6851" y="2010758"/>
            <a:ext cx="45719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128742-348A-9A89-D766-FFE73515D8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5548" y="2217343"/>
            <a:ext cx="9880893" cy="3959619"/>
          </a:xfrm>
        </p:spPr>
        <p:txBody>
          <a:bodyPr>
            <a:noAutofit/>
          </a:bodyPr>
          <a:lstStyle/>
          <a:p>
            <a:r>
              <a:rPr lang="en-US" sz="1800" dirty="0"/>
              <a:t>Enterprise is recommended if you have business and/or mission critical workloads in AWS.</a:t>
            </a:r>
          </a:p>
          <a:p>
            <a:pPr>
              <a:spcBef>
                <a:spcPts val="0"/>
              </a:spcBef>
            </a:pPr>
            <a:r>
              <a:rPr lang="en-US" sz="1800" dirty="0"/>
              <a:t>General guidance: &lt; 24 hours</a:t>
            </a:r>
            <a:br>
              <a:rPr lang="en-US" sz="1800" dirty="0"/>
            </a:br>
            <a:r>
              <a:rPr lang="en-US" sz="1800" dirty="0"/>
              <a:t>System impaired: &lt; 12 hours</a:t>
            </a:r>
            <a:br>
              <a:rPr lang="en-US" sz="1800" dirty="0"/>
            </a:br>
            <a:r>
              <a:rPr lang="en-US" sz="1800" dirty="0"/>
              <a:t>Production system impaired: &lt; 4 hours</a:t>
            </a:r>
            <a:br>
              <a:rPr lang="en-US" sz="1800" dirty="0"/>
            </a:br>
            <a:r>
              <a:rPr lang="en-US" sz="1800" dirty="0"/>
              <a:t>Production system down: &lt; 1 hour</a:t>
            </a:r>
            <a:br>
              <a:rPr lang="en-US" sz="1800" dirty="0"/>
            </a:br>
            <a:r>
              <a:rPr lang="en-US" sz="1800" dirty="0"/>
              <a:t>Business/Mission-critical system down: &lt; 15 minutes</a:t>
            </a:r>
          </a:p>
          <a:p>
            <a:r>
              <a:rPr lang="en-US" sz="1800" dirty="0"/>
              <a:t>Minimum spend of $15,000.00</a:t>
            </a:r>
          </a:p>
          <a:p>
            <a:r>
              <a:rPr lang="en-US" sz="1800" b="1" dirty="0"/>
              <a:t>- or -</a:t>
            </a:r>
            <a:endParaRPr lang="en-US" sz="1800" dirty="0"/>
          </a:p>
          <a:p>
            <a:r>
              <a:rPr lang="en-US" sz="1800" dirty="0"/>
              <a:t>10% of monthly AWS charges up to $150K </a:t>
            </a:r>
          </a:p>
          <a:p>
            <a:r>
              <a:rPr lang="en-US" sz="1800" dirty="0"/>
              <a:t>7% of monthly AWS charges from $150K - $500K</a:t>
            </a:r>
          </a:p>
          <a:p>
            <a:r>
              <a:rPr lang="en-US" sz="1800" dirty="0"/>
              <a:t>5% of monthly AWS charges from $500K - $1M</a:t>
            </a:r>
          </a:p>
          <a:p>
            <a:r>
              <a:rPr lang="en-US" sz="1800" dirty="0"/>
              <a:t>3% of monthly AWS charges over $1M</a:t>
            </a:r>
          </a:p>
          <a:p>
            <a:r>
              <a:rPr lang="en-US" sz="1800" dirty="0"/>
              <a:t>Charges will be at least the minimum charge of $15,000.00 or the result of the calculation, whichever is higher.</a:t>
            </a:r>
          </a:p>
          <a:p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5725140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498</Words>
  <Application>Microsoft Office PowerPoint</Application>
  <PresentationFormat>Widescreen</PresentationFormat>
  <Paragraphs>63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Office Theme</vt:lpstr>
      <vt:lpstr>AWS Support Plans</vt:lpstr>
      <vt:lpstr>Why AWS Support Plans Matter</vt:lpstr>
      <vt:lpstr>AWS Support Plan Overview</vt:lpstr>
      <vt:lpstr>Developer Support</vt:lpstr>
      <vt:lpstr>Business Plan</vt:lpstr>
      <vt:lpstr>Enterprise On-Ramp</vt:lpstr>
      <vt:lpstr>Enterprise Support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Ritesh Behal</dc:creator>
  <cp:lastModifiedBy>Ritesh Behal</cp:lastModifiedBy>
  <cp:revision>31</cp:revision>
  <dcterms:created xsi:type="dcterms:W3CDTF">2025-10-18T05:09:10Z</dcterms:created>
  <dcterms:modified xsi:type="dcterms:W3CDTF">2025-10-18T05:18:53Z</dcterms:modified>
</cp:coreProperties>
</file>