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579ED-BB7A-4BDC-ADEC-478B5B93273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E2CF-E04D-4A6F-A521-728735E4D2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313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44CF-6FEB-231B-7449-6558931A1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93CA1-F1E7-A4EE-8792-3490B46FA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75557-695D-185C-D394-9B952B349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DAE3-C269-BFA1-29AE-BE4E3619E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B7BFF-88C9-56B2-66F4-5EF85004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9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41FD-9D57-65A0-92A2-C577BB4C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7C2F-B318-E56E-9EBA-BB9C89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C28EE-B328-EF0F-5FA3-E4AAB3084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01143-1ED5-12D2-728E-2AA0FDED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74286-B783-9006-9335-B7372A50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30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4B46-BE75-67DA-E8C0-650ADA30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9FDF7-80A9-6E7F-CCA2-4D3A82562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0C686-AC59-B0D8-2F66-05BBA86D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81F25-1666-38DA-C1B2-97B840FA7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8E8E3-0AD6-289E-48CE-8E480E4A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36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1297-B5C6-9CC4-E878-8FCCF1B0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91B3-9A53-4EC6-71BB-503016FB37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1B4FB-090C-B97C-1D0B-6001F0B0F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E1B49-778B-8B28-20DC-81464A02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1418D-0398-D815-E00E-2730FC21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21E78-8F16-44D6-0108-A70E9C300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78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82EC-F494-BD13-4682-B049F74C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EFA1D-696A-153D-BE66-A173C8858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2E3D3-55D9-092D-5173-AD80E1767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A2A5B-6F00-C17F-B4B9-49A0455D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19F9C-52E1-1D73-283C-4BCDB0E9B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A13DB-7548-B45B-B6D8-0B8DD44E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FCE8C-9E8D-1ED3-AB84-BCAFB079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8D1EC-FEB9-2232-2662-0672E3BFA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586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A2A3-FAF6-3BFE-64F4-6C6AEECF2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7CB5BF-24A1-3C30-ACF8-FD8BA4BA8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749DB7-7B08-93DA-FDE1-23F6FD958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94181-5CEA-1603-D4A5-EA83FF1B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86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A2199-084A-93BF-C8E3-BA3EBD4A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76153C-35F4-3540-FAEC-843F01C3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9D454-770C-D5EE-FC8E-D5970CC2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976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8956-9968-120A-02BF-94C7AC49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1829-DA22-C217-F30E-77F96C38F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84E10-98AA-E15F-47B2-8935D74F4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3779-DD9E-2265-87BD-6A403234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88680-17BA-A1A5-4E27-883F7EDB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DA0E1-C131-97EF-CCCD-CD6E6F44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67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30D1-765E-1456-B48D-64154A89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6C48B-89E0-FDEE-80BB-46B0CDBB9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F67CF-C354-3CAE-A5F7-2303CC464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B4952-44B1-1226-39F0-EB33EF95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8EAE1-AC52-F6EB-8FE4-ADB26E47E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DAFA8-D2CA-00CD-64A3-2A16B777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29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ED2A-FAD5-5E8C-610A-455E1C49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E08F5-2400-7AA1-8DCC-390D6E8B3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4DD8-39F1-D15B-C66C-5765C5EE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A0A7B-71D0-37FD-3ED7-DE9F7A29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482F9-BE43-B903-AE9D-7924A2CE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069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9D98D-A47A-A681-5B10-FA33F18F6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AF1BB-FAB3-7B72-0384-CB73FADDB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91134-4258-7AA0-3A0F-D62C7589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8C8E6-44CB-DDAC-5BD4-790B4964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9A82A-749E-099F-4015-6EC2E17B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0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73202-9DE8-D64C-B45E-47CD71C5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D3CD6-1CC6-BEF9-F5A3-A9B43201C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F2F07-5612-7B98-54CC-859DADE9B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D05CF-C882-4F95-9091-55AE518F695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48222-0D6B-F528-4461-56FBE02EB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826D3-999D-B7C8-AAA8-03D12BE62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23DB2-5FB0-462F-9014-A6FC5F7928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1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FC5E5-5ADC-70CB-1AC0-23855CCEA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en-IN" sz="8000" dirty="0"/>
              <a:t>Amazon S3 Object Replication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25570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B82D0-71A8-393D-702F-1E2FB857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What is S3 Object Replication?</a:t>
            </a:r>
            <a:endParaRPr lang="en-IN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877908-B448-C197-B50E-D17E811CE7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Automatic, asynchronous copying of objects from one S3 bucket (source) to another bucket (destination).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Who uses it: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Compliance teams, DR architects, multi-region apps, analytics pipelines, aggregation of logs.</a:t>
            </a:r>
          </a:p>
        </p:txBody>
      </p:sp>
    </p:spTree>
    <p:extLst>
      <p:ext uri="{BB962C8B-B14F-4D97-AF65-F5344CB8AC3E}">
        <p14:creationId xmlns:p14="http://schemas.microsoft.com/office/powerpoint/2010/main" val="331211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42803-99D5-7DA1-765B-AD997300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algn="ctr"/>
            <a:r>
              <a:rPr lang="en-IN" sz="5400" dirty="0"/>
              <a:t>Key use-cases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FB7E93-7C77-A294-6115-66B334DEB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Disaster Recovery / Durability: copy to another Region to survive Region failure.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Compliance &amp; Data Residency: keep copies in specific Regions or accounts.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Latency &amp; performance: serve reads from closer Region.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/ aggregation: replicate logs to a central bucket for processing.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Account separation / cross-account workflows: replicate between accounts for separation of duties.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3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2E0CA-FBD1-3E31-A5F4-729315E3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Types of S3 Replication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5073F8-8A0D-B312-A6F6-0C7151056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Cross-Region Replication (CRR)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Same-Region Replication (SRR)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Multi-destination replication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Batch Replication :- replicate </a:t>
            </a:r>
            <a:r>
              <a:rPr kumimoji="0" lang="en-US" altLang="en-US" sz="220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existing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objects (one-off), not covered by live rules.</a:t>
            </a:r>
          </a:p>
        </p:txBody>
      </p:sp>
    </p:spTree>
    <p:extLst>
      <p:ext uri="{BB962C8B-B14F-4D97-AF65-F5344CB8AC3E}">
        <p14:creationId xmlns:p14="http://schemas.microsoft.com/office/powerpoint/2010/main" val="87052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4B65B-AF03-4F2C-BF80-0AC6DFC34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Prerequisites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591890-58F2-32B5-EF20-A02E43E336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Versioning enabled on source and destination buckets (required for live replication)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Destination bucket exists and the account/Region is enabled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role granting S3 permission to replicate (service role)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iam:PassRole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user who creates the rule.</a:t>
            </a:r>
          </a:p>
        </p:txBody>
      </p:sp>
    </p:spTree>
    <p:extLst>
      <p:ext uri="{BB962C8B-B14F-4D97-AF65-F5344CB8AC3E}">
        <p14:creationId xmlns:p14="http://schemas.microsoft.com/office/powerpoint/2010/main" val="102194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</Words>
  <Application>Microsoft Office PowerPoint</Application>
  <PresentationFormat>Widescreen</PresentationFormat>
  <Paragraphs>23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Amazon S3 Object Replication</vt:lpstr>
      <vt:lpstr>What is S3 Object Replication?</vt:lpstr>
      <vt:lpstr>Key use-cases</vt:lpstr>
      <vt:lpstr>Types of S3 Replication</vt:lpstr>
      <vt:lpstr>Prerequisites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13</cp:revision>
  <dcterms:created xsi:type="dcterms:W3CDTF">2025-10-19T12:18:29Z</dcterms:created>
  <dcterms:modified xsi:type="dcterms:W3CDTF">2025-10-19T12:31:17Z</dcterms:modified>
</cp:coreProperties>
</file>