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57" r:id="rId4"/>
    <p:sldId id="258" r:id="rId5"/>
    <p:sldId id="259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8E3BA7-366F-4D24-B426-7BBE6671337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FB0F9C-147F-4734-A6C0-46D25A4FE8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Elastic IP address is a static, public IPv4 address designed specifically for the dynamic nature of cloud computing.</a:t>
          </a:r>
        </a:p>
      </dgm:t>
    </dgm:pt>
    <dgm:pt modelId="{57A50184-4708-423F-AFC1-D96B9DD4B9FF}" type="parTrans" cxnId="{00A70968-591D-4C94-9C4C-160777234182}">
      <dgm:prSet/>
      <dgm:spPr/>
      <dgm:t>
        <a:bodyPr/>
        <a:lstStyle/>
        <a:p>
          <a:endParaRPr lang="en-US"/>
        </a:p>
      </dgm:t>
    </dgm:pt>
    <dgm:pt modelId="{24B63D6D-D965-4B21-822F-2FF054C821EF}" type="sibTrans" cxnId="{00A70968-591D-4C94-9C4C-160777234182}">
      <dgm:prSet/>
      <dgm:spPr/>
      <dgm:t>
        <a:bodyPr/>
        <a:lstStyle/>
        <a:p>
          <a:endParaRPr lang="en-US"/>
        </a:p>
      </dgm:t>
    </dgm:pt>
    <dgm:pt modelId="{199AA522-FCC7-4084-AF4F-201B1FA2BE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of the primary advantages of Elastic IP addresses is their ability to mask the failure of an instance</a:t>
          </a:r>
        </a:p>
      </dgm:t>
    </dgm:pt>
    <dgm:pt modelId="{B4959C2A-A622-49D9-A3AD-A4697A553E67}" type="parTrans" cxnId="{CFA2CD7E-AA95-4AC7-BA67-8358071CD588}">
      <dgm:prSet/>
      <dgm:spPr/>
      <dgm:t>
        <a:bodyPr/>
        <a:lstStyle/>
        <a:p>
          <a:endParaRPr lang="en-US"/>
        </a:p>
      </dgm:t>
    </dgm:pt>
    <dgm:pt modelId="{A6219BD3-1671-4698-A78C-AF147E702722}" type="sibTrans" cxnId="{CFA2CD7E-AA95-4AC7-BA67-8358071CD588}">
      <dgm:prSet/>
      <dgm:spPr/>
      <dgm:t>
        <a:bodyPr/>
        <a:lstStyle/>
        <a:p>
          <a:endParaRPr lang="en-US"/>
        </a:p>
      </dgm:t>
    </dgm:pt>
    <dgm:pt modelId="{72FBFACD-E0F2-4913-9F59-F9C7DFB4BF45}" type="pres">
      <dgm:prSet presAssocID="{518E3BA7-366F-4D24-B426-7BBE66713379}" presName="root" presStyleCnt="0">
        <dgm:presLayoutVars>
          <dgm:dir/>
          <dgm:resizeHandles val="exact"/>
        </dgm:presLayoutVars>
      </dgm:prSet>
      <dgm:spPr/>
    </dgm:pt>
    <dgm:pt modelId="{F96108E8-CF78-47B7-9C8C-42B3F93AD99E}" type="pres">
      <dgm:prSet presAssocID="{53FB0F9C-147F-4734-A6C0-46D25A4FE8E1}" presName="compNode" presStyleCnt="0"/>
      <dgm:spPr/>
    </dgm:pt>
    <dgm:pt modelId="{3B1547B0-7614-4CED-9046-F47E076CAC3A}" type="pres">
      <dgm:prSet presAssocID="{53FB0F9C-147F-4734-A6C0-46D25A4FE8E1}" presName="bgRect" presStyleLbl="bgShp" presStyleIdx="0" presStyleCnt="2"/>
      <dgm:spPr/>
    </dgm:pt>
    <dgm:pt modelId="{1A5A6BE3-6DF3-459D-B949-143FE7311F4B}" type="pres">
      <dgm:prSet presAssocID="{53FB0F9C-147F-4734-A6C0-46D25A4FE8E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D44C9751-7BDE-42B0-8BF7-DDB52FC87BA5}" type="pres">
      <dgm:prSet presAssocID="{53FB0F9C-147F-4734-A6C0-46D25A4FE8E1}" presName="spaceRect" presStyleCnt="0"/>
      <dgm:spPr/>
    </dgm:pt>
    <dgm:pt modelId="{5E5CAA32-73A1-4D91-B22D-93C3B878F03C}" type="pres">
      <dgm:prSet presAssocID="{53FB0F9C-147F-4734-A6C0-46D25A4FE8E1}" presName="parTx" presStyleLbl="revTx" presStyleIdx="0" presStyleCnt="2">
        <dgm:presLayoutVars>
          <dgm:chMax val="0"/>
          <dgm:chPref val="0"/>
        </dgm:presLayoutVars>
      </dgm:prSet>
      <dgm:spPr/>
    </dgm:pt>
    <dgm:pt modelId="{F15CC8C4-D540-4244-96CB-0F83519DD941}" type="pres">
      <dgm:prSet presAssocID="{24B63D6D-D965-4B21-822F-2FF054C821EF}" presName="sibTrans" presStyleCnt="0"/>
      <dgm:spPr/>
    </dgm:pt>
    <dgm:pt modelId="{58131400-3C29-4125-85F4-93A482B3700A}" type="pres">
      <dgm:prSet presAssocID="{199AA522-FCC7-4084-AF4F-201B1FA2BEEF}" presName="compNode" presStyleCnt="0"/>
      <dgm:spPr/>
    </dgm:pt>
    <dgm:pt modelId="{BE18782A-8735-4311-AB6A-A0C3EFEAE93F}" type="pres">
      <dgm:prSet presAssocID="{199AA522-FCC7-4084-AF4F-201B1FA2BEEF}" presName="bgRect" presStyleLbl="bgShp" presStyleIdx="1" presStyleCnt="2"/>
      <dgm:spPr/>
    </dgm:pt>
    <dgm:pt modelId="{FF5D0F13-CF18-4C7F-A2FC-02DD8753323B}" type="pres">
      <dgm:prSet presAssocID="{199AA522-FCC7-4084-AF4F-201B1FA2BEE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EA8B91B-6E1F-4A54-A3E9-70D255C88DCC}" type="pres">
      <dgm:prSet presAssocID="{199AA522-FCC7-4084-AF4F-201B1FA2BEEF}" presName="spaceRect" presStyleCnt="0"/>
      <dgm:spPr/>
    </dgm:pt>
    <dgm:pt modelId="{7097133A-D4B8-4FB3-A0D7-8BEB199C6577}" type="pres">
      <dgm:prSet presAssocID="{199AA522-FCC7-4084-AF4F-201B1FA2BEE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B4B6A27-D04A-412B-8C3A-D1F78CB49539}" type="presOf" srcId="{518E3BA7-366F-4D24-B426-7BBE66713379}" destId="{72FBFACD-E0F2-4913-9F59-F9C7DFB4BF45}" srcOrd="0" destOrd="0" presId="urn:microsoft.com/office/officeart/2018/2/layout/IconVerticalSolidList"/>
    <dgm:cxn modelId="{00A70968-591D-4C94-9C4C-160777234182}" srcId="{518E3BA7-366F-4D24-B426-7BBE66713379}" destId="{53FB0F9C-147F-4734-A6C0-46D25A4FE8E1}" srcOrd="0" destOrd="0" parTransId="{57A50184-4708-423F-AFC1-D96B9DD4B9FF}" sibTransId="{24B63D6D-D965-4B21-822F-2FF054C821EF}"/>
    <dgm:cxn modelId="{32D50F6B-5A46-4D5B-8F7F-0C3085FBAE16}" type="presOf" srcId="{199AA522-FCC7-4084-AF4F-201B1FA2BEEF}" destId="{7097133A-D4B8-4FB3-A0D7-8BEB199C6577}" srcOrd="0" destOrd="0" presId="urn:microsoft.com/office/officeart/2018/2/layout/IconVerticalSolidList"/>
    <dgm:cxn modelId="{CFA2CD7E-AA95-4AC7-BA67-8358071CD588}" srcId="{518E3BA7-366F-4D24-B426-7BBE66713379}" destId="{199AA522-FCC7-4084-AF4F-201B1FA2BEEF}" srcOrd="1" destOrd="0" parTransId="{B4959C2A-A622-49D9-A3AD-A4697A553E67}" sibTransId="{A6219BD3-1671-4698-A78C-AF147E702722}"/>
    <dgm:cxn modelId="{87EBF3A0-120E-4823-AF14-51E3E730FA85}" type="presOf" srcId="{53FB0F9C-147F-4734-A6C0-46D25A4FE8E1}" destId="{5E5CAA32-73A1-4D91-B22D-93C3B878F03C}" srcOrd="0" destOrd="0" presId="urn:microsoft.com/office/officeart/2018/2/layout/IconVerticalSolidList"/>
    <dgm:cxn modelId="{142B265A-34D5-43B3-A9E9-6FF83221683E}" type="presParOf" srcId="{72FBFACD-E0F2-4913-9F59-F9C7DFB4BF45}" destId="{F96108E8-CF78-47B7-9C8C-42B3F93AD99E}" srcOrd="0" destOrd="0" presId="urn:microsoft.com/office/officeart/2018/2/layout/IconVerticalSolidList"/>
    <dgm:cxn modelId="{029E9CB1-86C3-41EB-BAE7-CF45EF57E3A7}" type="presParOf" srcId="{F96108E8-CF78-47B7-9C8C-42B3F93AD99E}" destId="{3B1547B0-7614-4CED-9046-F47E076CAC3A}" srcOrd="0" destOrd="0" presId="urn:microsoft.com/office/officeart/2018/2/layout/IconVerticalSolidList"/>
    <dgm:cxn modelId="{405815F7-919C-4DB9-8140-959B302DD751}" type="presParOf" srcId="{F96108E8-CF78-47B7-9C8C-42B3F93AD99E}" destId="{1A5A6BE3-6DF3-459D-B949-143FE7311F4B}" srcOrd="1" destOrd="0" presId="urn:microsoft.com/office/officeart/2018/2/layout/IconVerticalSolidList"/>
    <dgm:cxn modelId="{FEBCF47A-9755-4603-9A7C-70F7AD4223E9}" type="presParOf" srcId="{F96108E8-CF78-47B7-9C8C-42B3F93AD99E}" destId="{D44C9751-7BDE-42B0-8BF7-DDB52FC87BA5}" srcOrd="2" destOrd="0" presId="urn:microsoft.com/office/officeart/2018/2/layout/IconVerticalSolidList"/>
    <dgm:cxn modelId="{22CCC748-4D23-4E0B-9CCB-54F0396E465F}" type="presParOf" srcId="{F96108E8-CF78-47B7-9C8C-42B3F93AD99E}" destId="{5E5CAA32-73A1-4D91-B22D-93C3B878F03C}" srcOrd="3" destOrd="0" presId="urn:microsoft.com/office/officeart/2018/2/layout/IconVerticalSolidList"/>
    <dgm:cxn modelId="{930F7CE7-4968-4F42-B179-0D1D80D3022C}" type="presParOf" srcId="{72FBFACD-E0F2-4913-9F59-F9C7DFB4BF45}" destId="{F15CC8C4-D540-4244-96CB-0F83519DD941}" srcOrd="1" destOrd="0" presId="urn:microsoft.com/office/officeart/2018/2/layout/IconVerticalSolidList"/>
    <dgm:cxn modelId="{06DF5F66-761C-447F-B2CF-2060B1B8020A}" type="presParOf" srcId="{72FBFACD-E0F2-4913-9F59-F9C7DFB4BF45}" destId="{58131400-3C29-4125-85F4-93A482B3700A}" srcOrd="2" destOrd="0" presId="urn:microsoft.com/office/officeart/2018/2/layout/IconVerticalSolidList"/>
    <dgm:cxn modelId="{E6A1A203-EEA4-4870-AC5E-F8CECB4BE9DA}" type="presParOf" srcId="{58131400-3C29-4125-85F4-93A482B3700A}" destId="{BE18782A-8735-4311-AB6A-A0C3EFEAE93F}" srcOrd="0" destOrd="0" presId="urn:microsoft.com/office/officeart/2018/2/layout/IconVerticalSolidList"/>
    <dgm:cxn modelId="{DEFB5493-EF2D-4DFC-A72C-88CD1CDAE9B0}" type="presParOf" srcId="{58131400-3C29-4125-85F4-93A482B3700A}" destId="{FF5D0F13-CF18-4C7F-A2FC-02DD8753323B}" srcOrd="1" destOrd="0" presId="urn:microsoft.com/office/officeart/2018/2/layout/IconVerticalSolidList"/>
    <dgm:cxn modelId="{99793A01-F28D-47D5-814D-80296ECADC9D}" type="presParOf" srcId="{58131400-3C29-4125-85F4-93A482B3700A}" destId="{3EA8B91B-6E1F-4A54-A3E9-70D255C88DCC}" srcOrd="2" destOrd="0" presId="urn:microsoft.com/office/officeart/2018/2/layout/IconVerticalSolidList"/>
    <dgm:cxn modelId="{86484A73-AB1E-4BD3-8AAE-01A0F3182D67}" type="presParOf" srcId="{58131400-3C29-4125-85F4-93A482B3700A}" destId="{7097133A-D4B8-4FB3-A0D7-8BEB199C65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DE346D-AB68-42CE-A2A8-3B6205E1AFD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C95D73A-B5D9-469C-A43A-448F67C74972}">
      <dgm:prSet/>
      <dgm:spPr/>
      <dgm:t>
        <a:bodyPr/>
        <a:lstStyle/>
        <a:p>
          <a:r>
            <a:rPr lang="en-US" dirty="0"/>
            <a:t>An Elastic IP address can be associated with a single instance or network interface at a time.</a:t>
          </a:r>
        </a:p>
      </dgm:t>
    </dgm:pt>
    <dgm:pt modelId="{43D97B5E-7B4C-425C-AC64-BA2F08985E92}" type="parTrans" cxnId="{3DF2FB6D-4F24-4BE6-AC13-36754564DDCB}">
      <dgm:prSet/>
      <dgm:spPr/>
      <dgm:t>
        <a:bodyPr/>
        <a:lstStyle/>
        <a:p>
          <a:endParaRPr lang="en-US"/>
        </a:p>
      </dgm:t>
    </dgm:pt>
    <dgm:pt modelId="{291CE77C-FF2C-4D3D-906C-06A9F94DA15D}" type="sibTrans" cxnId="{3DF2FB6D-4F24-4BE6-AC13-36754564DDCB}">
      <dgm:prSet/>
      <dgm:spPr/>
      <dgm:t>
        <a:bodyPr/>
        <a:lstStyle/>
        <a:p>
          <a:endParaRPr lang="en-US"/>
        </a:p>
      </dgm:t>
    </dgm:pt>
    <dgm:pt modelId="{DA49A229-8F81-4DB8-A5BB-12A435BA2495}">
      <dgm:prSet/>
      <dgm:spPr/>
      <dgm:t>
        <a:bodyPr/>
        <a:lstStyle/>
        <a:p>
          <a:r>
            <a:rPr lang="en-US"/>
            <a:t>Current IP released on association of Elastic IP.</a:t>
          </a:r>
        </a:p>
      </dgm:t>
    </dgm:pt>
    <dgm:pt modelId="{11CC2EC9-E2B4-4FAC-865A-BBD106C01EE4}" type="parTrans" cxnId="{981B4505-936C-44BF-AFEA-8E098099B1DE}">
      <dgm:prSet/>
      <dgm:spPr/>
      <dgm:t>
        <a:bodyPr/>
        <a:lstStyle/>
        <a:p>
          <a:endParaRPr lang="en-US"/>
        </a:p>
      </dgm:t>
    </dgm:pt>
    <dgm:pt modelId="{2AD72D9B-12E8-4A66-B2D5-65C66B91D5F3}" type="sibTrans" cxnId="{981B4505-936C-44BF-AFEA-8E098099B1DE}">
      <dgm:prSet/>
      <dgm:spPr/>
      <dgm:t>
        <a:bodyPr/>
        <a:lstStyle/>
        <a:p>
          <a:endParaRPr lang="en-US"/>
        </a:p>
      </dgm:t>
    </dgm:pt>
    <dgm:pt modelId="{AC2ABB19-77B8-4245-9BA7-63D00A095930}">
      <dgm:prSet/>
      <dgm:spPr/>
      <dgm:t>
        <a:bodyPr/>
        <a:lstStyle/>
        <a:p>
          <a:r>
            <a:rPr lang="en-US"/>
            <a:t>You're limited to five Elastic IP addresses</a:t>
          </a:r>
        </a:p>
      </dgm:t>
    </dgm:pt>
    <dgm:pt modelId="{025D76AB-F35B-4E81-AB4D-D69652BFD17A}" type="parTrans" cxnId="{A89479D1-1F0D-4DC5-8511-F789BBC77A2E}">
      <dgm:prSet/>
      <dgm:spPr/>
      <dgm:t>
        <a:bodyPr/>
        <a:lstStyle/>
        <a:p>
          <a:endParaRPr lang="en-US"/>
        </a:p>
      </dgm:t>
    </dgm:pt>
    <dgm:pt modelId="{114EBC87-FEB7-4F41-9596-CD5CCC1978E6}" type="sibTrans" cxnId="{A89479D1-1F0D-4DC5-8511-F789BBC77A2E}">
      <dgm:prSet/>
      <dgm:spPr/>
      <dgm:t>
        <a:bodyPr/>
        <a:lstStyle/>
        <a:p>
          <a:endParaRPr lang="en-US"/>
        </a:p>
      </dgm:t>
    </dgm:pt>
    <dgm:pt modelId="{377A8BAE-0F19-470F-8FCD-DC437CD7B6BC}">
      <dgm:prSet/>
      <dgm:spPr/>
      <dgm:t>
        <a:bodyPr/>
        <a:lstStyle/>
        <a:p>
          <a:r>
            <a:rPr lang="en-US" dirty="0"/>
            <a:t>Static IP will be accessible from internet. </a:t>
          </a:r>
        </a:p>
      </dgm:t>
    </dgm:pt>
    <dgm:pt modelId="{33F377D1-0232-4A21-AAD8-4EE81B4A1369}" type="parTrans" cxnId="{5910084C-E4B8-4AD6-99AD-2471E7CD50F9}">
      <dgm:prSet/>
      <dgm:spPr/>
      <dgm:t>
        <a:bodyPr/>
        <a:lstStyle/>
        <a:p>
          <a:endParaRPr lang="en-US"/>
        </a:p>
      </dgm:t>
    </dgm:pt>
    <dgm:pt modelId="{07C2202F-07E0-4ED8-B209-D8413995C4C7}" type="sibTrans" cxnId="{5910084C-E4B8-4AD6-99AD-2471E7CD50F9}">
      <dgm:prSet/>
      <dgm:spPr/>
      <dgm:t>
        <a:bodyPr/>
        <a:lstStyle/>
        <a:p>
          <a:endParaRPr lang="en-US"/>
        </a:p>
      </dgm:t>
    </dgm:pt>
    <dgm:pt modelId="{4C96581F-85A6-49CC-AB9C-DF49E3BBE3F8}" type="pres">
      <dgm:prSet presAssocID="{ABDE346D-AB68-42CE-A2A8-3B6205E1AFD9}" presName="diagram" presStyleCnt="0">
        <dgm:presLayoutVars>
          <dgm:dir/>
          <dgm:resizeHandles val="exact"/>
        </dgm:presLayoutVars>
      </dgm:prSet>
      <dgm:spPr/>
    </dgm:pt>
    <dgm:pt modelId="{D531B04E-7676-47AF-90F7-A141CDC90085}" type="pres">
      <dgm:prSet presAssocID="{1C95D73A-B5D9-469C-A43A-448F67C74972}" presName="node" presStyleLbl="node1" presStyleIdx="0" presStyleCnt="4">
        <dgm:presLayoutVars>
          <dgm:bulletEnabled val="1"/>
        </dgm:presLayoutVars>
      </dgm:prSet>
      <dgm:spPr/>
    </dgm:pt>
    <dgm:pt modelId="{903012A5-6DAE-44E7-A816-44D2C7CBA503}" type="pres">
      <dgm:prSet presAssocID="{291CE77C-FF2C-4D3D-906C-06A9F94DA15D}" presName="sibTrans" presStyleCnt="0"/>
      <dgm:spPr/>
    </dgm:pt>
    <dgm:pt modelId="{D9FCAD7B-1C92-413A-BF25-497F4D304DD9}" type="pres">
      <dgm:prSet presAssocID="{DA49A229-8F81-4DB8-A5BB-12A435BA2495}" presName="node" presStyleLbl="node1" presStyleIdx="1" presStyleCnt="4">
        <dgm:presLayoutVars>
          <dgm:bulletEnabled val="1"/>
        </dgm:presLayoutVars>
      </dgm:prSet>
      <dgm:spPr/>
    </dgm:pt>
    <dgm:pt modelId="{AB7271D6-5C28-4060-BA5D-E6837D036FC4}" type="pres">
      <dgm:prSet presAssocID="{2AD72D9B-12E8-4A66-B2D5-65C66B91D5F3}" presName="sibTrans" presStyleCnt="0"/>
      <dgm:spPr/>
    </dgm:pt>
    <dgm:pt modelId="{56364503-AC6D-43F3-A7A1-FB90E9F9291E}" type="pres">
      <dgm:prSet presAssocID="{AC2ABB19-77B8-4245-9BA7-63D00A095930}" presName="node" presStyleLbl="node1" presStyleIdx="2" presStyleCnt="4">
        <dgm:presLayoutVars>
          <dgm:bulletEnabled val="1"/>
        </dgm:presLayoutVars>
      </dgm:prSet>
      <dgm:spPr/>
    </dgm:pt>
    <dgm:pt modelId="{643A86FB-6C95-4501-9DD6-90F4EBB2361E}" type="pres">
      <dgm:prSet presAssocID="{114EBC87-FEB7-4F41-9596-CD5CCC1978E6}" presName="sibTrans" presStyleCnt="0"/>
      <dgm:spPr/>
    </dgm:pt>
    <dgm:pt modelId="{94CE74C1-97FD-4557-A81C-BE851D07B69F}" type="pres">
      <dgm:prSet presAssocID="{377A8BAE-0F19-470F-8FCD-DC437CD7B6BC}" presName="node" presStyleLbl="node1" presStyleIdx="3" presStyleCnt="4">
        <dgm:presLayoutVars>
          <dgm:bulletEnabled val="1"/>
        </dgm:presLayoutVars>
      </dgm:prSet>
      <dgm:spPr/>
    </dgm:pt>
  </dgm:ptLst>
  <dgm:cxnLst>
    <dgm:cxn modelId="{981B4505-936C-44BF-AFEA-8E098099B1DE}" srcId="{ABDE346D-AB68-42CE-A2A8-3B6205E1AFD9}" destId="{DA49A229-8F81-4DB8-A5BB-12A435BA2495}" srcOrd="1" destOrd="0" parTransId="{11CC2EC9-E2B4-4FAC-865A-BBD106C01EE4}" sibTransId="{2AD72D9B-12E8-4A66-B2D5-65C66B91D5F3}"/>
    <dgm:cxn modelId="{0FFFD41B-6BCB-4016-901A-9BF075095A0C}" type="presOf" srcId="{1C95D73A-B5D9-469C-A43A-448F67C74972}" destId="{D531B04E-7676-47AF-90F7-A141CDC90085}" srcOrd="0" destOrd="0" presId="urn:microsoft.com/office/officeart/2005/8/layout/default"/>
    <dgm:cxn modelId="{BBDA9B3E-F78A-47C5-96E5-B88943AE2AA5}" type="presOf" srcId="{DA49A229-8F81-4DB8-A5BB-12A435BA2495}" destId="{D9FCAD7B-1C92-413A-BF25-497F4D304DD9}" srcOrd="0" destOrd="0" presId="urn:microsoft.com/office/officeart/2005/8/layout/default"/>
    <dgm:cxn modelId="{5910084C-E4B8-4AD6-99AD-2471E7CD50F9}" srcId="{ABDE346D-AB68-42CE-A2A8-3B6205E1AFD9}" destId="{377A8BAE-0F19-470F-8FCD-DC437CD7B6BC}" srcOrd="3" destOrd="0" parTransId="{33F377D1-0232-4A21-AAD8-4EE81B4A1369}" sibTransId="{07C2202F-07E0-4ED8-B209-D8413995C4C7}"/>
    <dgm:cxn modelId="{3DF2FB6D-4F24-4BE6-AC13-36754564DDCB}" srcId="{ABDE346D-AB68-42CE-A2A8-3B6205E1AFD9}" destId="{1C95D73A-B5D9-469C-A43A-448F67C74972}" srcOrd="0" destOrd="0" parTransId="{43D97B5E-7B4C-425C-AC64-BA2F08985E92}" sibTransId="{291CE77C-FF2C-4D3D-906C-06A9F94DA15D}"/>
    <dgm:cxn modelId="{A7E17E55-8064-4615-AC57-C64190A668FB}" type="presOf" srcId="{377A8BAE-0F19-470F-8FCD-DC437CD7B6BC}" destId="{94CE74C1-97FD-4557-A81C-BE851D07B69F}" srcOrd="0" destOrd="0" presId="urn:microsoft.com/office/officeart/2005/8/layout/default"/>
    <dgm:cxn modelId="{2F552A7D-568D-422D-8925-42EBB00BFB82}" type="presOf" srcId="{AC2ABB19-77B8-4245-9BA7-63D00A095930}" destId="{56364503-AC6D-43F3-A7A1-FB90E9F9291E}" srcOrd="0" destOrd="0" presId="urn:microsoft.com/office/officeart/2005/8/layout/default"/>
    <dgm:cxn modelId="{67A37D84-E64B-4017-A8C4-F55DF498B589}" type="presOf" srcId="{ABDE346D-AB68-42CE-A2A8-3B6205E1AFD9}" destId="{4C96581F-85A6-49CC-AB9C-DF49E3BBE3F8}" srcOrd="0" destOrd="0" presId="urn:microsoft.com/office/officeart/2005/8/layout/default"/>
    <dgm:cxn modelId="{A89479D1-1F0D-4DC5-8511-F789BBC77A2E}" srcId="{ABDE346D-AB68-42CE-A2A8-3B6205E1AFD9}" destId="{AC2ABB19-77B8-4245-9BA7-63D00A095930}" srcOrd="2" destOrd="0" parTransId="{025D76AB-F35B-4E81-AB4D-D69652BFD17A}" sibTransId="{114EBC87-FEB7-4F41-9596-CD5CCC1978E6}"/>
    <dgm:cxn modelId="{281048B0-FA0D-424C-9490-A57E12457883}" type="presParOf" srcId="{4C96581F-85A6-49CC-AB9C-DF49E3BBE3F8}" destId="{D531B04E-7676-47AF-90F7-A141CDC90085}" srcOrd="0" destOrd="0" presId="urn:microsoft.com/office/officeart/2005/8/layout/default"/>
    <dgm:cxn modelId="{B80F4A48-B28C-4B20-9194-7CD34D1FEAA6}" type="presParOf" srcId="{4C96581F-85A6-49CC-AB9C-DF49E3BBE3F8}" destId="{903012A5-6DAE-44E7-A816-44D2C7CBA503}" srcOrd="1" destOrd="0" presId="urn:microsoft.com/office/officeart/2005/8/layout/default"/>
    <dgm:cxn modelId="{4569659D-A44C-4FC9-9BDB-998D39ECD073}" type="presParOf" srcId="{4C96581F-85A6-49CC-AB9C-DF49E3BBE3F8}" destId="{D9FCAD7B-1C92-413A-BF25-497F4D304DD9}" srcOrd="2" destOrd="0" presId="urn:microsoft.com/office/officeart/2005/8/layout/default"/>
    <dgm:cxn modelId="{A90BB5A5-4531-4AD7-91A1-38A32B3E7BF7}" type="presParOf" srcId="{4C96581F-85A6-49CC-AB9C-DF49E3BBE3F8}" destId="{AB7271D6-5C28-4060-BA5D-E6837D036FC4}" srcOrd="3" destOrd="0" presId="urn:microsoft.com/office/officeart/2005/8/layout/default"/>
    <dgm:cxn modelId="{5324532F-00C4-4A1C-AB1A-48FCE0C29532}" type="presParOf" srcId="{4C96581F-85A6-49CC-AB9C-DF49E3BBE3F8}" destId="{56364503-AC6D-43F3-A7A1-FB90E9F9291E}" srcOrd="4" destOrd="0" presId="urn:microsoft.com/office/officeart/2005/8/layout/default"/>
    <dgm:cxn modelId="{87DF3862-3AE2-4470-BA13-CF8B3F6B446F}" type="presParOf" srcId="{4C96581F-85A6-49CC-AB9C-DF49E3BBE3F8}" destId="{643A86FB-6C95-4501-9DD6-90F4EBB2361E}" srcOrd="5" destOrd="0" presId="urn:microsoft.com/office/officeart/2005/8/layout/default"/>
    <dgm:cxn modelId="{2975087B-BAE3-4B4B-9DE6-A5939F6FC582}" type="presParOf" srcId="{4C96581F-85A6-49CC-AB9C-DF49E3BBE3F8}" destId="{94CE74C1-97FD-4557-A81C-BE851D07B69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8E5D0F-980B-414D-B19E-84B2C77C5C1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5EF0EA-1326-43EA-B015-D65B026A8E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Allocate an Elastic IP address</a:t>
          </a:r>
        </a:p>
      </dgm:t>
    </dgm:pt>
    <dgm:pt modelId="{087E21F7-FE5D-40BA-BEA3-0941ACCE8DFA}" type="parTrans" cxnId="{ABC2A898-3FBA-44C3-9E5B-EB40FCFD9E0B}">
      <dgm:prSet/>
      <dgm:spPr/>
      <dgm:t>
        <a:bodyPr/>
        <a:lstStyle/>
        <a:p>
          <a:endParaRPr lang="en-US"/>
        </a:p>
      </dgm:t>
    </dgm:pt>
    <dgm:pt modelId="{54A4D9B0-6AA0-44C8-9D25-95F43059CC7B}" type="sibTrans" cxnId="{ABC2A898-3FBA-44C3-9E5B-EB40FCFD9E0B}">
      <dgm:prSet/>
      <dgm:spPr/>
      <dgm:t>
        <a:bodyPr/>
        <a:lstStyle/>
        <a:p>
          <a:endParaRPr lang="en-US"/>
        </a:p>
      </dgm:t>
    </dgm:pt>
    <dgm:pt modelId="{569019B7-572E-4260-9DC4-3875A6CCAD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Associate an Elastic IP address</a:t>
          </a:r>
        </a:p>
      </dgm:t>
    </dgm:pt>
    <dgm:pt modelId="{FD1C54C9-474B-4E01-BD93-02C726BD1187}" type="parTrans" cxnId="{DED0D186-20B9-4901-A0D9-7EF9EFF84C0F}">
      <dgm:prSet/>
      <dgm:spPr/>
      <dgm:t>
        <a:bodyPr/>
        <a:lstStyle/>
        <a:p>
          <a:endParaRPr lang="en-US"/>
        </a:p>
      </dgm:t>
    </dgm:pt>
    <dgm:pt modelId="{51A3A54F-B9C8-4AAA-9F1D-C9C3E7D403D0}" type="sibTrans" cxnId="{DED0D186-20B9-4901-A0D9-7EF9EFF84C0F}">
      <dgm:prSet/>
      <dgm:spPr/>
      <dgm:t>
        <a:bodyPr/>
        <a:lstStyle/>
        <a:p>
          <a:endParaRPr lang="en-US"/>
        </a:p>
      </dgm:t>
    </dgm:pt>
    <dgm:pt modelId="{CA2B3FD3-B26C-433E-AB57-6EDA1073FD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Disassociate an Elastic IP address</a:t>
          </a:r>
        </a:p>
      </dgm:t>
    </dgm:pt>
    <dgm:pt modelId="{A06666F3-0DDD-4F1D-9D9F-9206D9D9954E}" type="parTrans" cxnId="{783AFEF5-8904-44A4-B381-91E2B5D96199}">
      <dgm:prSet/>
      <dgm:spPr/>
      <dgm:t>
        <a:bodyPr/>
        <a:lstStyle/>
        <a:p>
          <a:endParaRPr lang="en-US"/>
        </a:p>
      </dgm:t>
    </dgm:pt>
    <dgm:pt modelId="{31D7C452-9485-4CF4-A2B8-DEDE58E52803}" type="sibTrans" cxnId="{783AFEF5-8904-44A4-B381-91E2B5D96199}">
      <dgm:prSet/>
      <dgm:spPr/>
      <dgm:t>
        <a:bodyPr/>
        <a:lstStyle/>
        <a:p>
          <a:endParaRPr lang="en-US"/>
        </a:p>
      </dgm:t>
    </dgm:pt>
    <dgm:pt modelId="{DB4595F9-1213-4ADA-A5A1-4E1FC67950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Release an Elastic IP address</a:t>
          </a:r>
        </a:p>
      </dgm:t>
    </dgm:pt>
    <dgm:pt modelId="{1AAA0597-40E2-4A96-BB14-DBBB3E7EE653}" type="parTrans" cxnId="{793CE4A2-B180-440D-8C1F-D7F32B66E181}">
      <dgm:prSet/>
      <dgm:spPr/>
      <dgm:t>
        <a:bodyPr/>
        <a:lstStyle/>
        <a:p>
          <a:endParaRPr lang="en-US"/>
        </a:p>
      </dgm:t>
    </dgm:pt>
    <dgm:pt modelId="{830B54DA-2195-45B8-A17A-17D1C5959AFC}" type="sibTrans" cxnId="{793CE4A2-B180-440D-8C1F-D7F32B66E181}">
      <dgm:prSet/>
      <dgm:spPr/>
      <dgm:t>
        <a:bodyPr/>
        <a:lstStyle/>
        <a:p>
          <a:endParaRPr lang="en-US"/>
        </a:p>
      </dgm:t>
    </dgm:pt>
    <dgm:pt modelId="{77159211-433A-4A0C-AE89-1CB818133DCE}" type="pres">
      <dgm:prSet presAssocID="{F28E5D0F-980B-414D-B19E-84B2C77C5C17}" presName="root" presStyleCnt="0">
        <dgm:presLayoutVars>
          <dgm:dir/>
          <dgm:resizeHandles val="exact"/>
        </dgm:presLayoutVars>
      </dgm:prSet>
      <dgm:spPr/>
    </dgm:pt>
    <dgm:pt modelId="{B245AE0E-5032-4EC4-A872-73AA64F6A95F}" type="pres">
      <dgm:prSet presAssocID="{D95EF0EA-1326-43EA-B015-D65B026A8EEB}" presName="compNode" presStyleCnt="0"/>
      <dgm:spPr/>
    </dgm:pt>
    <dgm:pt modelId="{C7C09BF3-CE3D-42A2-A7A1-ADF8A351304C}" type="pres">
      <dgm:prSet presAssocID="{D95EF0EA-1326-43EA-B015-D65B026A8EEB}" presName="bgRect" presStyleLbl="bgShp" presStyleIdx="0" presStyleCnt="4"/>
      <dgm:spPr/>
    </dgm:pt>
    <dgm:pt modelId="{650806C6-1E16-4458-979F-A1C3EB8316E3}" type="pres">
      <dgm:prSet presAssocID="{D95EF0EA-1326-43EA-B015-D65B026A8E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AAD9E254-482E-4582-AAB4-0245765FCE8B}" type="pres">
      <dgm:prSet presAssocID="{D95EF0EA-1326-43EA-B015-D65B026A8EEB}" presName="spaceRect" presStyleCnt="0"/>
      <dgm:spPr/>
    </dgm:pt>
    <dgm:pt modelId="{EF573864-89C4-45D7-ACC9-0A864DE6A7D0}" type="pres">
      <dgm:prSet presAssocID="{D95EF0EA-1326-43EA-B015-D65B026A8EEB}" presName="parTx" presStyleLbl="revTx" presStyleIdx="0" presStyleCnt="4">
        <dgm:presLayoutVars>
          <dgm:chMax val="0"/>
          <dgm:chPref val="0"/>
        </dgm:presLayoutVars>
      </dgm:prSet>
      <dgm:spPr/>
    </dgm:pt>
    <dgm:pt modelId="{961F959F-B948-4236-9E9D-A7A69653E06B}" type="pres">
      <dgm:prSet presAssocID="{54A4D9B0-6AA0-44C8-9D25-95F43059CC7B}" presName="sibTrans" presStyleCnt="0"/>
      <dgm:spPr/>
    </dgm:pt>
    <dgm:pt modelId="{AC5B44CB-A18A-43E6-BDA2-43918A129AF7}" type="pres">
      <dgm:prSet presAssocID="{569019B7-572E-4260-9DC4-3875A6CCAD79}" presName="compNode" presStyleCnt="0"/>
      <dgm:spPr/>
    </dgm:pt>
    <dgm:pt modelId="{D1A6F5DB-2F25-4735-904E-D2C80DE2E5C6}" type="pres">
      <dgm:prSet presAssocID="{569019B7-572E-4260-9DC4-3875A6CCAD79}" presName="bgRect" presStyleLbl="bgShp" presStyleIdx="1" presStyleCnt="4"/>
      <dgm:spPr/>
    </dgm:pt>
    <dgm:pt modelId="{521F5272-0E81-4F0C-AD2E-F381212F10ED}" type="pres">
      <dgm:prSet presAssocID="{569019B7-572E-4260-9DC4-3875A6CCAD7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EC8279E-CF40-4EE4-B218-BFC4B3A5A784}" type="pres">
      <dgm:prSet presAssocID="{569019B7-572E-4260-9DC4-3875A6CCAD79}" presName="spaceRect" presStyleCnt="0"/>
      <dgm:spPr/>
    </dgm:pt>
    <dgm:pt modelId="{AD48FB89-0877-477F-8AB5-2A9194D7FA6E}" type="pres">
      <dgm:prSet presAssocID="{569019B7-572E-4260-9DC4-3875A6CCAD79}" presName="parTx" presStyleLbl="revTx" presStyleIdx="1" presStyleCnt="4">
        <dgm:presLayoutVars>
          <dgm:chMax val="0"/>
          <dgm:chPref val="0"/>
        </dgm:presLayoutVars>
      </dgm:prSet>
      <dgm:spPr/>
    </dgm:pt>
    <dgm:pt modelId="{E7404291-25C5-471E-8F3C-58845FAA73D4}" type="pres">
      <dgm:prSet presAssocID="{51A3A54F-B9C8-4AAA-9F1D-C9C3E7D403D0}" presName="sibTrans" presStyleCnt="0"/>
      <dgm:spPr/>
    </dgm:pt>
    <dgm:pt modelId="{AF30C2F8-DF9D-4C7D-96AE-0A71997DF6FD}" type="pres">
      <dgm:prSet presAssocID="{CA2B3FD3-B26C-433E-AB57-6EDA1073FDC3}" presName="compNode" presStyleCnt="0"/>
      <dgm:spPr/>
    </dgm:pt>
    <dgm:pt modelId="{ECABF983-B602-4065-91A2-9EE3CD89FE27}" type="pres">
      <dgm:prSet presAssocID="{CA2B3FD3-B26C-433E-AB57-6EDA1073FDC3}" presName="bgRect" presStyleLbl="bgShp" presStyleIdx="2" presStyleCnt="4"/>
      <dgm:spPr/>
    </dgm:pt>
    <dgm:pt modelId="{76BAD337-15D9-44BB-82C5-3F2F091D8D03}" type="pres">
      <dgm:prSet presAssocID="{CA2B3FD3-B26C-433E-AB57-6EDA1073FDC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DC78872-F50B-45FE-85CF-8FE4B2977360}" type="pres">
      <dgm:prSet presAssocID="{CA2B3FD3-B26C-433E-AB57-6EDA1073FDC3}" presName="spaceRect" presStyleCnt="0"/>
      <dgm:spPr/>
    </dgm:pt>
    <dgm:pt modelId="{D732AE18-C037-466D-81D4-26192A64107D}" type="pres">
      <dgm:prSet presAssocID="{CA2B3FD3-B26C-433E-AB57-6EDA1073FDC3}" presName="parTx" presStyleLbl="revTx" presStyleIdx="2" presStyleCnt="4">
        <dgm:presLayoutVars>
          <dgm:chMax val="0"/>
          <dgm:chPref val="0"/>
        </dgm:presLayoutVars>
      </dgm:prSet>
      <dgm:spPr/>
    </dgm:pt>
    <dgm:pt modelId="{925398D6-8DC0-4D7C-A720-E270E8563436}" type="pres">
      <dgm:prSet presAssocID="{31D7C452-9485-4CF4-A2B8-DEDE58E52803}" presName="sibTrans" presStyleCnt="0"/>
      <dgm:spPr/>
    </dgm:pt>
    <dgm:pt modelId="{A92B47BC-6305-41BF-842D-40E6475CACB1}" type="pres">
      <dgm:prSet presAssocID="{DB4595F9-1213-4ADA-A5A1-4E1FC679506C}" presName="compNode" presStyleCnt="0"/>
      <dgm:spPr/>
    </dgm:pt>
    <dgm:pt modelId="{3190F97B-CB72-47C2-87EC-247FAFF65DF4}" type="pres">
      <dgm:prSet presAssocID="{DB4595F9-1213-4ADA-A5A1-4E1FC679506C}" presName="bgRect" presStyleLbl="bgShp" presStyleIdx="3" presStyleCnt="4"/>
      <dgm:spPr/>
    </dgm:pt>
    <dgm:pt modelId="{7A7D82D4-EDE3-42B8-ABA9-EE65E6DC7D09}" type="pres">
      <dgm:prSet presAssocID="{DB4595F9-1213-4ADA-A5A1-4E1FC67950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EA3598-06FC-4FAE-96C0-71FE08340321}" type="pres">
      <dgm:prSet presAssocID="{DB4595F9-1213-4ADA-A5A1-4E1FC679506C}" presName="spaceRect" presStyleCnt="0"/>
      <dgm:spPr/>
    </dgm:pt>
    <dgm:pt modelId="{D26B15C1-6FF7-4813-8ED5-C6D80D558BAE}" type="pres">
      <dgm:prSet presAssocID="{DB4595F9-1213-4ADA-A5A1-4E1FC679506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AFA3E16-B1D9-4D42-8FAC-D167E2D29A8F}" type="presOf" srcId="{DB4595F9-1213-4ADA-A5A1-4E1FC679506C}" destId="{D26B15C1-6FF7-4813-8ED5-C6D80D558BAE}" srcOrd="0" destOrd="0" presId="urn:microsoft.com/office/officeart/2018/2/layout/IconVerticalSolidList"/>
    <dgm:cxn modelId="{673F551A-F4A4-42E1-A4B9-39AC62645756}" type="presOf" srcId="{D95EF0EA-1326-43EA-B015-D65B026A8EEB}" destId="{EF573864-89C4-45D7-ACC9-0A864DE6A7D0}" srcOrd="0" destOrd="0" presId="urn:microsoft.com/office/officeart/2018/2/layout/IconVerticalSolidList"/>
    <dgm:cxn modelId="{F01A5022-8F2A-4987-8282-F3A156D90DFC}" type="presOf" srcId="{569019B7-572E-4260-9DC4-3875A6CCAD79}" destId="{AD48FB89-0877-477F-8AB5-2A9194D7FA6E}" srcOrd="0" destOrd="0" presId="urn:microsoft.com/office/officeart/2018/2/layout/IconVerticalSolidList"/>
    <dgm:cxn modelId="{F3E6FE36-40A4-490D-875C-FD03D540BA32}" type="presOf" srcId="{F28E5D0F-980B-414D-B19E-84B2C77C5C17}" destId="{77159211-433A-4A0C-AE89-1CB818133DCE}" srcOrd="0" destOrd="0" presId="urn:microsoft.com/office/officeart/2018/2/layout/IconVerticalSolidList"/>
    <dgm:cxn modelId="{DED0D186-20B9-4901-A0D9-7EF9EFF84C0F}" srcId="{F28E5D0F-980B-414D-B19E-84B2C77C5C17}" destId="{569019B7-572E-4260-9DC4-3875A6CCAD79}" srcOrd="1" destOrd="0" parTransId="{FD1C54C9-474B-4E01-BD93-02C726BD1187}" sibTransId="{51A3A54F-B9C8-4AAA-9F1D-C9C3E7D403D0}"/>
    <dgm:cxn modelId="{ABC2A898-3FBA-44C3-9E5B-EB40FCFD9E0B}" srcId="{F28E5D0F-980B-414D-B19E-84B2C77C5C17}" destId="{D95EF0EA-1326-43EA-B015-D65B026A8EEB}" srcOrd="0" destOrd="0" parTransId="{087E21F7-FE5D-40BA-BEA3-0941ACCE8DFA}" sibTransId="{54A4D9B0-6AA0-44C8-9D25-95F43059CC7B}"/>
    <dgm:cxn modelId="{793CE4A2-B180-440D-8C1F-D7F32B66E181}" srcId="{F28E5D0F-980B-414D-B19E-84B2C77C5C17}" destId="{DB4595F9-1213-4ADA-A5A1-4E1FC679506C}" srcOrd="3" destOrd="0" parTransId="{1AAA0597-40E2-4A96-BB14-DBBB3E7EE653}" sibTransId="{830B54DA-2195-45B8-A17A-17D1C5959AFC}"/>
    <dgm:cxn modelId="{BC72F3F5-5FA1-4791-B290-2CBE809BABDA}" type="presOf" srcId="{CA2B3FD3-B26C-433E-AB57-6EDA1073FDC3}" destId="{D732AE18-C037-466D-81D4-26192A64107D}" srcOrd="0" destOrd="0" presId="urn:microsoft.com/office/officeart/2018/2/layout/IconVerticalSolidList"/>
    <dgm:cxn modelId="{783AFEF5-8904-44A4-B381-91E2B5D96199}" srcId="{F28E5D0F-980B-414D-B19E-84B2C77C5C17}" destId="{CA2B3FD3-B26C-433E-AB57-6EDA1073FDC3}" srcOrd="2" destOrd="0" parTransId="{A06666F3-0DDD-4F1D-9D9F-9206D9D9954E}" sibTransId="{31D7C452-9485-4CF4-A2B8-DEDE58E52803}"/>
    <dgm:cxn modelId="{75B3F834-C7A7-4808-8B18-6E11DD68636E}" type="presParOf" srcId="{77159211-433A-4A0C-AE89-1CB818133DCE}" destId="{B245AE0E-5032-4EC4-A872-73AA64F6A95F}" srcOrd="0" destOrd="0" presId="urn:microsoft.com/office/officeart/2018/2/layout/IconVerticalSolidList"/>
    <dgm:cxn modelId="{13517D5C-B41B-4B57-ACB6-AC0FE499EE94}" type="presParOf" srcId="{B245AE0E-5032-4EC4-A872-73AA64F6A95F}" destId="{C7C09BF3-CE3D-42A2-A7A1-ADF8A351304C}" srcOrd="0" destOrd="0" presId="urn:microsoft.com/office/officeart/2018/2/layout/IconVerticalSolidList"/>
    <dgm:cxn modelId="{7D14E07C-BC45-4742-844B-B0F5098215D5}" type="presParOf" srcId="{B245AE0E-5032-4EC4-A872-73AA64F6A95F}" destId="{650806C6-1E16-4458-979F-A1C3EB8316E3}" srcOrd="1" destOrd="0" presId="urn:microsoft.com/office/officeart/2018/2/layout/IconVerticalSolidList"/>
    <dgm:cxn modelId="{1278E047-9324-4230-85BF-CA3E3B9E52A7}" type="presParOf" srcId="{B245AE0E-5032-4EC4-A872-73AA64F6A95F}" destId="{AAD9E254-482E-4582-AAB4-0245765FCE8B}" srcOrd="2" destOrd="0" presId="urn:microsoft.com/office/officeart/2018/2/layout/IconVerticalSolidList"/>
    <dgm:cxn modelId="{11F557D9-BE73-479E-9E7B-872AD61B1CED}" type="presParOf" srcId="{B245AE0E-5032-4EC4-A872-73AA64F6A95F}" destId="{EF573864-89C4-45D7-ACC9-0A864DE6A7D0}" srcOrd="3" destOrd="0" presId="urn:microsoft.com/office/officeart/2018/2/layout/IconVerticalSolidList"/>
    <dgm:cxn modelId="{E108339E-B579-46D2-9F24-866E3146D8C6}" type="presParOf" srcId="{77159211-433A-4A0C-AE89-1CB818133DCE}" destId="{961F959F-B948-4236-9E9D-A7A69653E06B}" srcOrd="1" destOrd="0" presId="urn:microsoft.com/office/officeart/2018/2/layout/IconVerticalSolidList"/>
    <dgm:cxn modelId="{EA8F4953-BF8A-470B-93A8-35667E0EDE20}" type="presParOf" srcId="{77159211-433A-4A0C-AE89-1CB818133DCE}" destId="{AC5B44CB-A18A-43E6-BDA2-43918A129AF7}" srcOrd="2" destOrd="0" presId="urn:microsoft.com/office/officeart/2018/2/layout/IconVerticalSolidList"/>
    <dgm:cxn modelId="{FF9D72A2-F760-48EA-AFC4-DE88ED94534B}" type="presParOf" srcId="{AC5B44CB-A18A-43E6-BDA2-43918A129AF7}" destId="{D1A6F5DB-2F25-4735-904E-D2C80DE2E5C6}" srcOrd="0" destOrd="0" presId="urn:microsoft.com/office/officeart/2018/2/layout/IconVerticalSolidList"/>
    <dgm:cxn modelId="{65D233A3-E83B-4DE7-9C4C-2E8B08740E5C}" type="presParOf" srcId="{AC5B44CB-A18A-43E6-BDA2-43918A129AF7}" destId="{521F5272-0E81-4F0C-AD2E-F381212F10ED}" srcOrd="1" destOrd="0" presId="urn:microsoft.com/office/officeart/2018/2/layout/IconVerticalSolidList"/>
    <dgm:cxn modelId="{A5C3C824-E9A3-41DB-AFF2-05C111600A88}" type="presParOf" srcId="{AC5B44CB-A18A-43E6-BDA2-43918A129AF7}" destId="{0EC8279E-CF40-4EE4-B218-BFC4B3A5A784}" srcOrd="2" destOrd="0" presId="urn:microsoft.com/office/officeart/2018/2/layout/IconVerticalSolidList"/>
    <dgm:cxn modelId="{C1AC8352-6382-46EF-8405-F97CC8FB9273}" type="presParOf" srcId="{AC5B44CB-A18A-43E6-BDA2-43918A129AF7}" destId="{AD48FB89-0877-477F-8AB5-2A9194D7FA6E}" srcOrd="3" destOrd="0" presId="urn:microsoft.com/office/officeart/2018/2/layout/IconVerticalSolidList"/>
    <dgm:cxn modelId="{FFBE30E3-6E8A-464A-B166-BFAFBC6C4FDE}" type="presParOf" srcId="{77159211-433A-4A0C-AE89-1CB818133DCE}" destId="{E7404291-25C5-471E-8F3C-58845FAA73D4}" srcOrd="3" destOrd="0" presId="urn:microsoft.com/office/officeart/2018/2/layout/IconVerticalSolidList"/>
    <dgm:cxn modelId="{2E331A65-D1DA-47FF-97E2-AA49750E89EE}" type="presParOf" srcId="{77159211-433A-4A0C-AE89-1CB818133DCE}" destId="{AF30C2F8-DF9D-4C7D-96AE-0A71997DF6FD}" srcOrd="4" destOrd="0" presId="urn:microsoft.com/office/officeart/2018/2/layout/IconVerticalSolidList"/>
    <dgm:cxn modelId="{1F90A804-0596-475B-9827-312AD8532251}" type="presParOf" srcId="{AF30C2F8-DF9D-4C7D-96AE-0A71997DF6FD}" destId="{ECABF983-B602-4065-91A2-9EE3CD89FE27}" srcOrd="0" destOrd="0" presId="urn:microsoft.com/office/officeart/2018/2/layout/IconVerticalSolidList"/>
    <dgm:cxn modelId="{BFEE0DDE-1C59-4680-B81B-4C75EC872E00}" type="presParOf" srcId="{AF30C2F8-DF9D-4C7D-96AE-0A71997DF6FD}" destId="{76BAD337-15D9-44BB-82C5-3F2F091D8D03}" srcOrd="1" destOrd="0" presId="urn:microsoft.com/office/officeart/2018/2/layout/IconVerticalSolidList"/>
    <dgm:cxn modelId="{E60D85E3-8E22-4C0C-BAF0-B9BF7D3056E7}" type="presParOf" srcId="{AF30C2F8-DF9D-4C7D-96AE-0A71997DF6FD}" destId="{0DC78872-F50B-45FE-85CF-8FE4B2977360}" srcOrd="2" destOrd="0" presId="urn:microsoft.com/office/officeart/2018/2/layout/IconVerticalSolidList"/>
    <dgm:cxn modelId="{4386E1B4-899E-4A3B-9D37-DB290E1A4D96}" type="presParOf" srcId="{AF30C2F8-DF9D-4C7D-96AE-0A71997DF6FD}" destId="{D732AE18-C037-466D-81D4-26192A64107D}" srcOrd="3" destOrd="0" presId="urn:microsoft.com/office/officeart/2018/2/layout/IconVerticalSolidList"/>
    <dgm:cxn modelId="{F4F7AEEF-B3F4-4DED-9114-5CB51213A723}" type="presParOf" srcId="{77159211-433A-4A0C-AE89-1CB818133DCE}" destId="{925398D6-8DC0-4D7C-A720-E270E8563436}" srcOrd="5" destOrd="0" presId="urn:microsoft.com/office/officeart/2018/2/layout/IconVerticalSolidList"/>
    <dgm:cxn modelId="{60AEA1B8-0FDC-4BC4-9EDD-7CB8EDCCED07}" type="presParOf" srcId="{77159211-433A-4A0C-AE89-1CB818133DCE}" destId="{A92B47BC-6305-41BF-842D-40E6475CACB1}" srcOrd="6" destOrd="0" presId="urn:microsoft.com/office/officeart/2018/2/layout/IconVerticalSolidList"/>
    <dgm:cxn modelId="{18CA4513-7703-4D2A-8E4E-DC30ACF8D3CF}" type="presParOf" srcId="{A92B47BC-6305-41BF-842D-40E6475CACB1}" destId="{3190F97B-CB72-47C2-87EC-247FAFF65DF4}" srcOrd="0" destOrd="0" presId="urn:microsoft.com/office/officeart/2018/2/layout/IconVerticalSolidList"/>
    <dgm:cxn modelId="{0CD29963-84E7-40C9-B307-AA52AA9AB1E6}" type="presParOf" srcId="{A92B47BC-6305-41BF-842D-40E6475CACB1}" destId="{7A7D82D4-EDE3-42B8-ABA9-EE65E6DC7D09}" srcOrd="1" destOrd="0" presId="urn:microsoft.com/office/officeart/2018/2/layout/IconVerticalSolidList"/>
    <dgm:cxn modelId="{B6F17D91-23EA-44A6-8B04-2E66820D92FC}" type="presParOf" srcId="{A92B47BC-6305-41BF-842D-40E6475CACB1}" destId="{25EA3598-06FC-4FAE-96C0-71FE08340321}" srcOrd="2" destOrd="0" presId="urn:microsoft.com/office/officeart/2018/2/layout/IconVerticalSolidList"/>
    <dgm:cxn modelId="{636D3877-B40E-443D-82E4-29347687E63F}" type="presParOf" srcId="{A92B47BC-6305-41BF-842D-40E6475CACB1}" destId="{D26B15C1-6FF7-4813-8ED5-C6D80D558BA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547B0-7614-4CED-9046-F47E076CAC3A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A6BE3-6DF3-459D-B949-143FE7311F4B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CAA32-73A1-4D91-B22D-93C3B878F03C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 Elastic IP address is a static, public IPv4 address designed specifically for the dynamic nature of cloud computing.</a:t>
          </a:r>
        </a:p>
      </dsp:txBody>
      <dsp:txXfrm>
        <a:off x="1507738" y="707092"/>
        <a:ext cx="9007861" cy="1305401"/>
      </dsp:txXfrm>
    </dsp:sp>
    <dsp:sp modelId="{BE18782A-8735-4311-AB6A-A0C3EFEAE93F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D0F13-CF18-4C7F-A2FC-02DD8753323B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7133A-D4B8-4FB3-A0D7-8BEB199C6577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One of the primary advantages of Elastic IP addresses is their ability to mask the failure of an instance</a:t>
          </a:r>
        </a:p>
      </dsp:txBody>
      <dsp:txXfrm>
        <a:off x="1507738" y="2338844"/>
        <a:ext cx="9007861" cy="13054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1B04E-7676-47AF-90F7-A141CDC90085}">
      <dsp:nvSpPr>
        <dsp:cNvPr id="0" name=""/>
        <dsp:cNvSpPr/>
      </dsp:nvSpPr>
      <dsp:spPr>
        <a:xfrm>
          <a:off x="848" y="742826"/>
          <a:ext cx="3308449" cy="198506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An Elastic IP address can be associated with a single instance or network interface at a time.</a:t>
          </a:r>
        </a:p>
      </dsp:txBody>
      <dsp:txXfrm>
        <a:off x="848" y="742826"/>
        <a:ext cx="3308449" cy="1985069"/>
      </dsp:txXfrm>
    </dsp:sp>
    <dsp:sp modelId="{D9FCAD7B-1C92-413A-BF25-497F4D304DD9}">
      <dsp:nvSpPr>
        <dsp:cNvPr id="0" name=""/>
        <dsp:cNvSpPr/>
      </dsp:nvSpPr>
      <dsp:spPr>
        <a:xfrm>
          <a:off x="3640142" y="742826"/>
          <a:ext cx="3308449" cy="198506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Current IP released on association of Elastic IP.</a:t>
          </a:r>
        </a:p>
      </dsp:txBody>
      <dsp:txXfrm>
        <a:off x="3640142" y="742826"/>
        <a:ext cx="3308449" cy="1985069"/>
      </dsp:txXfrm>
    </dsp:sp>
    <dsp:sp modelId="{56364503-AC6D-43F3-A7A1-FB90E9F9291E}">
      <dsp:nvSpPr>
        <dsp:cNvPr id="0" name=""/>
        <dsp:cNvSpPr/>
      </dsp:nvSpPr>
      <dsp:spPr>
        <a:xfrm>
          <a:off x="848" y="3058740"/>
          <a:ext cx="3308449" cy="198506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You're limited to five Elastic IP addresses</a:t>
          </a:r>
        </a:p>
      </dsp:txBody>
      <dsp:txXfrm>
        <a:off x="848" y="3058740"/>
        <a:ext cx="3308449" cy="1985069"/>
      </dsp:txXfrm>
    </dsp:sp>
    <dsp:sp modelId="{94CE74C1-97FD-4557-A81C-BE851D07B69F}">
      <dsp:nvSpPr>
        <dsp:cNvPr id="0" name=""/>
        <dsp:cNvSpPr/>
      </dsp:nvSpPr>
      <dsp:spPr>
        <a:xfrm>
          <a:off x="3640142" y="3058740"/>
          <a:ext cx="3308449" cy="198506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Static IP will be accessible from internet. </a:t>
          </a:r>
        </a:p>
      </dsp:txBody>
      <dsp:txXfrm>
        <a:off x="3640142" y="3058740"/>
        <a:ext cx="3308449" cy="19850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09BF3-CE3D-42A2-A7A1-ADF8A351304C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0806C6-1E16-4458-979F-A1C3EB8316E3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73864-89C4-45D7-ACC9-0A864DE6A7D0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Allocate an Elastic IP address</a:t>
          </a:r>
        </a:p>
      </dsp:txBody>
      <dsp:txXfrm>
        <a:off x="1405898" y="2401"/>
        <a:ext cx="5543541" cy="1217228"/>
      </dsp:txXfrm>
    </dsp:sp>
    <dsp:sp modelId="{D1A6F5DB-2F25-4735-904E-D2C80DE2E5C6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F5272-0E81-4F0C-AD2E-F381212F10ED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8FB89-0877-477F-8AB5-2A9194D7FA6E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Associate an Elastic IP address</a:t>
          </a:r>
        </a:p>
      </dsp:txBody>
      <dsp:txXfrm>
        <a:off x="1405898" y="1523937"/>
        <a:ext cx="5543541" cy="1217228"/>
      </dsp:txXfrm>
    </dsp:sp>
    <dsp:sp modelId="{ECABF983-B602-4065-91A2-9EE3CD89FE27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BAD337-15D9-44BB-82C5-3F2F091D8D03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32AE18-C037-466D-81D4-26192A64107D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Disassociate an Elastic IP address</a:t>
          </a:r>
        </a:p>
      </dsp:txBody>
      <dsp:txXfrm>
        <a:off x="1405898" y="3045472"/>
        <a:ext cx="5543541" cy="1217228"/>
      </dsp:txXfrm>
    </dsp:sp>
    <dsp:sp modelId="{3190F97B-CB72-47C2-87EC-247FAFF65DF4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7D82D4-EDE3-42B8-ABA9-EE65E6DC7D09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B15C1-6FF7-4813-8ED5-C6D80D558BAE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Release an Elastic IP address</a:t>
          </a:r>
        </a:p>
      </dsp:txBody>
      <dsp:txXfrm>
        <a:off x="1405898" y="4567007"/>
        <a:ext cx="5543541" cy="1217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165BF-BF16-4186-899B-6D383077617D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8C98F-4A54-499A-8231-D78BF1ED3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867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9E60-9B30-B95C-2FC6-E6D007F3C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AD357-EEA2-CD5D-BA13-FBBE1628C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58FFF-FFA0-0A58-0B83-9A65E570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9AC0E-F77F-6139-0A0A-0C4A191C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84C04-9589-D782-3046-3BBF2D23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425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2BE5-5237-D286-17D2-2E6773F05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3D220-6F81-3397-8439-BD5FA7AD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14402-E6C8-B37E-F4A7-8F55A1AD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A1D2-2F76-CC1D-5963-20CAC2C4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13B14-5CC8-704A-190B-785A3662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68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FF85-1597-7E04-1456-4553DF46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97F9E-6E8D-AEBB-F6D6-99811CFC8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19589-028A-D9DD-BF19-C11DDBF71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C493D-F827-91D5-5A02-2C9DAC0F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B16D7-0627-D632-5013-47AA18B5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2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7BC9-BD29-9A42-9875-F2DB2B6B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7DA8E-7702-7869-F8AA-9A1B63775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AE280-4FA5-8D51-B1A4-9761D6D21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58676-9DF2-74CE-1CC8-CAFD77EF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7100B-B520-380D-FD2A-EEF8EAA4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867B4-AA14-9DDA-BFD9-5ABC7201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474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F765-52B1-BB54-08EC-827AF171F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BE0ED-5B59-5FD1-667A-E579FF694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6FD83-D10A-F521-76D7-9A34E2CF2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2347C-6118-908F-5EA1-5FC7D20396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827EB-3F00-0D8B-FA9D-1ACD80755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A47C9-90CF-6993-110C-BF684F7C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68A09-61F7-8B0A-042C-F2F82108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4C227-B90B-F207-2BC5-E28D390D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1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325F-8C01-22ED-EC7B-976127DC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6C2C6B-81AE-A897-1EC7-35474F4CB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92F58-D64F-19DB-106E-7FDAD9F1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406F0-98C3-AF8D-0D2C-CF5E6104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09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E89C3-8677-1576-CE2E-3359A42C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1A6DC7-BA10-D5C7-64F8-41E69A5B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2C395-3F36-F335-369F-C4344BBD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47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08CD-1652-3216-AD49-42A640905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6B871-1B84-7FA7-42E7-624D68C41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33525-289A-9A3E-608F-90D04A287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72D3C-68AE-BD71-A853-97259B6DE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C8090-1613-3336-0427-A6AFD1F4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57F39-D0BF-53DA-FC78-31BB8B07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40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139DD-E350-4471-5293-5B7DD6F90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B0D2B1-0195-D733-A01F-626CAA824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92F6F-F35F-1A0B-80C9-6EC0CC85C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A12F4-7935-FC13-FA66-FC1531C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C9560-2003-6AD8-51DD-42A7BD69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B816D-E559-3579-76FD-A17524B2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363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CF08-8EC3-7187-FC00-4CB59AC9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75315-8345-1607-D9FA-16D6E6A0D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E6081-3FCE-F8FD-5C3D-0B67E9FB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336B1-60B5-FD45-821E-33125934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5CA1F-84C1-8DBB-CF1A-C94764F8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72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7E0B9-CE9B-C5C6-32A2-DA6AAA0A7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F59EF-0BE1-61CB-7EA4-19E31D2F7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F4897-2684-3BD6-9D8B-AF144FD9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14353-B37F-C69E-74E3-00EA1798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5D11A-90BC-9451-2C5B-6369C715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64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7719C-1AFB-A366-6968-7783BEE0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F2915-F1F2-B5F7-B5E3-7AC944DC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7798C-58DA-58EA-DC74-45A894BBE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4BA37-D17D-4929-A89D-C80C7979FE4B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78FF2-36D3-B33C-4EEC-2954251C8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C021D-DF64-26FE-40AC-9C96D979B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B1416-F460-44D8-9B43-47E529998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53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A13B0-4883-9A3C-93DB-40974D6D6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Elastic IP</a:t>
            </a: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5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BC493-1605-3CC6-529D-55C0ECDF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03504"/>
            <a:ext cx="5577902" cy="1527048"/>
          </a:xfrm>
        </p:spPr>
        <p:txBody>
          <a:bodyPr anchor="b">
            <a:normAutofit/>
          </a:bodyPr>
          <a:lstStyle/>
          <a:p>
            <a:pPr algn="ctr"/>
            <a:r>
              <a:rPr lang="en-US" sz="4800" dirty="0"/>
              <a:t>Agenda</a:t>
            </a:r>
            <a:endParaRPr lang="en-IN" sz="4800" dirty="0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51C0DC50-21B6-51E2-DE18-32D8B83D4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1102440"/>
            <a:ext cx="4681506" cy="468150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26B04FE-1F63-18AB-5EEA-7FBC247D9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802" y="2212848"/>
            <a:ext cx="5577902" cy="4096512"/>
          </a:xfrm>
        </p:spPr>
        <p:txBody>
          <a:bodyPr>
            <a:normAutofit/>
          </a:bodyPr>
          <a:lstStyle/>
          <a:p>
            <a:r>
              <a:rPr lang="en-US" sz="1800" dirty="0"/>
              <a:t>What is Elastic IP</a:t>
            </a:r>
          </a:p>
          <a:p>
            <a:r>
              <a:rPr lang="en-US" sz="1800" dirty="0"/>
              <a:t>Elastic IP Addresses Concepts and Rules</a:t>
            </a:r>
          </a:p>
        </p:txBody>
      </p:sp>
    </p:spTree>
    <p:extLst>
      <p:ext uri="{BB962C8B-B14F-4D97-AF65-F5344CB8AC3E}">
        <p14:creationId xmlns:p14="http://schemas.microsoft.com/office/powerpoint/2010/main" val="2278156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CA83-F38C-81FA-E551-920ED534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Elastic IP</a:t>
            </a:r>
            <a:endParaRPr lang="en-IN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8F3E1C-281A-A5A7-0112-3DD5467CB9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538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A26C8-FBD1-4A69-4F49-E80C0CC9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r>
              <a:rPr lang="en-US" dirty="0"/>
              <a:t>Elastic IP address concepts and rules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C90883-6171-75B7-80A5-75AC78E95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317360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158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4D588-6E34-27D7-D6E9-9832DA8EF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Steps to use elastic IP</a:t>
            </a:r>
            <a:endParaRPr lang="en-IN" sz="4000" dirty="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3B8B757-38DE-E07F-0EA0-A5C89E43C6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66311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229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142</Words>
  <Application>Microsoft Office PowerPoint</Application>
  <PresentationFormat>Widescreen</PresentationFormat>
  <Paragraphs>20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Elastic IP</vt:lpstr>
      <vt:lpstr>Agenda</vt:lpstr>
      <vt:lpstr>Elastic IP</vt:lpstr>
      <vt:lpstr>  Elastic IP address concepts and rules</vt:lpstr>
      <vt:lpstr>Steps to use elastic IP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18</cp:revision>
  <dcterms:created xsi:type="dcterms:W3CDTF">2025-07-03T06:40:59Z</dcterms:created>
  <dcterms:modified xsi:type="dcterms:W3CDTF">2025-10-19T05:33:23Z</dcterms:modified>
</cp:coreProperties>
</file>