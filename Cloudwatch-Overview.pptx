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F05FD3-049F-4212-914B-9F42CDCF31B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1EB7B2-0A5F-4B0E-A3C6-F97D0B094C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998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94F75-3C04-4D6F-8FC7-46B127EF7C2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749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3D5B2-73C8-9DAC-9235-98C13E60E7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2098B8-9813-50DE-AE9C-1CD60518F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D7F78-AC43-3288-44F2-DBE4F46CA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845F9-61D0-474C-9325-3FC603CE2D55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05278-5F0F-C9E1-96AC-B9681538C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6C83D-4EA0-44FF-9C1E-C69A93F24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F445-59C9-48B6-8925-544C53986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256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E1AAE-4DC6-C565-4C03-3D791172A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B10AB-7E68-89D8-D8BA-64300427A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E3A4C-4B6F-BAAA-C14C-758A73FC5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845F9-61D0-474C-9325-3FC603CE2D55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9EEBD-2DC5-37C7-7658-85E0924B2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0BD7C-F029-834F-8391-9667EA1E7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F445-59C9-48B6-8925-544C53986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927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7507D-50FB-6AAF-6375-0A574DB0A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C8B54-8B1A-48A9-C8F4-97DFD7C31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589CC-E32C-0A94-E9D3-055402994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845F9-61D0-474C-9325-3FC603CE2D55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AA048-9C08-2AE9-E2D0-BB3480BC5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FBB01-C89A-246D-3950-E279048FE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F445-59C9-48B6-8925-544C53986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424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FE002-E464-AF15-2CC2-B3673933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ECFCA-9F8E-7B53-E357-402C79768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027F0E-331E-9A17-53FC-332D0C0AB7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7959D-C569-4630-AEB8-10A60C146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845F9-61D0-474C-9325-3FC603CE2D55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207E3-7198-5004-2204-C5B54EE6F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27486E-2F71-FB09-F5BC-A48804848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F445-59C9-48B6-8925-544C53986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279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D2E01-9F90-BE38-2805-8EC71BD8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18E04-41B3-E9E2-74A0-69835A605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19E418-B427-731A-0587-FB880403D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E0DABF-FC27-5449-9A0E-CD1C4207B3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2CE596-150C-169E-BE3F-4D08BC1019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BE1C15-558F-9338-A75F-722F2B74C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845F9-61D0-474C-9325-3FC603CE2D55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75022D-0F2E-F4BB-53D8-1532DACAF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0A6997-DDAD-E24A-0759-BE82E1EE6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F445-59C9-48B6-8925-544C53986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15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BA62C-FB11-1114-490D-C7DA46792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588CA-01E1-E958-B489-958BBE69E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845F9-61D0-474C-9325-3FC603CE2D55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10F5B0-8AFB-123E-0FEB-67A18CBAC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803D13-DE5B-12C1-6ABC-286B12B1D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F445-59C9-48B6-8925-544C53986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452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7129FE-B293-DA03-C302-C1F1D9892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845F9-61D0-474C-9325-3FC603CE2D55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93E74-B706-A379-673C-74F5097A5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4ADE1-E0E7-9B4A-10AE-CAA0B68D1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F445-59C9-48B6-8925-544C53986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927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939EB-4D2F-0448-1B3A-C73985DA6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71FBD-66E5-7E6F-3835-B1D92558C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3CA464-4213-A014-7CEE-214847C2E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B7575-7FBC-7F32-FE76-D1A95D929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845F9-61D0-474C-9325-3FC603CE2D55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E9C3C-E32C-7E27-669F-44B972DA2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00E549-AB08-418A-38DB-6F2EBC25A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F445-59C9-48B6-8925-544C53986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394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C08FE-1160-82C2-A424-CE529B327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011D1C-013A-209D-A11D-8C0C43DF5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072311-E87A-473B-5E75-909F518E9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8A9C8C-F56C-18E3-DA41-BD3916C4C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845F9-61D0-474C-9325-3FC603CE2D55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DE86B-3135-60FE-357E-3D23FBAC3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21D31-FFD4-A9E4-B6CE-9E3CFD93A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F445-59C9-48B6-8925-544C53986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975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08C9B-48E1-CA28-1A5B-D24DCE486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E3449D-23FE-4D11-188C-C9B79EF4C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29CE6-B320-8DFA-9B65-6B615C3F3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845F9-61D0-474C-9325-3FC603CE2D55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2E718-18C5-83AA-040E-2D6906768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E102D-372F-2E7A-7962-285BC1965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F445-59C9-48B6-8925-544C53986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95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5E9337-B1D9-6B2F-CF4F-12BDF562B5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589867-6475-958C-E1F4-06973E490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FC007-982C-E42C-37BA-1190333A4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845F9-61D0-474C-9325-3FC603CE2D55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C6ABD-D8B7-E51A-D244-D4D109CA8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E4A6B-AEA5-C5E9-E599-9E30FF12F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F445-59C9-48B6-8925-544C53986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921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7370B2-3E01-1323-E0BC-D93303F78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8BCED-C523-B905-1E12-A2F4E7295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44ADB-4E0B-5D54-E5F0-E8B630841D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C845F9-61D0-474C-9325-3FC603CE2D55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9F55D-C8AE-4C77-9801-61ECB4DDBB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08FAF-420C-7C03-B2CC-BE14899B7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93F445-59C9-48B6-8925-544C53986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026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8C4B5B-A37A-EFD8-DD95-3FBE305190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4988" y="1442172"/>
            <a:ext cx="8582025" cy="2177328"/>
          </a:xfrm>
        </p:spPr>
        <p:txBody>
          <a:bodyPr anchor="ctr">
            <a:normAutofit/>
          </a:bodyPr>
          <a:lstStyle/>
          <a:p>
            <a:r>
              <a:rPr lang="en-IN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Amazon CloudWatch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920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D7DF7-65EE-987F-D448-6A08E853B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Amazon CloudWatch?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E77A4E-5E7C-70BD-CF42-BCA6A4E414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5568" y="2481943"/>
            <a:ext cx="10168128" cy="36950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Amazon CloudWatch is a monitoring and observability service for AWS resources and applications.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Collects and tracks metrics, logs, and events in real-time.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you analyze performance, detect issues, and respond automatically.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AWS services, custom metrics, and on-prem systems.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b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Monitor EC2 CPU </a:t>
            </a:r>
            <a:r>
              <a:rPr lang="fr-F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utilization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RDS connections, Lambda duration, etc.</a:t>
            </a:r>
            <a:endParaRPr kumimoji="0" lang="en-US" altLang="en-US" sz="200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760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AE7460-5084-0F23-D548-18C74A0A8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CloudWatch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56FF8A-E9FD-167B-7D03-2B7A379081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5568" y="2481943"/>
            <a:ext cx="10168128" cy="36950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Gain visibility into your AWS environment.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 performance bottlenecks early.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Trigger automated actions using alarms.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Visualize metrics using dashboards.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Centralized log collection and analysis.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Integrates with AWS services for event-driven automation.</a:t>
            </a:r>
          </a:p>
        </p:txBody>
      </p:sp>
    </p:spTree>
    <p:extLst>
      <p:ext uri="{BB962C8B-B14F-4D97-AF65-F5344CB8AC3E}">
        <p14:creationId xmlns:p14="http://schemas.microsoft.com/office/powerpoint/2010/main" val="2754395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CD9DD3-980C-9FCC-7D88-BFD0351C1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Components of CloudWatch</a:t>
            </a:r>
            <a:endParaRPr lang="en-IN" sz="4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8A512D-F480-05F2-4E96-B3189319FB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5568" y="2481943"/>
            <a:ext cx="10168128" cy="36950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Metrics – Numeric data points (e.g., CPUUtilization).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Alarms – Watch metrics and trigger actions when thresholds are crossed.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Logs – Store, monitor, and analyze log data.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Events / Rules (EventBridge) – Respond to system changes in real time.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Dashboards – Custom visualizations of metrics.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Contributor Insights – Analyze high-cardinality log data.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ServiceLens – Visualize application performance (integrates with X-Ray).</a:t>
            </a:r>
          </a:p>
        </p:txBody>
      </p:sp>
    </p:spTree>
    <p:extLst>
      <p:ext uri="{BB962C8B-B14F-4D97-AF65-F5344CB8AC3E}">
        <p14:creationId xmlns:p14="http://schemas.microsoft.com/office/powerpoint/2010/main" val="3409653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CA112B-547D-FA49-2C30-8EB5BC35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CloudWatch Metrics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445DDF7-F1E7-5CBD-5DA9-AB5D63B0E0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5568" y="2481943"/>
            <a:ext cx="10168128" cy="36950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Metrics: Quantitative measures reported by AWS resources.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Collected at 1-minute or 5-minute intervals (1-second for high-res).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metric has: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Namespace (e.g., AWS/EC2)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Metric name (e.g.,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CPUUtilization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 (e.g.,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InstanceId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can also create Custom Metrics for your own applications.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</a:t>
            </a:r>
          </a:p>
          <a:p>
            <a:pPr lvl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EC2 →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CPUUtilization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NetworkIn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RDS →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FreeStorageSpace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Lambda → Duration, Errors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669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CB836D-7FB4-3113-9698-E2F7DFD27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CloudWatch Alarms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C19CB-4167-EFBD-7EDB-9F8FE4CDB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Title: Monitoring with CloudWatch Alarms</a:t>
            </a:r>
            <a:b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Content: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Alarms monitor metrics over a specified time period.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Threshold-based: Triggered when metric crosses set limit.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States: OK, ALARM, INSUFFICIENT_DATA.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send notifications, trigger Auto Scaling, or invoke Lambda.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If EC2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CPUUtilization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&gt; 80% for 5 minutes → send SNS alert or add instance.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787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4347ED-6394-34C1-055B-B0009C62E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CloudWatch Logs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8CFA66B-4D2B-24E3-5FC8-0BF75ED0A8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5568" y="2481943"/>
            <a:ext cx="10168128" cy="36950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Collects and stores logs from: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EC2 instances (via CloudWatch Agent)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Lambda functions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Gateway, VPC Flow Logs, RDS, ECS, etc.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 Groups: Collections of log streams.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 Streams: Sequences of log events from a single source.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can set Metric Filters to extract data from logs.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Integrates with CloudWatch Insights for advanced log queries.</a:t>
            </a:r>
          </a:p>
        </p:txBody>
      </p:sp>
    </p:spTree>
    <p:extLst>
      <p:ext uri="{BB962C8B-B14F-4D97-AF65-F5344CB8AC3E}">
        <p14:creationId xmlns:p14="http://schemas.microsoft.com/office/powerpoint/2010/main" val="3810269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86F8AF-CAA6-0EE1-B1E1-758F0090D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CloudWatch Dashboards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4EF697-D2E1-AD35-C0C8-670C8E02CE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5568" y="2481943"/>
            <a:ext cx="10168128" cy="36950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custom dashboards to visualize multiple metrics in one place.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 metrics from different AWS accounts and regions.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Widgets: Line charts, number displays, text, etc.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Useful for operations teams to monitor system health.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Dashboard showing EC2 CPU, RDS connections, and S3 bucket size trends.</a:t>
            </a:r>
            <a:endParaRPr kumimoji="0" lang="en-US" altLang="en-US" sz="200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120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D54F68-D1E2-728D-7D41-BA6EA9507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CloudWatch Events (EventBridge)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B01F9-01ED-35E1-6D52-2AD7EF9D8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Delivers real-time event streams of changes in AWS resources.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can define rules to match events and trigger actions.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services: Lambda, SNS, SQS, Step Functions, etc.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b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EC2 instance state changes → Trigger Lambda → Send notification to admin.</a:t>
            </a:r>
          </a:p>
          <a:p>
            <a:endParaRPr lang="en-IN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576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7E837-43AE-27E4-8A13-1567E9A2D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98018"/>
            <a:ext cx="3981854" cy="2216513"/>
          </a:xfrm>
        </p:spPr>
        <p:txBody>
          <a:bodyPr>
            <a:normAutofit/>
          </a:bodyPr>
          <a:lstStyle/>
          <a:p>
            <a:r>
              <a:rPr lang="en-US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9D02F-E4EF-457E-F87A-D88C90B43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106" y="2320744"/>
            <a:ext cx="6382966" cy="22165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Explore my other </a:t>
            </a:r>
            <a:r>
              <a:rPr lang="en-US" b="1" dirty="0"/>
              <a:t>Cloud Computing Playlists</a:t>
            </a:r>
            <a:r>
              <a:rPr lang="en-US" dirty="0"/>
              <a:t> for more learning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701CDA-07AF-C32D-549F-4818E1C95BBB}"/>
              </a:ext>
            </a:extLst>
          </p:cNvPr>
          <p:cNvSpPr/>
          <p:nvPr/>
        </p:nvSpPr>
        <p:spPr>
          <a:xfrm>
            <a:off x="6" y="6347637"/>
            <a:ext cx="12191994" cy="49821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2BE5594-B791-6E6D-5081-DB7AA0AA1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521" y="6413900"/>
            <a:ext cx="2298764" cy="35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401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543</Words>
  <Application>Microsoft Office PowerPoint</Application>
  <PresentationFormat>Widescreen</PresentationFormat>
  <Paragraphs>68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Introduction to Amazon CloudWatch</vt:lpstr>
      <vt:lpstr>What is Amazon CloudWatch?</vt:lpstr>
      <vt:lpstr>Why CloudWatch</vt:lpstr>
      <vt:lpstr>Core Components of CloudWatch</vt:lpstr>
      <vt:lpstr>CloudWatch Metrics</vt:lpstr>
      <vt:lpstr>CloudWatch Alarms</vt:lpstr>
      <vt:lpstr>CloudWatch Logs</vt:lpstr>
      <vt:lpstr>CloudWatch Dashboards</vt:lpstr>
      <vt:lpstr>CloudWatch Events (EventBridge)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Behal</dc:creator>
  <cp:lastModifiedBy>Ritesh Behal</cp:lastModifiedBy>
  <cp:revision>26</cp:revision>
  <dcterms:created xsi:type="dcterms:W3CDTF">2025-10-19T15:44:11Z</dcterms:created>
  <dcterms:modified xsi:type="dcterms:W3CDTF">2025-10-19T15:52:08Z</dcterms:modified>
</cp:coreProperties>
</file>