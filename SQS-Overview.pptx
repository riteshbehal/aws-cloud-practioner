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B766EC-AB73-4D11-ACC0-0881469AC28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ECA9BCB-C7FD-4E5E-AE10-42735FABC787}">
      <dgm:prSet custT="1"/>
      <dgm:spPr/>
      <dgm:t>
        <a:bodyPr/>
        <a:lstStyle/>
        <a:p>
          <a:r>
            <a:rPr lang="en-US" sz="18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Amazon </a:t>
          </a:r>
          <a:r>
            <a:rPr lang="en-US" sz="1800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Simple Queue Service (SQS)</a:t>
          </a:r>
          <a:r>
            <a:rPr lang="en-US" sz="18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is a </a:t>
          </a:r>
          <a:r>
            <a:rPr lang="en-US" sz="1800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fully managed message queuing service</a:t>
          </a:r>
          <a:r>
            <a:rPr lang="en-US" sz="18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by AWS.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F660420-BAF1-4DB9-BFA3-7BBA3C21EB53}" type="parTrans" cxnId="{8104A31F-DF26-489B-9C0D-5132B0847BC5}">
      <dgm:prSet/>
      <dgm:spPr/>
      <dgm:t>
        <a:bodyPr/>
        <a:lstStyle/>
        <a:p>
          <a:endParaRPr lang="en-US"/>
        </a:p>
      </dgm:t>
    </dgm:pt>
    <dgm:pt modelId="{55DB7284-8861-4244-970A-74F41BF1A64A}" type="sibTrans" cxnId="{8104A31F-DF26-489B-9C0D-5132B0847BC5}">
      <dgm:prSet/>
      <dgm:spPr/>
      <dgm:t>
        <a:bodyPr/>
        <a:lstStyle/>
        <a:p>
          <a:endParaRPr lang="en-US"/>
        </a:p>
      </dgm:t>
    </dgm:pt>
    <dgm:pt modelId="{7D6EF4B2-8F65-43C1-8BA2-C8B81AF8AD41}">
      <dgm:prSet custT="1"/>
      <dgm:spPr/>
      <dgm:t>
        <a:bodyPr/>
        <a:lstStyle/>
        <a:p>
          <a:r>
            <a:rPr lang="en-US" sz="18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It helps </a:t>
          </a:r>
          <a:r>
            <a:rPr lang="en-US" sz="1800" b="1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decouple and scale</a:t>
          </a:r>
          <a:r>
            <a:rPr lang="en-US" sz="18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microservices, distributed systems, and serverless applications.</a:t>
          </a:r>
          <a:endParaRPr lang="en-US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DAC38E2-D468-4288-AF68-3456C2DD2975}" type="parTrans" cxnId="{60E17BE8-723D-4F05-B4B2-76271BA2535C}">
      <dgm:prSet/>
      <dgm:spPr/>
      <dgm:t>
        <a:bodyPr/>
        <a:lstStyle/>
        <a:p>
          <a:endParaRPr lang="en-US"/>
        </a:p>
      </dgm:t>
    </dgm:pt>
    <dgm:pt modelId="{7AEE84E4-8156-4624-98F6-9BE3252596DF}" type="sibTrans" cxnId="{60E17BE8-723D-4F05-B4B2-76271BA2535C}">
      <dgm:prSet/>
      <dgm:spPr/>
      <dgm:t>
        <a:bodyPr/>
        <a:lstStyle/>
        <a:p>
          <a:endParaRPr lang="en-US"/>
        </a:p>
      </dgm:t>
    </dgm:pt>
    <dgm:pt modelId="{77BB593D-9D77-40BA-9FFB-69FE76104B87}">
      <dgm:prSet custT="1"/>
      <dgm:spPr/>
      <dgm:t>
        <a:bodyPr/>
        <a:lstStyle/>
        <a:p>
          <a:r>
            <a:rPr lang="en-US" sz="18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Enables asynchronous communication between application components.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815D20B-F059-4CA8-96FA-1326E04CA7BD}" type="parTrans" cxnId="{9B03FFD6-E5E1-4879-8343-542A2C15A5C5}">
      <dgm:prSet/>
      <dgm:spPr/>
      <dgm:t>
        <a:bodyPr/>
        <a:lstStyle/>
        <a:p>
          <a:endParaRPr lang="en-US"/>
        </a:p>
      </dgm:t>
    </dgm:pt>
    <dgm:pt modelId="{2E425F96-6DD9-4C0E-A6CC-0C81785549E5}" type="sibTrans" cxnId="{9B03FFD6-E5E1-4879-8343-542A2C15A5C5}">
      <dgm:prSet/>
      <dgm:spPr/>
      <dgm:t>
        <a:bodyPr/>
        <a:lstStyle/>
        <a:p>
          <a:endParaRPr lang="en-US"/>
        </a:p>
      </dgm:t>
    </dgm:pt>
    <dgm:pt modelId="{2AEE4D64-44DE-4C6D-9CD0-6F4C0EF04417}">
      <dgm:prSet custT="1"/>
      <dgm:spPr/>
      <dgm:t>
        <a:bodyPr/>
        <a:lstStyle/>
        <a:p>
          <a:r>
            <a:rPr lang="en-US" sz="18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Eliminates the need for your own message broker setup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21AF821-E4A6-4C5E-9398-3BC1F074E076}" type="parTrans" cxnId="{2F5D829A-7DF0-4087-88BE-A72D6B44CA97}">
      <dgm:prSet/>
      <dgm:spPr/>
      <dgm:t>
        <a:bodyPr/>
        <a:lstStyle/>
        <a:p>
          <a:endParaRPr lang="en-US"/>
        </a:p>
      </dgm:t>
    </dgm:pt>
    <dgm:pt modelId="{432F6B62-DF91-4292-A7FD-37300175BB72}" type="sibTrans" cxnId="{2F5D829A-7DF0-4087-88BE-A72D6B44CA97}">
      <dgm:prSet/>
      <dgm:spPr/>
      <dgm:t>
        <a:bodyPr/>
        <a:lstStyle/>
        <a:p>
          <a:endParaRPr lang="en-US"/>
        </a:p>
      </dgm:t>
    </dgm:pt>
    <dgm:pt modelId="{AB6EEAD7-E86D-4108-A388-A12D6FEE724C}" type="pres">
      <dgm:prSet presAssocID="{A7B766EC-AB73-4D11-ACC0-0881469AC28E}" presName="root" presStyleCnt="0">
        <dgm:presLayoutVars>
          <dgm:dir/>
          <dgm:resizeHandles val="exact"/>
        </dgm:presLayoutVars>
      </dgm:prSet>
      <dgm:spPr/>
    </dgm:pt>
    <dgm:pt modelId="{20D779FA-7E1C-48BB-9F17-F1F050F8B7D0}" type="pres">
      <dgm:prSet presAssocID="{6ECA9BCB-C7FD-4E5E-AE10-42735FABC787}" presName="compNode" presStyleCnt="0"/>
      <dgm:spPr/>
    </dgm:pt>
    <dgm:pt modelId="{65D95AF7-9963-4540-8890-0D1044F458A7}" type="pres">
      <dgm:prSet presAssocID="{6ECA9BCB-C7FD-4E5E-AE10-42735FABC787}" presName="bgRect" presStyleLbl="bgShp" presStyleIdx="0" presStyleCnt="4"/>
      <dgm:spPr/>
    </dgm:pt>
    <dgm:pt modelId="{29995F48-C081-4B13-982C-0E66BF9CB628}" type="pres">
      <dgm:prSet presAssocID="{6ECA9BCB-C7FD-4E5E-AE10-42735FABC78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22D6476-51FF-4811-BBF6-C22AC5BD0E5F}" type="pres">
      <dgm:prSet presAssocID="{6ECA9BCB-C7FD-4E5E-AE10-42735FABC787}" presName="spaceRect" presStyleCnt="0"/>
      <dgm:spPr/>
    </dgm:pt>
    <dgm:pt modelId="{2DFB9F51-74C7-45A3-AB76-3ED413807A51}" type="pres">
      <dgm:prSet presAssocID="{6ECA9BCB-C7FD-4E5E-AE10-42735FABC787}" presName="parTx" presStyleLbl="revTx" presStyleIdx="0" presStyleCnt="4">
        <dgm:presLayoutVars>
          <dgm:chMax val="0"/>
          <dgm:chPref val="0"/>
        </dgm:presLayoutVars>
      </dgm:prSet>
      <dgm:spPr/>
    </dgm:pt>
    <dgm:pt modelId="{21317EC0-C96C-4D5B-8DB0-728469E98464}" type="pres">
      <dgm:prSet presAssocID="{55DB7284-8861-4244-970A-74F41BF1A64A}" presName="sibTrans" presStyleCnt="0"/>
      <dgm:spPr/>
    </dgm:pt>
    <dgm:pt modelId="{E71781D7-FDDC-4F8E-B30E-A562FFAAE778}" type="pres">
      <dgm:prSet presAssocID="{7D6EF4B2-8F65-43C1-8BA2-C8B81AF8AD41}" presName="compNode" presStyleCnt="0"/>
      <dgm:spPr/>
    </dgm:pt>
    <dgm:pt modelId="{C45506D6-8FB6-4B4B-B3A5-EE62916D25B5}" type="pres">
      <dgm:prSet presAssocID="{7D6EF4B2-8F65-43C1-8BA2-C8B81AF8AD41}" presName="bgRect" presStyleLbl="bgShp" presStyleIdx="1" presStyleCnt="4"/>
      <dgm:spPr/>
    </dgm:pt>
    <dgm:pt modelId="{C51815D6-BC6D-4BAA-AFBA-9D1049DCBC25}" type="pres">
      <dgm:prSet presAssocID="{7D6EF4B2-8F65-43C1-8BA2-C8B81AF8AD4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064EBC3-687D-495F-8CBB-F1A40BAEB312}" type="pres">
      <dgm:prSet presAssocID="{7D6EF4B2-8F65-43C1-8BA2-C8B81AF8AD41}" presName="spaceRect" presStyleCnt="0"/>
      <dgm:spPr/>
    </dgm:pt>
    <dgm:pt modelId="{0D99569C-1722-4175-9EB8-F7525C3E32F4}" type="pres">
      <dgm:prSet presAssocID="{7D6EF4B2-8F65-43C1-8BA2-C8B81AF8AD41}" presName="parTx" presStyleLbl="revTx" presStyleIdx="1" presStyleCnt="4">
        <dgm:presLayoutVars>
          <dgm:chMax val="0"/>
          <dgm:chPref val="0"/>
        </dgm:presLayoutVars>
      </dgm:prSet>
      <dgm:spPr/>
    </dgm:pt>
    <dgm:pt modelId="{BFBCAA2F-B0D5-4E0D-A075-FA6A663B71A3}" type="pres">
      <dgm:prSet presAssocID="{7AEE84E4-8156-4624-98F6-9BE3252596DF}" presName="sibTrans" presStyleCnt="0"/>
      <dgm:spPr/>
    </dgm:pt>
    <dgm:pt modelId="{BFD2DD78-916B-47FF-B015-B06AB6F44D3C}" type="pres">
      <dgm:prSet presAssocID="{77BB593D-9D77-40BA-9FFB-69FE76104B87}" presName="compNode" presStyleCnt="0"/>
      <dgm:spPr/>
    </dgm:pt>
    <dgm:pt modelId="{D0A5DFA8-BC91-4FBC-9730-FB6724809C85}" type="pres">
      <dgm:prSet presAssocID="{77BB593D-9D77-40BA-9FFB-69FE76104B87}" presName="bgRect" presStyleLbl="bgShp" presStyleIdx="2" presStyleCnt="4"/>
      <dgm:spPr/>
    </dgm:pt>
    <dgm:pt modelId="{BB9931FF-5F5A-4863-B702-A1F995914A07}" type="pres">
      <dgm:prSet presAssocID="{77BB593D-9D77-40BA-9FFB-69FE76104B8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A9B8FB2D-8EE0-4AD2-AFC1-47A4F00A29EA}" type="pres">
      <dgm:prSet presAssocID="{77BB593D-9D77-40BA-9FFB-69FE76104B87}" presName="spaceRect" presStyleCnt="0"/>
      <dgm:spPr/>
    </dgm:pt>
    <dgm:pt modelId="{3789E764-7294-4891-8B51-CBC0CBC6E568}" type="pres">
      <dgm:prSet presAssocID="{77BB593D-9D77-40BA-9FFB-69FE76104B87}" presName="parTx" presStyleLbl="revTx" presStyleIdx="2" presStyleCnt="4">
        <dgm:presLayoutVars>
          <dgm:chMax val="0"/>
          <dgm:chPref val="0"/>
        </dgm:presLayoutVars>
      </dgm:prSet>
      <dgm:spPr/>
    </dgm:pt>
    <dgm:pt modelId="{7FEAB732-2BE4-4604-A280-97B9870AF535}" type="pres">
      <dgm:prSet presAssocID="{2E425F96-6DD9-4C0E-A6CC-0C81785549E5}" presName="sibTrans" presStyleCnt="0"/>
      <dgm:spPr/>
    </dgm:pt>
    <dgm:pt modelId="{F938189C-42D7-41A4-A70B-C99C4B3457A0}" type="pres">
      <dgm:prSet presAssocID="{2AEE4D64-44DE-4C6D-9CD0-6F4C0EF04417}" presName="compNode" presStyleCnt="0"/>
      <dgm:spPr/>
    </dgm:pt>
    <dgm:pt modelId="{38577002-C9B5-437B-8008-4A79DA9A8431}" type="pres">
      <dgm:prSet presAssocID="{2AEE4D64-44DE-4C6D-9CD0-6F4C0EF04417}" presName="bgRect" presStyleLbl="bgShp" presStyleIdx="3" presStyleCnt="4"/>
      <dgm:spPr/>
    </dgm:pt>
    <dgm:pt modelId="{C024302D-B35B-4F88-A4CD-DFF419AFF08A}" type="pres">
      <dgm:prSet presAssocID="{2AEE4D64-44DE-4C6D-9CD0-6F4C0EF0441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054F8EC-1B99-4866-BF4E-2BBC3161D94E}" type="pres">
      <dgm:prSet presAssocID="{2AEE4D64-44DE-4C6D-9CD0-6F4C0EF04417}" presName="spaceRect" presStyleCnt="0"/>
      <dgm:spPr/>
    </dgm:pt>
    <dgm:pt modelId="{AB7A9F70-B75B-4497-A327-EF68FFD1E0C9}" type="pres">
      <dgm:prSet presAssocID="{2AEE4D64-44DE-4C6D-9CD0-6F4C0EF0441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ABC0506-EF2A-4796-8F56-E72929F20DFF}" type="presOf" srcId="{A7B766EC-AB73-4D11-ACC0-0881469AC28E}" destId="{AB6EEAD7-E86D-4108-A388-A12D6FEE724C}" srcOrd="0" destOrd="0" presId="urn:microsoft.com/office/officeart/2018/2/layout/IconVerticalSolidList"/>
    <dgm:cxn modelId="{1F2DC80A-CF28-48DD-B6CA-A66BC461B326}" type="presOf" srcId="{7D6EF4B2-8F65-43C1-8BA2-C8B81AF8AD41}" destId="{0D99569C-1722-4175-9EB8-F7525C3E32F4}" srcOrd="0" destOrd="0" presId="urn:microsoft.com/office/officeart/2018/2/layout/IconVerticalSolidList"/>
    <dgm:cxn modelId="{D260E71E-290E-4EE0-AAFC-136CF99B5869}" type="presOf" srcId="{6ECA9BCB-C7FD-4E5E-AE10-42735FABC787}" destId="{2DFB9F51-74C7-45A3-AB76-3ED413807A51}" srcOrd="0" destOrd="0" presId="urn:microsoft.com/office/officeart/2018/2/layout/IconVerticalSolidList"/>
    <dgm:cxn modelId="{8104A31F-DF26-489B-9C0D-5132B0847BC5}" srcId="{A7B766EC-AB73-4D11-ACC0-0881469AC28E}" destId="{6ECA9BCB-C7FD-4E5E-AE10-42735FABC787}" srcOrd="0" destOrd="0" parTransId="{CF660420-BAF1-4DB9-BFA3-7BBA3C21EB53}" sibTransId="{55DB7284-8861-4244-970A-74F41BF1A64A}"/>
    <dgm:cxn modelId="{1861638B-FF36-4F9B-AF9E-CCB045C44293}" type="presOf" srcId="{77BB593D-9D77-40BA-9FFB-69FE76104B87}" destId="{3789E764-7294-4891-8B51-CBC0CBC6E568}" srcOrd="0" destOrd="0" presId="urn:microsoft.com/office/officeart/2018/2/layout/IconVerticalSolidList"/>
    <dgm:cxn modelId="{2F5D829A-7DF0-4087-88BE-A72D6B44CA97}" srcId="{A7B766EC-AB73-4D11-ACC0-0881469AC28E}" destId="{2AEE4D64-44DE-4C6D-9CD0-6F4C0EF04417}" srcOrd="3" destOrd="0" parTransId="{621AF821-E4A6-4C5E-9398-3BC1F074E076}" sibTransId="{432F6B62-DF91-4292-A7FD-37300175BB72}"/>
    <dgm:cxn modelId="{9B03FFD6-E5E1-4879-8343-542A2C15A5C5}" srcId="{A7B766EC-AB73-4D11-ACC0-0881469AC28E}" destId="{77BB593D-9D77-40BA-9FFB-69FE76104B87}" srcOrd="2" destOrd="0" parTransId="{7815D20B-F059-4CA8-96FA-1326E04CA7BD}" sibTransId="{2E425F96-6DD9-4C0E-A6CC-0C81785549E5}"/>
    <dgm:cxn modelId="{60E17BE8-723D-4F05-B4B2-76271BA2535C}" srcId="{A7B766EC-AB73-4D11-ACC0-0881469AC28E}" destId="{7D6EF4B2-8F65-43C1-8BA2-C8B81AF8AD41}" srcOrd="1" destOrd="0" parTransId="{4DAC38E2-D468-4288-AF68-3456C2DD2975}" sibTransId="{7AEE84E4-8156-4624-98F6-9BE3252596DF}"/>
    <dgm:cxn modelId="{9A7918FF-F7F7-432C-984F-ECF843CEBC6C}" type="presOf" srcId="{2AEE4D64-44DE-4C6D-9CD0-6F4C0EF04417}" destId="{AB7A9F70-B75B-4497-A327-EF68FFD1E0C9}" srcOrd="0" destOrd="0" presId="urn:microsoft.com/office/officeart/2018/2/layout/IconVerticalSolidList"/>
    <dgm:cxn modelId="{73072AE0-81E8-42A5-ACAD-1F345E9BDE34}" type="presParOf" srcId="{AB6EEAD7-E86D-4108-A388-A12D6FEE724C}" destId="{20D779FA-7E1C-48BB-9F17-F1F050F8B7D0}" srcOrd="0" destOrd="0" presId="urn:microsoft.com/office/officeart/2018/2/layout/IconVerticalSolidList"/>
    <dgm:cxn modelId="{9D9A329F-8FE9-4973-A3AD-4A8FA56CB1FC}" type="presParOf" srcId="{20D779FA-7E1C-48BB-9F17-F1F050F8B7D0}" destId="{65D95AF7-9963-4540-8890-0D1044F458A7}" srcOrd="0" destOrd="0" presId="urn:microsoft.com/office/officeart/2018/2/layout/IconVerticalSolidList"/>
    <dgm:cxn modelId="{6A70112F-F0EE-4F3F-8FAB-C9522FA74E2E}" type="presParOf" srcId="{20D779FA-7E1C-48BB-9F17-F1F050F8B7D0}" destId="{29995F48-C081-4B13-982C-0E66BF9CB628}" srcOrd="1" destOrd="0" presId="urn:microsoft.com/office/officeart/2018/2/layout/IconVerticalSolidList"/>
    <dgm:cxn modelId="{F35DBAE6-9D79-477E-8E2E-13F41AA07F71}" type="presParOf" srcId="{20D779FA-7E1C-48BB-9F17-F1F050F8B7D0}" destId="{D22D6476-51FF-4811-BBF6-C22AC5BD0E5F}" srcOrd="2" destOrd="0" presId="urn:microsoft.com/office/officeart/2018/2/layout/IconVerticalSolidList"/>
    <dgm:cxn modelId="{370793EB-CB83-43F0-802F-6DA1D34B54C8}" type="presParOf" srcId="{20D779FA-7E1C-48BB-9F17-F1F050F8B7D0}" destId="{2DFB9F51-74C7-45A3-AB76-3ED413807A51}" srcOrd="3" destOrd="0" presId="urn:microsoft.com/office/officeart/2018/2/layout/IconVerticalSolidList"/>
    <dgm:cxn modelId="{3844D148-7178-4CF2-9E15-20987AEF736A}" type="presParOf" srcId="{AB6EEAD7-E86D-4108-A388-A12D6FEE724C}" destId="{21317EC0-C96C-4D5B-8DB0-728469E98464}" srcOrd="1" destOrd="0" presId="urn:microsoft.com/office/officeart/2018/2/layout/IconVerticalSolidList"/>
    <dgm:cxn modelId="{3836E815-2955-4679-A5DA-D96C8BBB6123}" type="presParOf" srcId="{AB6EEAD7-E86D-4108-A388-A12D6FEE724C}" destId="{E71781D7-FDDC-4F8E-B30E-A562FFAAE778}" srcOrd="2" destOrd="0" presId="urn:microsoft.com/office/officeart/2018/2/layout/IconVerticalSolidList"/>
    <dgm:cxn modelId="{EAD15001-962B-451D-AE53-19B4503AC58E}" type="presParOf" srcId="{E71781D7-FDDC-4F8E-B30E-A562FFAAE778}" destId="{C45506D6-8FB6-4B4B-B3A5-EE62916D25B5}" srcOrd="0" destOrd="0" presId="urn:microsoft.com/office/officeart/2018/2/layout/IconVerticalSolidList"/>
    <dgm:cxn modelId="{787AE8DF-2BB5-4E18-8D63-9A22694499D0}" type="presParOf" srcId="{E71781D7-FDDC-4F8E-B30E-A562FFAAE778}" destId="{C51815D6-BC6D-4BAA-AFBA-9D1049DCBC25}" srcOrd="1" destOrd="0" presId="urn:microsoft.com/office/officeart/2018/2/layout/IconVerticalSolidList"/>
    <dgm:cxn modelId="{55B5847F-0C1F-4DE4-96B8-7C2026237719}" type="presParOf" srcId="{E71781D7-FDDC-4F8E-B30E-A562FFAAE778}" destId="{F064EBC3-687D-495F-8CBB-F1A40BAEB312}" srcOrd="2" destOrd="0" presId="urn:microsoft.com/office/officeart/2018/2/layout/IconVerticalSolidList"/>
    <dgm:cxn modelId="{73D9BD2E-17BE-4CD3-95ED-3CDB540A0D83}" type="presParOf" srcId="{E71781D7-FDDC-4F8E-B30E-A562FFAAE778}" destId="{0D99569C-1722-4175-9EB8-F7525C3E32F4}" srcOrd="3" destOrd="0" presId="urn:microsoft.com/office/officeart/2018/2/layout/IconVerticalSolidList"/>
    <dgm:cxn modelId="{CBFF3D4D-988E-49AF-A571-DB6740B2A7FC}" type="presParOf" srcId="{AB6EEAD7-E86D-4108-A388-A12D6FEE724C}" destId="{BFBCAA2F-B0D5-4E0D-A075-FA6A663B71A3}" srcOrd="3" destOrd="0" presId="urn:microsoft.com/office/officeart/2018/2/layout/IconVerticalSolidList"/>
    <dgm:cxn modelId="{FF8BFDB1-2E0E-4821-B58D-7817FDBB6803}" type="presParOf" srcId="{AB6EEAD7-E86D-4108-A388-A12D6FEE724C}" destId="{BFD2DD78-916B-47FF-B015-B06AB6F44D3C}" srcOrd="4" destOrd="0" presId="urn:microsoft.com/office/officeart/2018/2/layout/IconVerticalSolidList"/>
    <dgm:cxn modelId="{99F5A476-266B-40B9-AC70-977A0EF448B1}" type="presParOf" srcId="{BFD2DD78-916B-47FF-B015-B06AB6F44D3C}" destId="{D0A5DFA8-BC91-4FBC-9730-FB6724809C85}" srcOrd="0" destOrd="0" presId="urn:microsoft.com/office/officeart/2018/2/layout/IconVerticalSolidList"/>
    <dgm:cxn modelId="{05335A32-3208-41AB-984F-378187335A78}" type="presParOf" srcId="{BFD2DD78-916B-47FF-B015-B06AB6F44D3C}" destId="{BB9931FF-5F5A-4863-B702-A1F995914A07}" srcOrd="1" destOrd="0" presId="urn:microsoft.com/office/officeart/2018/2/layout/IconVerticalSolidList"/>
    <dgm:cxn modelId="{CB5F4F78-688A-47D2-B341-9F8A346E8BB6}" type="presParOf" srcId="{BFD2DD78-916B-47FF-B015-B06AB6F44D3C}" destId="{A9B8FB2D-8EE0-4AD2-AFC1-47A4F00A29EA}" srcOrd="2" destOrd="0" presId="urn:microsoft.com/office/officeart/2018/2/layout/IconVerticalSolidList"/>
    <dgm:cxn modelId="{AB1E1C07-229F-4905-8254-48ED1EAE2251}" type="presParOf" srcId="{BFD2DD78-916B-47FF-B015-B06AB6F44D3C}" destId="{3789E764-7294-4891-8B51-CBC0CBC6E568}" srcOrd="3" destOrd="0" presId="urn:microsoft.com/office/officeart/2018/2/layout/IconVerticalSolidList"/>
    <dgm:cxn modelId="{3A8287D4-0164-4E7B-89D6-6D9D4C244698}" type="presParOf" srcId="{AB6EEAD7-E86D-4108-A388-A12D6FEE724C}" destId="{7FEAB732-2BE4-4604-A280-97B9870AF535}" srcOrd="5" destOrd="0" presId="urn:microsoft.com/office/officeart/2018/2/layout/IconVerticalSolidList"/>
    <dgm:cxn modelId="{A2C7D99F-90B6-4DB0-AB56-9EFCCC317823}" type="presParOf" srcId="{AB6EEAD7-E86D-4108-A388-A12D6FEE724C}" destId="{F938189C-42D7-41A4-A70B-C99C4B3457A0}" srcOrd="6" destOrd="0" presId="urn:microsoft.com/office/officeart/2018/2/layout/IconVerticalSolidList"/>
    <dgm:cxn modelId="{11EBAC44-D931-4376-BB50-4BC93FB538BD}" type="presParOf" srcId="{F938189C-42D7-41A4-A70B-C99C4B3457A0}" destId="{38577002-C9B5-437B-8008-4A79DA9A8431}" srcOrd="0" destOrd="0" presId="urn:microsoft.com/office/officeart/2018/2/layout/IconVerticalSolidList"/>
    <dgm:cxn modelId="{88E652B3-B97C-4758-99C0-C45DCCFDCCEE}" type="presParOf" srcId="{F938189C-42D7-41A4-A70B-C99C4B3457A0}" destId="{C024302D-B35B-4F88-A4CD-DFF419AFF08A}" srcOrd="1" destOrd="0" presId="urn:microsoft.com/office/officeart/2018/2/layout/IconVerticalSolidList"/>
    <dgm:cxn modelId="{CDB25F0B-95C7-4166-8C16-D769AD00BBA3}" type="presParOf" srcId="{F938189C-42D7-41A4-A70B-C99C4B3457A0}" destId="{9054F8EC-1B99-4866-BF4E-2BBC3161D94E}" srcOrd="2" destOrd="0" presId="urn:microsoft.com/office/officeart/2018/2/layout/IconVerticalSolidList"/>
    <dgm:cxn modelId="{0B65C5F3-4AF9-428D-A803-68DEB55D1186}" type="presParOf" srcId="{F938189C-42D7-41A4-A70B-C99C4B3457A0}" destId="{AB7A9F70-B75B-4497-A327-EF68FFD1E0C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BA7776-0D72-4783-9A5B-62730FD21DF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C3F8CDC-B05E-49DA-9A96-91FF5FDF5D25}">
      <dgm:prSet custT="1"/>
      <dgm:spPr/>
      <dgm:t>
        <a:bodyPr/>
        <a:lstStyle/>
        <a:p>
          <a:r>
            <a:rPr lang="en-US" sz="1600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Fully managed:</a:t>
          </a:r>
          <a:r>
            <a:rPr lang="en-US" sz="16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No need to manage servers or message brokers.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7E02042-25D2-4F7B-8D61-91B50F9BE023}" type="parTrans" cxnId="{0B6B2F06-E8D1-40AF-8AE7-C66930B85C15}">
      <dgm:prSet/>
      <dgm:spPr/>
      <dgm:t>
        <a:bodyPr/>
        <a:lstStyle/>
        <a:p>
          <a:endParaRPr lang="en-US"/>
        </a:p>
      </dgm:t>
    </dgm:pt>
    <dgm:pt modelId="{E8E04A0F-FEB0-4DB5-B021-620DE60DCA74}" type="sibTrans" cxnId="{0B6B2F06-E8D1-40AF-8AE7-C66930B85C15}">
      <dgm:prSet/>
      <dgm:spPr/>
      <dgm:t>
        <a:bodyPr/>
        <a:lstStyle/>
        <a:p>
          <a:endParaRPr lang="en-US"/>
        </a:p>
      </dgm:t>
    </dgm:pt>
    <dgm:pt modelId="{34EEA459-136B-43DA-94D6-7A785CDAC84A}">
      <dgm:prSet custT="1"/>
      <dgm:spPr/>
      <dgm:t>
        <a:bodyPr/>
        <a:lstStyle/>
        <a:p>
          <a:r>
            <a:rPr lang="en-US" sz="1600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Scalable:</a:t>
          </a:r>
          <a:r>
            <a:rPr lang="en-US" sz="16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Automatically handles message volume increases.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4F61D19-B74B-4180-9DB4-F056C0441A25}" type="parTrans" cxnId="{FBF076F6-D43F-48C2-A1C2-5D2F8766D2D3}">
      <dgm:prSet/>
      <dgm:spPr/>
      <dgm:t>
        <a:bodyPr/>
        <a:lstStyle/>
        <a:p>
          <a:endParaRPr lang="en-US"/>
        </a:p>
      </dgm:t>
    </dgm:pt>
    <dgm:pt modelId="{4E197FAF-1898-4462-99ED-9229E376B649}" type="sibTrans" cxnId="{FBF076F6-D43F-48C2-A1C2-5D2F8766D2D3}">
      <dgm:prSet/>
      <dgm:spPr/>
      <dgm:t>
        <a:bodyPr/>
        <a:lstStyle/>
        <a:p>
          <a:endParaRPr lang="en-US"/>
        </a:p>
      </dgm:t>
    </dgm:pt>
    <dgm:pt modelId="{4C795D6E-B91B-4D34-8DE6-5B1CB5AB4E07}">
      <dgm:prSet custT="1"/>
      <dgm:spPr/>
      <dgm:t>
        <a:bodyPr/>
        <a:lstStyle/>
        <a:p>
          <a:r>
            <a:rPr lang="en-US" sz="1600" b="1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Reliable:</a:t>
          </a:r>
          <a:r>
            <a:rPr lang="en-US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Stores messages redundantly across multiple Availability Zones.</a:t>
          </a:r>
          <a:endParaRPr lang="en-US" sz="16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993592A-1E2A-405C-8E73-17266472BE9B}" type="parTrans" cxnId="{0A9BB2D9-77BE-4263-A323-702A04375EEE}">
      <dgm:prSet/>
      <dgm:spPr/>
      <dgm:t>
        <a:bodyPr/>
        <a:lstStyle/>
        <a:p>
          <a:endParaRPr lang="en-US"/>
        </a:p>
      </dgm:t>
    </dgm:pt>
    <dgm:pt modelId="{9107FFB4-0EE4-4166-8BA9-A45A7C065928}" type="sibTrans" cxnId="{0A9BB2D9-77BE-4263-A323-702A04375EEE}">
      <dgm:prSet/>
      <dgm:spPr/>
      <dgm:t>
        <a:bodyPr/>
        <a:lstStyle/>
        <a:p>
          <a:endParaRPr lang="en-US"/>
        </a:p>
      </dgm:t>
    </dgm:pt>
    <dgm:pt modelId="{AF2DDEFB-0695-4D88-8EF5-5094A13087D4}">
      <dgm:prSet custT="1"/>
      <dgm:spPr/>
      <dgm:t>
        <a:bodyPr/>
        <a:lstStyle/>
        <a:p>
          <a:r>
            <a:rPr lang="en-US" sz="1600" b="1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Secure:</a:t>
          </a:r>
          <a:r>
            <a:rPr lang="en-US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Supports encryption (KMS) and IAM-based access.</a:t>
          </a:r>
          <a:endParaRPr lang="en-US" sz="16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D9DD25F-2852-4397-A289-C5024874F12B}" type="parTrans" cxnId="{641AA825-23F0-40F1-B137-483BC0025DA1}">
      <dgm:prSet/>
      <dgm:spPr/>
      <dgm:t>
        <a:bodyPr/>
        <a:lstStyle/>
        <a:p>
          <a:endParaRPr lang="en-US"/>
        </a:p>
      </dgm:t>
    </dgm:pt>
    <dgm:pt modelId="{8706FAD4-116D-45C4-A5D2-8093FD1C43C9}" type="sibTrans" cxnId="{641AA825-23F0-40F1-B137-483BC0025DA1}">
      <dgm:prSet/>
      <dgm:spPr/>
      <dgm:t>
        <a:bodyPr/>
        <a:lstStyle/>
        <a:p>
          <a:endParaRPr lang="en-US"/>
        </a:p>
      </dgm:t>
    </dgm:pt>
    <dgm:pt modelId="{DDE6E001-EED4-48F6-8C59-6C262D51E18E}">
      <dgm:prSet custT="1"/>
      <dgm:spPr/>
      <dgm:t>
        <a:bodyPr/>
        <a:lstStyle/>
        <a:p>
          <a:r>
            <a:rPr lang="en-US" sz="1600" b="1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Cost-effective:</a:t>
          </a:r>
          <a:r>
            <a:rPr lang="en-US" sz="16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Pay only for what you use.</a:t>
          </a:r>
          <a:endParaRPr lang="en-US" sz="16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A324226-90C5-487A-819A-622659AB039F}" type="parTrans" cxnId="{3EEA55D3-7F94-4FA4-A960-AB7E7D36EA87}">
      <dgm:prSet/>
      <dgm:spPr/>
      <dgm:t>
        <a:bodyPr/>
        <a:lstStyle/>
        <a:p>
          <a:endParaRPr lang="en-US"/>
        </a:p>
      </dgm:t>
    </dgm:pt>
    <dgm:pt modelId="{56FFFA96-C07A-4AA0-98D8-57C23E71E135}" type="sibTrans" cxnId="{3EEA55D3-7F94-4FA4-A960-AB7E7D36EA87}">
      <dgm:prSet/>
      <dgm:spPr/>
      <dgm:t>
        <a:bodyPr/>
        <a:lstStyle/>
        <a:p>
          <a:endParaRPr lang="en-US"/>
        </a:p>
      </dgm:t>
    </dgm:pt>
    <dgm:pt modelId="{6D6DAE8C-D910-44BB-ABA0-13D18BBB4B83}">
      <dgm:prSet custT="1"/>
      <dgm:spPr/>
      <dgm:t>
        <a:bodyPr/>
        <a:lstStyle/>
        <a:p>
          <a:r>
            <a:rPr lang="en-US" sz="1600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Asynchronous Processing:</a:t>
          </a:r>
          <a:r>
            <a:rPr lang="en-US" sz="16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Decouples components for better performance and resilience.</a:t>
          </a:r>
          <a:endParaRPr lang="en-US" sz="16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80FD63E-E2A2-44E7-B5DE-C28B843382FC}" type="parTrans" cxnId="{28988C44-9BC6-460A-95A1-9655B9E6D6F3}">
      <dgm:prSet/>
      <dgm:spPr/>
      <dgm:t>
        <a:bodyPr/>
        <a:lstStyle/>
        <a:p>
          <a:endParaRPr lang="en-US"/>
        </a:p>
      </dgm:t>
    </dgm:pt>
    <dgm:pt modelId="{5B63ECAB-FD19-4569-B502-5008E1B627F5}" type="sibTrans" cxnId="{28988C44-9BC6-460A-95A1-9655B9E6D6F3}">
      <dgm:prSet/>
      <dgm:spPr/>
      <dgm:t>
        <a:bodyPr/>
        <a:lstStyle/>
        <a:p>
          <a:endParaRPr lang="en-US"/>
        </a:p>
      </dgm:t>
    </dgm:pt>
    <dgm:pt modelId="{8551B8FF-4919-4584-A891-2A2FAB46B9CF}" type="pres">
      <dgm:prSet presAssocID="{D4BA7776-0D72-4783-9A5B-62730FD21DF9}" presName="linear" presStyleCnt="0">
        <dgm:presLayoutVars>
          <dgm:animLvl val="lvl"/>
          <dgm:resizeHandles val="exact"/>
        </dgm:presLayoutVars>
      </dgm:prSet>
      <dgm:spPr/>
    </dgm:pt>
    <dgm:pt modelId="{4037005A-9219-4391-AAA1-C8009D0BBC35}" type="pres">
      <dgm:prSet presAssocID="{3C3F8CDC-B05E-49DA-9A96-91FF5FDF5D2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42B9D8E-A857-493E-BDC1-E5DA3435DA77}" type="pres">
      <dgm:prSet presAssocID="{E8E04A0F-FEB0-4DB5-B021-620DE60DCA74}" presName="spacer" presStyleCnt="0"/>
      <dgm:spPr/>
    </dgm:pt>
    <dgm:pt modelId="{758B5F29-5C68-4A40-B183-A8E030A8DDBE}" type="pres">
      <dgm:prSet presAssocID="{34EEA459-136B-43DA-94D6-7A785CDAC84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0B50F96-D8EA-477D-A99E-60A78C477009}" type="pres">
      <dgm:prSet presAssocID="{4E197FAF-1898-4462-99ED-9229E376B649}" presName="spacer" presStyleCnt="0"/>
      <dgm:spPr/>
    </dgm:pt>
    <dgm:pt modelId="{4FD6BFE2-215E-4F18-B4B3-05E5D7A7DCD8}" type="pres">
      <dgm:prSet presAssocID="{4C795D6E-B91B-4D34-8DE6-5B1CB5AB4E0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21EFEDC-7337-40E5-B9F7-07D9A87685AF}" type="pres">
      <dgm:prSet presAssocID="{9107FFB4-0EE4-4166-8BA9-A45A7C065928}" presName="spacer" presStyleCnt="0"/>
      <dgm:spPr/>
    </dgm:pt>
    <dgm:pt modelId="{D13ED2F5-0A27-4A6D-9703-926A67D44B7F}" type="pres">
      <dgm:prSet presAssocID="{AF2DDEFB-0695-4D88-8EF5-5094A13087D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7BBF2D2F-A485-48BC-B149-DDCF9C8E3175}" type="pres">
      <dgm:prSet presAssocID="{8706FAD4-116D-45C4-A5D2-8093FD1C43C9}" presName="spacer" presStyleCnt="0"/>
      <dgm:spPr/>
    </dgm:pt>
    <dgm:pt modelId="{FBCB8BDA-A1DF-4E3E-8626-887C06213334}" type="pres">
      <dgm:prSet presAssocID="{DDE6E001-EED4-48F6-8C59-6C262D51E18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E212452-1F94-4DBC-8918-93B233E5660D}" type="pres">
      <dgm:prSet presAssocID="{56FFFA96-C07A-4AA0-98D8-57C23E71E135}" presName="spacer" presStyleCnt="0"/>
      <dgm:spPr/>
    </dgm:pt>
    <dgm:pt modelId="{F1912753-1F69-4FC1-B813-1AFF4E4B79B6}" type="pres">
      <dgm:prSet presAssocID="{6D6DAE8C-D910-44BB-ABA0-13D18BBB4B8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CB22105-66DD-4FDD-A77F-AAFD5B325CB9}" type="presOf" srcId="{3C3F8CDC-B05E-49DA-9A96-91FF5FDF5D25}" destId="{4037005A-9219-4391-AAA1-C8009D0BBC35}" srcOrd="0" destOrd="0" presId="urn:microsoft.com/office/officeart/2005/8/layout/vList2"/>
    <dgm:cxn modelId="{0B6B2F06-E8D1-40AF-8AE7-C66930B85C15}" srcId="{D4BA7776-0D72-4783-9A5B-62730FD21DF9}" destId="{3C3F8CDC-B05E-49DA-9A96-91FF5FDF5D25}" srcOrd="0" destOrd="0" parTransId="{37E02042-25D2-4F7B-8D61-91B50F9BE023}" sibTransId="{E8E04A0F-FEB0-4DB5-B021-620DE60DCA74}"/>
    <dgm:cxn modelId="{57DEFB06-A69F-443C-983F-CFABF584010F}" type="presOf" srcId="{34EEA459-136B-43DA-94D6-7A785CDAC84A}" destId="{758B5F29-5C68-4A40-B183-A8E030A8DDBE}" srcOrd="0" destOrd="0" presId="urn:microsoft.com/office/officeart/2005/8/layout/vList2"/>
    <dgm:cxn modelId="{641AA825-23F0-40F1-B137-483BC0025DA1}" srcId="{D4BA7776-0D72-4783-9A5B-62730FD21DF9}" destId="{AF2DDEFB-0695-4D88-8EF5-5094A13087D4}" srcOrd="3" destOrd="0" parTransId="{ED9DD25F-2852-4397-A289-C5024874F12B}" sibTransId="{8706FAD4-116D-45C4-A5D2-8093FD1C43C9}"/>
    <dgm:cxn modelId="{96633035-CD45-4E04-BF16-65E3D50351C4}" type="presOf" srcId="{AF2DDEFB-0695-4D88-8EF5-5094A13087D4}" destId="{D13ED2F5-0A27-4A6D-9703-926A67D44B7F}" srcOrd="0" destOrd="0" presId="urn:microsoft.com/office/officeart/2005/8/layout/vList2"/>
    <dgm:cxn modelId="{28988C44-9BC6-460A-95A1-9655B9E6D6F3}" srcId="{D4BA7776-0D72-4783-9A5B-62730FD21DF9}" destId="{6D6DAE8C-D910-44BB-ABA0-13D18BBB4B83}" srcOrd="5" destOrd="0" parTransId="{980FD63E-E2A2-44E7-B5DE-C28B843382FC}" sibTransId="{5B63ECAB-FD19-4569-B502-5008E1B627F5}"/>
    <dgm:cxn modelId="{8C975C7E-57B3-4FB2-BFA0-49574E626F86}" type="presOf" srcId="{4C795D6E-B91B-4D34-8DE6-5B1CB5AB4E07}" destId="{4FD6BFE2-215E-4F18-B4B3-05E5D7A7DCD8}" srcOrd="0" destOrd="0" presId="urn:microsoft.com/office/officeart/2005/8/layout/vList2"/>
    <dgm:cxn modelId="{0F242395-C6F3-4C4E-AF13-24A11ACA372D}" type="presOf" srcId="{6D6DAE8C-D910-44BB-ABA0-13D18BBB4B83}" destId="{F1912753-1F69-4FC1-B813-1AFF4E4B79B6}" srcOrd="0" destOrd="0" presId="urn:microsoft.com/office/officeart/2005/8/layout/vList2"/>
    <dgm:cxn modelId="{DAA033A8-24A3-44A3-9E16-22CFC5C40498}" type="presOf" srcId="{D4BA7776-0D72-4783-9A5B-62730FD21DF9}" destId="{8551B8FF-4919-4584-A891-2A2FAB46B9CF}" srcOrd="0" destOrd="0" presId="urn:microsoft.com/office/officeart/2005/8/layout/vList2"/>
    <dgm:cxn modelId="{3EEA55D3-7F94-4FA4-A960-AB7E7D36EA87}" srcId="{D4BA7776-0D72-4783-9A5B-62730FD21DF9}" destId="{DDE6E001-EED4-48F6-8C59-6C262D51E18E}" srcOrd="4" destOrd="0" parTransId="{9A324226-90C5-487A-819A-622659AB039F}" sibTransId="{56FFFA96-C07A-4AA0-98D8-57C23E71E135}"/>
    <dgm:cxn modelId="{328280D4-6E0E-499D-AC74-6BF87E2D8566}" type="presOf" srcId="{DDE6E001-EED4-48F6-8C59-6C262D51E18E}" destId="{FBCB8BDA-A1DF-4E3E-8626-887C06213334}" srcOrd="0" destOrd="0" presId="urn:microsoft.com/office/officeart/2005/8/layout/vList2"/>
    <dgm:cxn modelId="{0A9BB2D9-77BE-4263-A323-702A04375EEE}" srcId="{D4BA7776-0D72-4783-9A5B-62730FD21DF9}" destId="{4C795D6E-B91B-4D34-8DE6-5B1CB5AB4E07}" srcOrd="2" destOrd="0" parTransId="{7993592A-1E2A-405C-8E73-17266472BE9B}" sibTransId="{9107FFB4-0EE4-4166-8BA9-A45A7C065928}"/>
    <dgm:cxn modelId="{FBF076F6-D43F-48C2-A1C2-5D2F8766D2D3}" srcId="{D4BA7776-0D72-4783-9A5B-62730FD21DF9}" destId="{34EEA459-136B-43DA-94D6-7A785CDAC84A}" srcOrd="1" destOrd="0" parTransId="{24F61D19-B74B-4180-9DB4-F056C0441A25}" sibTransId="{4E197FAF-1898-4462-99ED-9229E376B649}"/>
    <dgm:cxn modelId="{6533628B-ED2C-49DA-B5FF-EB4F139B62E7}" type="presParOf" srcId="{8551B8FF-4919-4584-A891-2A2FAB46B9CF}" destId="{4037005A-9219-4391-AAA1-C8009D0BBC35}" srcOrd="0" destOrd="0" presId="urn:microsoft.com/office/officeart/2005/8/layout/vList2"/>
    <dgm:cxn modelId="{7BB4C481-D393-416E-A937-2251ACF5436A}" type="presParOf" srcId="{8551B8FF-4919-4584-A891-2A2FAB46B9CF}" destId="{542B9D8E-A857-493E-BDC1-E5DA3435DA77}" srcOrd="1" destOrd="0" presId="urn:microsoft.com/office/officeart/2005/8/layout/vList2"/>
    <dgm:cxn modelId="{B689D1F1-2E56-4F13-9777-3D7C105F6783}" type="presParOf" srcId="{8551B8FF-4919-4584-A891-2A2FAB46B9CF}" destId="{758B5F29-5C68-4A40-B183-A8E030A8DDBE}" srcOrd="2" destOrd="0" presId="urn:microsoft.com/office/officeart/2005/8/layout/vList2"/>
    <dgm:cxn modelId="{B9345497-0570-45AC-BA55-1A16561B4360}" type="presParOf" srcId="{8551B8FF-4919-4584-A891-2A2FAB46B9CF}" destId="{60B50F96-D8EA-477D-A99E-60A78C477009}" srcOrd="3" destOrd="0" presId="urn:microsoft.com/office/officeart/2005/8/layout/vList2"/>
    <dgm:cxn modelId="{35BFECA3-E003-4559-B514-42B857988FAA}" type="presParOf" srcId="{8551B8FF-4919-4584-A891-2A2FAB46B9CF}" destId="{4FD6BFE2-215E-4F18-B4B3-05E5D7A7DCD8}" srcOrd="4" destOrd="0" presId="urn:microsoft.com/office/officeart/2005/8/layout/vList2"/>
    <dgm:cxn modelId="{74E4500B-54EB-4F8A-ADA8-7D901B1CA7FD}" type="presParOf" srcId="{8551B8FF-4919-4584-A891-2A2FAB46B9CF}" destId="{521EFEDC-7337-40E5-B9F7-07D9A87685AF}" srcOrd="5" destOrd="0" presId="urn:microsoft.com/office/officeart/2005/8/layout/vList2"/>
    <dgm:cxn modelId="{C3FC1BFF-598B-4C9D-BF6B-AA5CC7D45871}" type="presParOf" srcId="{8551B8FF-4919-4584-A891-2A2FAB46B9CF}" destId="{D13ED2F5-0A27-4A6D-9703-926A67D44B7F}" srcOrd="6" destOrd="0" presId="urn:microsoft.com/office/officeart/2005/8/layout/vList2"/>
    <dgm:cxn modelId="{80D3AD62-3FAB-4982-93E3-5C4D4BDF61C5}" type="presParOf" srcId="{8551B8FF-4919-4584-A891-2A2FAB46B9CF}" destId="{7BBF2D2F-A485-48BC-B149-DDCF9C8E3175}" srcOrd="7" destOrd="0" presId="urn:microsoft.com/office/officeart/2005/8/layout/vList2"/>
    <dgm:cxn modelId="{A86264FE-4655-4978-98B8-401A0E4E24C5}" type="presParOf" srcId="{8551B8FF-4919-4584-A891-2A2FAB46B9CF}" destId="{FBCB8BDA-A1DF-4E3E-8626-887C06213334}" srcOrd="8" destOrd="0" presId="urn:microsoft.com/office/officeart/2005/8/layout/vList2"/>
    <dgm:cxn modelId="{1DC433CE-E44F-4BF2-B1E8-8711A8FCF5AD}" type="presParOf" srcId="{8551B8FF-4919-4584-A891-2A2FAB46B9CF}" destId="{CE212452-1F94-4DBC-8918-93B233E5660D}" srcOrd="9" destOrd="0" presId="urn:microsoft.com/office/officeart/2005/8/layout/vList2"/>
    <dgm:cxn modelId="{1F65B5EC-7C07-4BCE-8D69-93AF298A70C9}" type="presParOf" srcId="{8551B8FF-4919-4584-A891-2A2FAB46B9CF}" destId="{F1912753-1F69-4FC1-B813-1AFF4E4B79B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5D8AED-F203-4775-886C-6625E335230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5238DE3-6BE5-497C-8486-FD6740BAD721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500" b="1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Standard Queue</a:t>
          </a:r>
          <a:endParaRPr lang="en-US" sz="15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990310E-9336-41D8-9FBA-CFB60AF7B5D7}" type="parTrans" cxnId="{3D54742B-F868-4249-9DC1-04ADFB751E65}">
      <dgm:prSet/>
      <dgm:spPr/>
      <dgm:t>
        <a:bodyPr/>
        <a:lstStyle/>
        <a:p>
          <a:endParaRPr lang="en-US"/>
        </a:p>
      </dgm:t>
    </dgm:pt>
    <dgm:pt modelId="{92D9B70C-BB9A-488D-9239-96002D998728}" type="sibTrans" cxnId="{3D54742B-F868-4249-9DC1-04ADFB751E65}">
      <dgm:prSet/>
      <dgm:spPr/>
      <dgm:t>
        <a:bodyPr/>
        <a:lstStyle/>
        <a:p>
          <a:endParaRPr lang="en-US"/>
        </a:p>
      </dgm:t>
    </dgm:pt>
    <dgm:pt modelId="{7CD9DD47-0A0E-43AD-B399-8F385EE0FE7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Unlimited throughput.</a:t>
          </a:r>
          <a:endParaRPr lang="en-US" sz="15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3D32624-02B6-4B55-9818-29AA9A03BD67}" type="parTrans" cxnId="{147B7497-9B48-4D54-91AD-EFC75889B431}">
      <dgm:prSet/>
      <dgm:spPr/>
      <dgm:t>
        <a:bodyPr/>
        <a:lstStyle/>
        <a:p>
          <a:endParaRPr lang="en-US"/>
        </a:p>
      </dgm:t>
    </dgm:pt>
    <dgm:pt modelId="{0317C8F4-8FA5-4876-80E5-E45794D50C2B}" type="sibTrans" cxnId="{147B7497-9B48-4D54-91AD-EFC75889B431}">
      <dgm:prSet/>
      <dgm:spPr/>
      <dgm:t>
        <a:bodyPr/>
        <a:lstStyle/>
        <a:p>
          <a:endParaRPr lang="en-US"/>
        </a:p>
      </dgm:t>
    </dgm:pt>
    <dgm:pt modelId="{87845859-B3D2-49AA-9AD3-DF9A826873D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At least once</a:t>
          </a:r>
          <a:r>
            <a:rPr lang="en-US" sz="15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delivery (can deliver duplicates).</a:t>
          </a:r>
          <a:endParaRPr lang="en-US" sz="15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77856FD-F24B-4BB8-BA69-5AE694FD9D88}" type="parTrans" cxnId="{33AE7010-9A68-402E-A985-A7C783EA301A}">
      <dgm:prSet/>
      <dgm:spPr/>
      <dgm:t>
        <a:bodyPr/>
        <a:lstStyle/>
        <a:p>
          <a:endParaRPr lang="en-US"/>
        </a:p>
      </dgm:t>
    </dgm:pt>
    <dgm:pt modelId="{082EEC0D-C3F3-471B-B314-A19621B1BA91}" type="sibTrans" cxnId="{33AE7010-9A68-402E-A985-A7C783EA301A}">
      <dgm:prSet/>
      <dgm:spPr/>
      <dgm:t>
        <a:bodyPr/>
        <a:lstStyle/>
        <a:p>
          <a:endParaRPr lang="en-US"/>
        </a:p>
      </dgm:t>
    </dgm:pt>
    <dgm:pt modelId="{7FC23361-8A5C-43FD-A121-CC1A096806B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1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Best-effort ordering</a:t>
          </a:r>
          <a:r>
            <a:rPr lang="en-US" sz="15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(messages may arrive out of order).</a:t>
          </a:r>
          <a:endParaRPr lang="en-US" sz="15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E11BDED-B422-4D34-9025-7F708824628B}" type="parTrans" cxnId="{3C8854A1-8D19-4813-A5F9-AC44F6992DCB}">
      <dgm:prSet/>
      <dgm:spPr/>
      <dgm:t>
        <a:bodyPr/>
        <a:lstStyle/>
        <a:p>
          <a:endParaRPr lang="en-US"/>
        </a:p>
      </dgm:t>
    </dgm:pt>
    <dgm:pt modelId="{503C248B-E8EC-4FE7-853F-04271C02113D}" type="sibTrans" cxnId="{3C8854A1-8D19-4813-A5F9-AC44F6992DCB}">
      <dgm:prSet/>
      <dgm:spPr/>
      <dgm:t>
        <a:bodyPr/>
        <a:lstStyle/>
        <a:p>
          <a:endParaRPr lang="en-US"/>
        </a:p>
      </dgm:t>
    </dgm:pt>
    <dgm:pt modelId="{3F1E0033-0DCB-4CAC-995A-151160C167D0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500" b="1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FIFO Queue (First-In-First-Out)</a:t>
          </a:r>
          <a:endParaRPr lang="en-US" sz="15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7F32BB8-4B58-414E-A429-FC424C1716CA}" type="parTrans" cxnId="{D4CE6BEB-7F70-4292-878B-EA8E007D871C}">
      <dgm:prSet/>
      <dgm:spPr/>
      <dgm:t>
        <a:bodyPr/>
        <a:lstStyle/>
        <a:p>
          <a:endParaRPr lang="en-US"/>
        </a:p>
      </dgm:t>
    </dgm:pt>
    <dgm:pt modelId="{10C7A084-E91F-4C85-BC4B-745AD8E1135E}" type="sibTrans" cxnId="{D4CE6BEB-7F70-4292-878B-EA8E007D871C}">
      <dgm:prSet/>
      <dgm:spPr/>
      <dgm:t>
        <a:bodyPr/>
        <a:lstStyle/>
        <a:p>
          <a:endParaRPr lang="en-US"/>
        </a:p>
      </dgm:t>
    </dgm:pt>
    <dgm:pt modelId="{FF70F7E4-8C4B-4499-9DC6-4715291411B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1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Exactly-once processing</a:t>
          </a:r>
          <a:r>
            <a:rPr lang="en-US" sz="15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(no duplicates).</a:t>
          </a:r>
          <a:endParaRPr lang="en-US" sz="15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0783512-4F13-430B-A6DE-CEC5D71EDAAD}" type="parTrans" cxnId="{0E760BE4-CEB9-44F4-B408-FFC9BC65A03D}">
      <dgm:prSet/>
      <dgm:spPr/>
      <dgm:t>
        <a:bodyPr/>
        <a:lstStyle/>
        <a:p>
          <a:endParaRPr lang="en-US"/>
        </a:p>
      </dgm:t>
    </dgm:pt>
    <dgm:pt modelId="{109FBFB4-A940-414D-B953-7FFB42C9AA2D}" type="sibTrans" cxnId="{0E760BE4-CEB9-44F4-B408-FFC9BC65A03D}">
      <dgm:prSet/>
      <dgm:spPr/>
      <dgm:t>
        <a:bodyPr/>
        <a:lstStyle/>
        <a:p>
          <a:endParaRPr lang="en-US"/>
        </a:p>
      </dgm:t>
    </dgm:pt>
    <dgm:pt modelId="{65577ADA-83E5-424C-94BE-A2EAB04FCF3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1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Preserves order</a:t>
          </a:r>
          <a:r>
            <a:rPr lang="en-US" sz="1500" b="0" i="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of messages.</a:t>
          </a:r>
          <a:endParaRPr lang="en-US" sz="15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39CC2DE-B1FB-43CF-AE60-915F6134F896}" type="parTrans" cxnId="{72B2698D-C3B6-4AFB-842B-D85FDD4B5628}">
      <dgm:prSet/>
      <dgm:spPr/>
      <dgm:t>
        <a:bodyPr/>
        <a:lstStyle/>
        <a:p>
          <a:endParaRPr lang="en-US"/>
        </a:p>
      </dgm:t>
    </dgm:pt>
    <dgm:pt modelId="{8019031B-96F9-43C3-A7AA-2F2F1D4CADBF}" type="sibTrans" cxnId="{72B2698D-C3B6-4AFB-842B-D85FDD4B5628}">
      <dgm:prSet/>
      <dgm:spPr/>
      <dgm:t>
        <a:bodyPr/>
        <a:lstStyle/>
        <a:p>
          <a:endParaRPr lang="en-US"/>
        </a:p>
      </dgm:t>
    </dgm:pt>
    <dgm:pt modelId="{249A307F-0B52-4BEA-A24C-360B21F61B1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0" i="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Throughput: 300 messages/sec (or higher with batching).</a:t>
          </a:r>
          <a:endParaRPr lang="en-US" sz="15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D4421C4-0844-4603-9748-D6ECEB4E1E73}" type="parTrans" cxnId="{0530C9AA-EC72-4DE7-9278-928DD6E12F45}">
      <dgm:prSet/>
      <dgm:spPr/>
      <dgm:t>
        <a:bodyPr/>
        <a:lstStyle/>
        <a:p>
          <a:endParaRPr lang="en-US"/>
        </a:p>
      </dgm:t>
    </dgm:pt>
    <dgm:pt modelId="{A9902DCA-EECF-4C5B-84C8-108023C82A14}" type="sibTrans" cxnId="{0530C9AA-EC72-4DE7-9278-928DD6E12F45}">
      <dgm:prSet/>
      <dgm:spPr/>
      <dgm:t>
        <a:bodyPr/>
        <a:lstStyle/>
        <a:p>
          <a:endParaRPr lang="en-US"/>
        </a:p>
      </dgm:t>
    </dgm:pt>
    <dgm:pt modelId="{770666E5-19A1-47EB-9561-3DA2A570B648}" type="pres">
      <dgm:prSet presAssocID="{985D8AED-F203-4775-886C-6625E3352305}" presName="root" presStyleCnt="0">
        <dgm:presLayoutVars>
          <dgm:dir/>
          <dgm:resizeHandles val="exact"/>
        </dgm:presLayoutVars>
      </dgm:prSet>
      <dgm:spPr/>
    </dgm:pt>
    <dgm:pt modelId="{B1B84BB8-A47E-4401-836A-C3B600752366}" type="pres">
      <dgm:prSet presAssocID="{35238DE3-6BE5-497C-8486-FD6740BAD721}" presName="compNode" presStyleCnt="0"/>
      <dgm:spPr/>
    </dgm:pt>
    <dgm:pt modelId="{8355ED65-287F-4258-823A-5C2AEA5869CD}" type="pres">
      <dgm:prSet presAssocID="{35238DE3-6BE5-497C-8486-FD6740BAD72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2A75325-B7B2-4E78-9D5F-CF808AE495DF}" type="pres">
      <dgm:prSet presAssocID="{35238DE3-6BE5-497C-8486-FD6740BAD721}" presName="iconSpace" presStyleCnt="0"/>
      <dgm:spPr/>
    </dgm:pt>
    <dgm:pt modelId="{A6E63DEC-570A-4B77-967F-9CFE56307B17}" type="pres">
      <dgm:prSet presAssocID="{35238DE3-6BE5-497C-8486-FD6740BAD721}" presName="parTx" presStyleLbl="revTx" presStyleIdx="0" presStyleCnt="4">
        <dgm:presLayoutVars>
          <dgm:chMax val="0"/>
          <dgm:chPref val="0"/>
        </dgm:presLayoutVars>
      </dgm:prSet>
      <dgm:spPr/>
    </dgm:pt>
    <dgm:pt modelId="{A228AA80-53DB-455A-AD5B-9F534316B39F}" type="pres">
      <dgm:prSet presAssocID="{35238DE3-6BE5-497C-8486-FD6740BAD721}" presName="txSpace" presStyleCnt="0"/>
      <dgm:spPr/>
    </dgm:pt>
    <dgm:pt modelId="{DB5BA024-312F-41C3-8F4B-9C1EFDA11FE5}" type="pres">
      <dgm:prSet presAssocID="{35238DE3-6BE5-497C-8486-FD6740BAD721}" presName="desTx" presStyleLbl="revTx" presStyleIdx="1" presStyleCnt="4">
        <dgm:presLayoutVars/>
      </dgm:prSet>
      <dgm:spPr/>
    </dgm:pt>
    <dgm:pt modelId="{A48F6CC0-685E-4672-928C-A471E9BF583E}" type="pres">
      <dgm:prSet presAssocID="{92D9B70C-BB9A-488D-9239-96002D998728}" presName="sibTrans" presStyleCnt="0"/>
      <dgm:spPr/>
    </dgm:pt>
    <dgm:pt modelId="{EB04D8F5-7768-487F-B2A9-BC6BD3246A58}" type="pres">
      <dgm:prSet presAssocID="{3F1E0033-0DCB-4CAC-995A-151160C167D0}" presName="compNode" presStyleCnt="0"/>
      <dgm:spPr/>
    </dgm:pt>
    <dgm:pt modelId="{4857E3E5-3CB6-4376-A92D-6A49CB80E1ED}" type="pres">
      <dgm:prSet presAssocID="{3F1E0033-0DCB-4CAC-995A-151160C167D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BA754F48-4CF0-4559-A8AB-64A91F6DF68D}" type="pres">
      <dgm:prSet presAssocID="{3F1E0033-0DCB-4CAC-995A-151160C167D0}" presName="iconSpace" presStyleCnt="0"/>
      <dgm:spPr/>
    </dgm:pt>
    <dgm:pt modelId="{4ED2EDF2-4BBC-4378-82BF-EE61FDCBBC09}" type="pres">
      <dgm:prSet presAssocID="{3F1E0033-0DCB-4CAC-995A-151160C167D0}" presName="parTx" presStyleLbl="revTx" presStyleIdx="2" presStyleCnt="4">
        <dgm:presLayoutVars>
          <dgm:chMax val="0"/>
          <dgm:chPref val="0"/>
        </dgm:presLayoutVars>
      </dgm:prSet>
      <dgm:spPr/>
    </dgm:pt>
    <dgm:pt modelId="{854F0A1A-9E63-46D3-A9D3-078DA0698F03}" type="pres">
      <dgm:prSet presAssocID="{3F1E0033-0DCB-4CAC-995A-151160C167D0}" presName="txSpace" presStyleCnt="0"/>
      <dgm:spPr/>
    </dgm:pt>
    <dgm:pt modelId="{59612682-7D42-433B-B727-EF1F4C9806E6}" type="pres">
      <dgm:prSet presAssocID="{3F1E0033-0DCB-4CAC-995A-151160C167D0}" presName="desTx" presStyleLbl="revTx" presStyleIdx="3" presStyleCnt="4">
        <dgm:presLayoutVars/>
      </dgm:prSet>
      <dgm:spPr/>
    </dgm:pt>
  </dgm:ptLst>
  <dgm:cxnLst>
    <dgm:cxn modelId="{38722009-CAEE-4197-A0BE-668F5E1E8D90}" type="presOf" srcId="{985D8AED-F203-4775-886C-6625E3352305}" destId="{770666E5-19A1-47EB-9561-3DA2A570B648}" srcOrd="0" destOrd="0" presId="urn:microsoft.com/office/officeart/2018/5/layout/CenteredIconLabelDescriptionList"/>
    <dgm:cxn modelId="{33AE7010-9A68-402E-A985-A7C783EA301A}" srcId="{35238DE3-6BE5-497C-8486-FD6740BAD721}" destId="{87845859-B3D2-49AA-9AD3-DF9A826873D6}" srcOrd="1" destOrd="0" parTransId="{177856FD-F24B-4BB8-BA69-5AE694FD9D88}" sibTransId="{082EEC0D-C3F3-471B-B314-A19621B1BA91}"/>
    <dgm:cxn modelId="{C681B01A-C4F0-40AA-A85C-84E2E4B89C6B}" type="presOf" srcId="{FF70F7E4-8C4B-4499-9DC6-4715291411BB}" destId="{59612682-7D42-433B-B727-EF1F4C9806E6}" srcOrd="0" destOrd="0" presId="urn:microsoft.com/office/officeart/2018/5/layout/CenteredIconLabelDescriptionList"/>
    <dgm:cxn modelId="{3D54742B-F868-4249-9DC1-04ADFB751E65}" srcId="{985D8AED-F203-4775-886C-6625E3352305}" destId="{35238DE3-6BE5-497C-8486-FD6740BAD721}" srcOrd="0" destOrd="0" parTransId="{4990310E-9336-41D8-9FBA-CFB60AF7B5D7}" sibTransId="{92D9B70C-BB9A-488D-9239-96002D998728}"/>
    <dgm:cxn modelId="{C1E1DB42-C95C-414D-AE6B-F016BA68A863}" type="presOf" srcId="{7CD9DD47-0A0E-43AD-B399-8F385EE0FE71}" destId="{DB5BA024-312F-41C3-8F4B-9C1EFDA11FE5}" srcOrd="0" destOrd="0" presId="urn:microsoft.com/office/officeart/2018/5/layout/CenteredIconLabelDescriptionList"/>
    <dgm:cxn modelId="{40F54A7D-F65D-44FD-8EF9-BEC6C73CABCF}" type="presOf" srcId="{7FC23361-8A5C-43FD-A121-CC1A096806BF}" destId="{DB5BA024-312F-41C3-8F4B-9C1EFDA11FE5}" srcOrd="0" destOrd="2" presId="urn:microsoft.com/office/officeart/2018/5/layout/CenteredIconLabelDescriptionList"/>
    <dgm:cxn modelId="{69ACE588-FCD7-4B70-9009-BD691714FAB7}" type="presOf" srcId="{3F1E0033-0DCB-4CAC-995A-151160C167D0}" destId="{4ED2EDF2-4BBC-4378-82BF-EE61FDCBBC09}" srcOrd="0" destOrd="0" presId="urn:microsoft.com/office/officeart/2018/5/layout/CenteredIconLabelDescriptionList"/>
    <dgm:cxn modelId="{72B2698D-C3B6-4AFB-842B-D85FDD4B5628}" srcId="{3F1E0033-0DCB-4CAC-995A-151160C167D0}" destId="{65577ADA-83E5-424C-94BE-A2EAB04FCF35}" srcOrd="1" destOrd="0" parTransId="{D39CC2DE-B1FB-43CF-AE60-915F6134F896}" sibTransId="{8019031B-96F9-43C3-A7AA-2F2F1D4CADBF}"/>
    <dgm:cxn modelId="{147B7497-9B48-4D54-91AD-EFC75889B431}" srcId="{35238DE3-6BE5-497C-8486-FD6740BAD721}" destId="{7CD9DD47-0A0E-43AD-B399-8F385EE0FE71}" srcOrd="0" destOrd="0" parTransId="{73D32624-02B6-4B55-9818-29AA9A03BD67}" sibTransId="{0317C8F4-8FA5-4876-80E5-E45794D50C2B}"/>
    <dgm:cxn modelId="{3C8854A1-8D19-4813-A5F9-AC44F6992DCB}" srcId="{35238DE3-6BE5-497C-8486-FD6740BAD721}" destId="{7FC23361-8A5C-43FD-A121-CC1A096806BF}" srcOrd="2" destOrd="0" parTransId="{0E11BDED-B422-4D34-9025-7F708824628B}" sibTransId="{503C248B-E8EC-4FE7-853F-04271C02113D}"/>
    <dgm:cxn modelId="{0530C9AA-EC72-4DE7-9278-928DD6E12F45}" srcId="{3F1E0033-0DCB-4CAC-995A-151160C167D0}" destId="{249A307F-0B52-4BEA-A24C-360B21F61B18}" srcOrd="2" destOrd="0" parTransId="{3D4421C4-0844-4603-9748-D6ECEB4E1E73}" sibTransId="{A9902DCA-EECF-4C5B-84C8-108023C82A14}"/>
    <dgm:cxn modelId="{411B4CC0-8C72-4651-A5DC-D73BDE7E5E71}" type="presOf" srcId="{87845859-B3D2-49AA-9AD3-DF9A826873D6}" destId="{DB5BA024-312F-41C3-8F4B-9C1EFDA11FE5}" srcOrd="0" destOrd="1" presId="urn:microsoft.com/office/officeart/2018/5/layout/CenteredIconLabelDescriptionList"/>
    <dgm:cxn modelId="{49D648D7-E35C-48B3-A667-9EA09EC58402}" type="presOf" srcId="{249A307F-0B52-4BEA-A24C-360B21F61B18}" destId="{59612682-7D42-433B-B727-EF1F4C9806E6}" srcOrd="0" destOrd="2" presId="urn:microsoft.com/office/officeart/2018/5/layout/CenteredIconLabelDescriptionList"/>
    <dgm:cxn modelId="{9A8892D9-7DF0-4B6B-9130-9891685BB57F}" type="presOf" srcId="{65577ADA-83E5-424C-94BE-A2EAB04FCF35}" destId="{59612682-7D42-433B-B727-EF1F4C9806E6}" srcOrd="0" destOrd="1" presId="urn:microsoft.com/office/officeart/2018/5/layout/CenteredIconLabelDescriptionList"/>
    <dgm:cxn modelId="{0E760BE4-CEB9-44F4-B408-FFC9BC65A03D}" srcId="{3F1E0033-0DCB-4CAC-995A-151160C167D0}" destId="{FF70F7E4-8C4B-4499-9DC6-4715291411BB}" srcOrd="0" destOrd="0" parTransId="{10783512-4F13-430B-A6DE-CEC5D71EDAAD}" sibTransId="{109FBFB4-A940-414D-B953-7FFB42C9AA2D}"/>
    <dgm:cxn modelId="{486A44E9-A37E-407A-A6E0-85BC57A6A370}" type="presOf" srcId="{35238DE3-6BE5-497C-8486-FD6740BAD721}" destId="{A6E63DEC-570A-4B77-967F-9CFE56307B17}" srcOrd="0" destOrd="0" presId="urn:microsoft.com/office/officeart/2018/5/layout/CenteredIconLabelDescriptionList"/>
    <dgm:cxn modelId="{D4CE6BEB-7F70-4292-878B-EA8E007D871C}" srcId="{985D8AED-F203-4775-886C-6625E3352305}" destId="{3F1E0033-0DCB-4CAC-995A-151160C167D0}" srcOrd="1" destOrd="0" parTransId="{47F32BB8-4B58-414E-A429-FC424C1716CA}" sibTransId="{10C7A084-E91F-4C85-BC4B-745AD8E1135E}"/>
    <dgm:cxn modelId="{31E070DF-D4ED-474D-8129-ED48672DF185}" type="presParOf" srcId="{770666E5-19A1-47EB-9561-3DA2A570B648}" destId="{B1B84BB8-A47E-4401-836A-C3B600752366}" srcOrd="0" destOrd="0" presId="urn:microsoft.com/office/officeart/2018/5/layout/CenteredIconLabelDescriptionList"/>
    <dgm:cxn modelId="{8A519685-981D-4ED8-96B2-18D5625DE574}" type="presParOf" srcId="{B1B84BB8-A47E-4401-836A-C3B600752366}" destId="{8355ED65-287F-4258-823A-5C2AEA5869CD}" srcOrd="0" destOrd="0" presId="urn:microsoft.com/office/officeart/2018/5/layout/CenteredIconLabelDescriptionList"/>
    <dgm:cxn modelId="{478D494B-E7E7-4534-8ACF-22B2820234B4}" type="presParOf" srcId="{B1B84BB8-A47E-4401-836A-C3B600752366}" destId="{92A75325-B7B2-4E78-9D5F-CF808AE495DF}" srcOrd="1" destOrd="0" presId="urn:microsoft.com/office/officeart/2018/5/layout/CenteredIconLabelDescriptionList"/>
    <dgm:cxn modelId="{9BA50DE5-29E5-4CF1-8A19-5AD37364C8E1}" type="presParOf" srcId="{B1B84BB8-A47E-4401-836A-C3B600752366}" destId="{A6E63DEC-570A-4B77-967F-9CFE56307B17}" srcOrd="2" destOrd="0" presId="urn:microsoft.com/office/officeart/2018/5/layout/CenteredIconLabelDescriptionList"/>
    <dgm:cxn modelId="{CC9B0CE2-B119-4ABE-BD75-903115E1FFCD}" type="presParOf" srcId="{B1B84BB8-A47E-4401-836A-C3B600752366}" destId="{A228AA80-53DB-455A-AD5B-9F534316B39F}" srcOrd="3" destOrd="0" presId="urn:microsoft.com/office/officeart/2018/5/layout/CenteredIconLabelDescriptionList"/>
    <dgm:cxn modelId="{B68AF128-57EA-405E-A0A4-CE1FB6265519}" type="presParOf" srcId="{B1B84BB8-A47E-4401-836A-C3B600752366}" destId="{DB5BA024-312F-41C3-8F4B-9C1EFDA11FE5}" srcOrd="4" destOrd="0" presId="urn:microsoft.com/office/officeart/2018/5/layout/CenteredIconLabelDescriptionList"/>
    <dgm:cxn modelId="{2FC26133-562F-4FB8-ABB6-D97E04701CB5}" type="presParOf" srcId="{770666E5-19A1-47EB-9561-3DA2A570B648}" destId="{A48F6CC0-685E-4672-928C-A471E9BF583E}" srcOrd="1" destOrd="0" presId="urn:microsoft.com/office/officeart/2018/5/layout/CenteredIconLabelDescriptionList"/>
    <dgm:cxn modelId="{049653EC-6D00-4AA8-979B-0701FB20C9B3}" type="presParOf" srcId="{770666E5-19A1-47EB-9561-3DA2A570B648}" destId="{EB04D8F5-7768-487F-B2A9-BC6BD3246A58}" srcOrd="2" destOrd="0" presId="urn:microsoft.com/office/officeart/2018/5/layout/CenteredIconLabelDescriptionList"/>
    <dgm:cxn modelId="{77CD47A8-7C03-4BFC-8043-E15B136070EC}" type="presParOf" srcId="{EB04D8F5-7768-487F-B2A9-BC6BD3246A58}" destId="{4857E3E5-3CB6-4376-A92D-6A49CB80E1ED}" srcOrd="0" destOrd="0" presId="urn:microsoft.com/office/officeart/2018/5/layout/CenteredIconLabelDescriptionList"/>
    <dgm:cxn modelId="{16773B70-7F4A-4FA4-ABF3-964E5CDBA213}" type="presParOf" srcId="{EB04D8F5-7768-487F-B2A9-BC6BD3246A58}" destId="{BA754F48-4CF0-4559-A8AB-64A91F6DF68D}" srcOrd="1" destOrd="0" presId="urn:microsoft.com/office/officeart/2018/5/layout/CenteredIconLabelDescriptionList"/>
    <dgm:cxn modelId="{1B2C8FEC-ECF1-4301-8E3E-8838D3228A3F}" type="presParOf" srcId="{EB04D8F5-7768-487F-B2A9-BC6BD3246A58}" destId="{4ED2EDF2-4BBC-4378-82BF-EE61FDCBBC09}" srcOrd="2" destOrd="0" presId="urn:microsoft.com/office/officeart/2018/5/layout/CenteredIconLabelDescriptionList"/>
    <dgm:cxn modelId="{86D9BBA5-580F-4A37-8478-4773D8854A19}" type="presParOf" srcId="{EB04D8F5-7768-487F-B2A9-BC6BD3246A58}" destId="{854F0A1A-9E63-46D3-A9D3-078DA0698F03}" srcOrd="3" destOrd="0" presId="urn:microsoft.com/office/officeart/2018/5/layout/CenteredIconLabelDescriptionList"/>
    <dgm:cxn modelId="{86343595-9AF6-420C-A570-19966A2DC981}" type="presParOf" srcId="{EB04D8F5-7768-487F-B2A9-BC6BD3246A58}" destId="{59612682-7D42-433B-B727-EF1F4C9806E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619364-F067-4A2F-B036-F07D4175C5AE}" type="doc">
      <dgm:prSet loTypeId="urn:microsoft.com/office/officeart/2008/layout/Lined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82A9E63-45ED-4E42-A00C-491AD58F92EA}">
      <dgm:prSet/>
      <dgm:spPr/>
      <dgm:t>
        <a:bodyPr/>
        <a:lstStyle/>
        <a:p>
          <a:r>
            <a:rPr lang="en-US"/>
            <a:t>SQS Architecture</a:t>
          </a:r>
        </a:p>
      </dgm:t>
    </dgm:pt>
    <dgm:pt modelId="{D2C9B865-2166-4645-96B2-E9C6724CD248}" type="parTrans" cxnId="{12CF8642-9055-4C84-BB61-43EB1459EC28}">
      <dgm:prSet/>
      <dgm:spPr/>
      <dgm:t>
        <a:bodyPr/>
        <a:lstStyle/>
        <a:p>
          <a:endParaRPr lang="en-US"/>
        </a:p>
      </dgm:t>
    </dgm:pt>
    <dgm:pt modelId="{68E04CCD-E2B1-477C-A2EA-F2872017C601}" type="sibTrans" cxnId="{12CF8642-9055-4C84-BB61-43EB1459EC28}">
      <dgm:prSet/>
      <dgm:spPr/>
      <dgm:t>
        <a:bodyPr/>
        <a:lstStyle/>
        <a:p>
          <a:endParaRPr lang="en-US"/>
        </a:p>
      </dgm:t>
    </dgm:pt>
    <dgm:pt modelId="{1EA5C368-1E31-40AA-8584-A92D11BE7436}">
      <dgm:prSet/>
      <dgm:spPr/>
      <dgm:t>
        <a:bodyPr/>
        <a:lstStyle/>
        <a:p>
          <a:r>
            <a:rPr lang="en-US"/>
            <a:t>Title: SQS Architecture Overview</a:t>
          </a:r>
          <a:br>
            <a:rPr lang="en-US"/>
          </a:br>
          <a:r>
            <a:rPr lang="en-US"/>
            <a:t>Content (visual + explanation):</a:t>
          </a:r>
        </a:p>
      </dgm:t>
    </dgm:pt>
    <dgm:pt modelId="{B3CB2A6D-C91B-4E96-843E-F662AB17841F}" type="parTrans" cxnId="{E56FA04D-F701-4BA9-8CD1-943863BDBFE5}">
      <dgm:prSet/>
      <dgm:spPr/>
      <dgm:t>
        <a:bodyPr/>
        <a:lstStyle/>
        <a:p>
          <a:endParaRPr lang="en-US"/>
        </a:p>
      </dgm:t>
    </dgm:pt>
    <dgm:pt modelId="{7D79451B-FC21-474F-B1F2-184992B88A09}" type="sibTrans" cxnId="{E56FA04D-F701-4BA9-8CD1-943863BDBFE5}">
      <dgm:prSet/>
      <dgm:spPr/>
      <dgm:t>
        <a:bodyPr/>
        <a:lstStyle/>
        <a:p>
          <a:endParaRPr lang="en-US"/>
        </a:p>
      </dgm:t>
    </dgm:pt>
    <dgm:pt modelId="{E6F1E551-5D7F-4A98-B423-504E6F97559E}">
      <dgm:prSet/>
      <dgm:spPr/>
      <dgm:t>
        <a:bodyPr/>
        <a:lstStyle/>
        <a:p>
          <a:r>
            <a:rPr lang="en-US"/>
            <a:t>Producers: Send messages to queue.</a:t>
          </a:r>
        </a:p>
      </dgm:t>
    </dgm:pt>
    <dgm:pt modelId="{3131DC10-B86D-48D6-AA56-517546C8BAFE}" type="parTrans" cxnId="{A6EFCF92-4241-4D3E-A541-0A1ED6E1E845}">
      <dgm:prSet/>
      <dgm:spPr/>
      <dgm:t>
        <a:bodyPr/>
        <a:lstStyle/>
        <a:p>
          <a:endParaRPr lang="en-US"/>
        </a:p>
      </dgm:t>
    </dgm:pt>
    <dgm:pt modelId="{DB6FD605-7E98-41E6-9767-EDCB4E9BA38A}" type="sibTrans" cxnId="{A6EFCF92-4241-4D3E-A541-0A1ED6E1E845}">
      <dgm:prSet/>
      <dgm:spPr/>
      <dgm:t>
        <a:bodyPr/>
        <a:lstStyle/>
        <a:p>
          <a:endParaRPr lang="en-US"/>
        </a:p>
      </dgm:t>
    </dgm:pt>
    <dgm:pt modelId="{3CD51A7F-35E6-43BF-A827-1602CAAB5F87}">
      <dgm:prSet/>
      <dgm:spPr/>
      <dgm:t>
        <a:bodyPr/>
        <a:lstStyle/>
        <a:p>
          <a:r>
            <a:rPr lang="en-US"/>
            <a:t>Queue: Stores messages until they’re processed.</a:t>
          </a:r>
        </a:p>
      </dgm:t>
    </dgm:pt>
    <dgm:pt modelId="{CB25DFA1-1C26-4C76-852E-5254A8124E01}" type="parTrans" cxnId="{B23E76A2-274B-461A-A646-4EEEC1176F39}">
      <dgm:prSet/>
      <dgm:spPr/>
      <dgm:t>
        <a:bodyPr/>
        <a:lstStyle/>
        <a:p>
          <a:endParaRPr lang="en-US"/>
        </a:p>
      </dgm:t>
    </dgm:pt>
    <dgm:pt modelId="{7F26E1B0-242E-489F-A85E-72F9656B3603}" type="sibTrans" cxnId="{B23E76A2-274B-461A-A646-4EEEC1176F39}">
      <dgm:prSet/>
      <dgm:spPr/>
      <dgm:t>
        <a:bodyPr/>
        <a:lstStyle/>
        <a:p>
          <a:endParaRPr lang="en-US"/>
        </a:p>
      </dgm:t>
    </dgm:pt>
    <dgm:pt modelId="{1FA336C7-8FD7-40F0-B705-99512743B028}">
      <dgm:prSet/>
      <dgm:spPr/>
      <dgm:t>
        <a:bodyPr/>
        <a:lstStyle/>
        <a:p>
          <a:r>
            <a:rPr lang="en-US"/>
            <a:t>Consumers: Poll queue to receive and process messages.</a:t>
          </a:r>
        </a:p>
      </dgm:t>
    </dgm:pt>
    <dgm:pt modelId="{A63807AA-D677-4D05-A30E-A13CA999530E}" type="parTrans" cxnId="{2E6EF990-A316-4B43-B9BC-6A8F059DBE09}">
      <dgm:prSet/>
      <dgm:spPr/>
      <dgm:t>
        <a:bodyPr/>
        <a:lstStyle/>
        <a:p>
          <a:endParaRPr lang="en-US"/>
        </a:p>
      </dgm:t>
    </dgm:pt>
    <dgm:pt modelId="{DE4AA4FA-AEE5-4835-A970-CF8EE803D74C}" type="sibTrans" cxnId="{2E6EF990-A316-4B43-B9BC-6A8F059DBE09}">
      <dgm:prSet/>
      <dgm:spPr/>
      <dgm:t>
        <a:bodyPr/>
        <a:lstStyle/>
        <a:p>
          <a:endParaRPr lang="en-US"/>
        </a:p>
      </dgm:t>
    </dgm:pt>
    <dgm:pt modelId="{6CB54B1D-C97E-42F1-8091-4B8065C799D1}" type="pres">
      <dgm:prSet presAssocID="{3D619364-F067-4A2F-B036-F07D4175C5AE}" presName="vert0" presStyleCnt="0">
        <dgm:presLayoutVars>
          <dgm:dir/>
          <dgm:animOne val="branch"/>
          <dgm:animLvl val="lvl"/>
        </dgm:presLayoutVars>
      </dgm:prSet>
      <dgm:spPr/>
    </dgm:pt>
    <dgm:pt modelId="{EDF2768A-213D-494A-8265-B9468288A50C}" type="pres">
      <dgm:prSet presAssocID="{082A9E63-45ED-4E42-A00C-491AD58F92EA}" presName="thickLine" presStyleLbl="alignNode1" presStyleIdx="0" presStyleCnt="5"/>
      <dgm:spPr/>
    </dgm:pt>
    <dgm:pt modelId="{32D30A80-6339-457C-B9BA-E022B858C1D2}" type="pres">
      <dgm:prSet presAssocID="{082A9E63-45ED-4E42-A00C-491AD58F92EA}" presName="horz1" presStyleCnt="0"/>
      <dgm:spPr/>
    </dgm:pt>
    <dgm:pt modelId="{74D2D604-2A60-4689-AD60-5F58D6B1A5D3}" type="pres">
      <dgm:prSet presAssocID="{082A9E63-45ED-4E42-A00C-491AD58F92EA}" presName="tx1" presStyleLbl="revTx" presStyleIdx="0" presStyleCnt="5"/>
      <dgm:spPr/>
    </dgm:pt>
    <dgm:pt modelId="{E94FD4BB-0A26-4BBD-BFA7-447CEBE6FF24}" type="pres">
      <dgm:prSet presAssocID="{082A9E63-45ED-4E42-A00C-491AD58F92EA}" presName="vert1" presStyleCnt="0"/>
      <dgm:spPr/>
    </dgm:pt>
    <dgm:pt modelId="{474723B9-65BE-491F-A9B5-2BB065D30837}" type="pres">
      <dgm:prSet presAssocID="{1EA5C368-1E31-40AA-8584-A92D11BE7436}" presName="thickLine" presStyleLbl="alignNode1" presStyleIdx="1" presStyleCnt="5"/>
      <dgm:spPr/>
    </dgm:pt>
    <dgm:pt modelId="{1638CF43-BA2B-4429-B3AA-B3907B3CC868}" type="pres">
      <dgm:prSet presAssocID="{1EA5C368-1E31-40AA-8584-A92D11BE7436}" presName="horz1" presStyleCnt="0"/>
      <dgm:spPr/>
    </dgm:pt>
    <dgm:pt modelId="{D769CFE6-FC90-48B1-A9A4-00EA0BEEB4C6}" type="pres">
      <dgm:prSet presAssocID="{1EA5C368-1E31-40AA-8584-A92D11BE7436}" presName="tx1" presStyleLbl="revTx" presStyleIdx="1" presStyleCnt="5"/>
      <dgm:spPr/>
    </dgm:pt>
    <dgm:pt modelId="{EF73125C-A961-44D6-8A9F-A997A07E9DFB}" type="pres">
      <dgm:prSet presAssocID="{1EA5C368-1E31-40AA-8584-A92D11BE7436}" presName="vert1" presStyleCnt="0"/>
      <dgm:spPr/>
    </dgm:pt>
    <dgm:pt modelId="{36A3770A-A444-4DD2-AD93-B4A0C3402EBB}" type="pres">
      <dgm:prSet presAssocID="{E6F1E551-5D7F-4A98-B423-504E6F97559E}" presName="thickLine" presStyleLbl="alignNode1" presStyleIdx="2" presStyleCnt="5"/>
      <dgm:spPr/>
    </dgm:pt>
    <dgm:pt modelId="{B7363AAA-3079-4AA0-9276-9977F4BDA6D0}" type="pres">
      <dgm:prSet presAssocID="{E6F1E551-5D7F-4A98-B423-504E6F97559E}" presName="horz1" presStyleCnt="0"/>
      <dgm:spPr/>
    </dgm:pt>
    <dgm:pt modelId="{22CBFE00-09C0-41FF-8DDE-DBE5BEBED06D}" type="pres">
      <dgm:prSet presAssocID="{E6F1E551-5D7F-4A98-B423-504E6F97559E}" presName="tx1" presStyleLbl="revTx" presStyleIdx="2" presStyleCnt="5"/>
      <dgm:spPr/>
    </dgm:pt>
    <dgm:pt modelId="{AFF5E420-6EA9-49CD-8952-2B5B293BCEA8}" type="pres">
      <dgm:prSet presAssocID="{E6F1E551-5D7F-4A98-B423-504E6F97559E}" presName="vert1" presStyleCnt="0"/>
      <dgm:spPr/>
    </dgm:pt>
    <dgm:pt modelId="{75FB766B-EC57-463A-A6E0-29DF7EDF6009}" type="pres">
      <dgm:prSet presAssocID="{3CD51A7F-35E6-43BF-A827-1602CAAB5F87}" presName="thickLine" presStyleLbl="alignNode1" presStyleIdx="3" presStyleCnt="5"/>
      <dgm:spPr/>
    </dgm:pt>
    <dgm:pt modelId="{94D4B297-8385-4DDF-A3AF-36AA29158C53}" type="pres">
      <dgm:prSet presAssocID="{3CD51A7F-35E6-43BF-A827-1602CAAB5F87}" presName="horz1" presStyleCnt="0"/>
      <dgm:spPr/>
    </dgm:pt>
    <dgm:pt modelId="{0BB575EA-C09E-4EFC-BB2D-E0A41268B373}" type="pres">
      <dgm:prSet presAssocID="{3CD51A7F-35E6-43BF-A827-1602CAAB5F87}" presName="tx1" presStyleLbl="revTx" presStyleIdx="3" presStyleCnt="5"/>
      <dgm:spPr/>
    </dgm:pt>
    <dgm:pt modelId="{08E78EF7-0F9D-4B4D-AE08-32DBA83131ED}" type="pres">
      <dgm:prSet presAssocID="{3CD51A7F-35E6-43BF-A827-1602CAAB5F87}" presName="vert1" presStyleCnt="0"/>
      <dgm:spPr/>
    </dgm:pt>
    <dgm:pt modelId="{277050AE-0CC9-417B-93BE-6EAEA4FDD686}" type="pres">
      <dgm:prSet presAssocID="{1FA336C7-8FD7-40F0-B705-99512743B028}" presName="thickLine" presStyleLbl="alignNode1" presStyleIdx="4" presStyleCnt="5"/>
      <dgm:spPr/>
    </dgm:pt>
    <dgm:pt modelId="{C5F26158-5819-4A10-9C81-A27ACAC943A4}" type="pres">
      <dgm:prSet presAssocID="{1FA336C7-8FD7-40F0-B705-99512743B028}" presName="horz1" presStyleCnt="0"/>
      <dgm:spPr/>
    </dgm:pt>
    <dgm:pt modelId="{942DDBDC-7C3B-4E4B-98AB-42600933B42F}" type="pres">
      <dgm:prSet presAssocID="{1FA336C7-8FD7-40F0-B705-99512743B028}" presName="tx1" presStyleLbl="revTx" presStyleIdx="4" presStyleCnt="5"/>
      <dgm:spPr/>
    </dgm:pt>
    <dgm:pt modelId="{653D537D-127E-4CE8-9125-A69C2E67D91F}" type="pres">
      <dgm:prSet presAssocID="{1FA336C7-8FD7-40F0-B705-99512743B028}" presName="vert1" presStyleCnt="0"/>
      <dgm:spPr/>
    </dgm:pt>
  </dgm:ptLst>
  <dgm:cxnLst>
    <dgm:cxn modelId="{18ABF926-80A2-4955-B7F7-26238CEEB052}" type="presOf" srcId="{082A9E63-45ED-4E42-A00C-491AD58F92EA}" destId="{74D2D604-2A60-4689-AD60-5F58D6B1A5D3}" srcOrd="0" destOrd="0" presId="urn:microsoft.com/office/officeart/2008/layout/LinedList"/>
    <dgm:cxn modelId="{09ACA134-0FB3-404E-9FF9-479DB5363C39}" type="presOf" srcId="{3CD51A7F-35E6-43BF-A827-1602CAAB5F87}" destId="{0BB575EA-C09E-4EFC-BB2D-E0A41268B373}" srcOrd="0" destOrd="0" presId="urn:microsoft.com/office/officeart/2008/layout/LinedList"/>
    <dgm:cxn modelId="{8BFA363D-BCDB-4302-9937-A652F018642C}" type="presOf" srcId="{1FA336C7-8FD7-40F0-B705-99512743B028}" destId="{942DDBDC-7C3B-4E4B-98AB-42600933B42F}" srcOrd="0" destOrd="0" presId="urn:microsoft.com/office/officeart/2008/layout/LinedList"/>
    <dgm:cxn modelId="{12CF8642-9055-4C84-BB61-43EB1459EC28}" srcId="{3D619364-F067-4A2F-B036-F07D4175C5AE}" destId="{082A9E63-45ED-4E42-A00C-491AD58F92EA}" srcOrd="0" destOrd="0" parTransId="{D2C9B865-2166-4645-96B2-E9C6724CD248}" sibTransId="{68E04CCD-E2B1-477C-A2EA-F2872017C601}"/>
    <dgm:cxn modelId="{E56FA04D-F701-4BA9-8CD1-943863BDBFE5}" srcId="{3D619364-F067-4A2F-B036-F07D4175C5AE}" destId="{1EA5C368-1E31-40AA-8584-A92D11BE7436}" srcOrd="1" destOrd="0" parTransId="{B3CB2A6D-C91B-4E96-843E-F662AB17841F}" sibTransId="{7D79451B-FC21-474F-B1F2-184992B88A09}"/>
    <dgm:cxn modelId="{25715C53-53F9-439C-8270-930C76864B65}" type="presOf" srcId="{1EA5C368-1E31-40AA-8584-A92D11BE7436}" destId="{D769CFE6-FC90-48B1-A9A4-00EA0BEEB4C6}" srcOrd="0" destOrd="0" presId="urn:microsoft.com/office/officeart/2008/layout/LinedList"/>
    <dgm:cxn modelId="{2E6EF990-A316-4B43-B9BC-6A8F059DBE09}" srcId="{3D619364-F067-4A2F-B036-F07D4175C5AE}" destId="{1FA336C7-8FD7-40F0-B705-99512743B028}" srcOrd="4" destOrd="0" parTransId="{A63807AA-D677-4D05-A30E-A13CA999530E}" sibTransId="{DE4AA4FA-AEE5-4835-A970-CF8EE803D74C}"/>
    <dgm:cxn modelId="{A6EFCF92-4241-4D3E-A541-0A1ED6E1E845}" srcId="{3D619364-F067-4A2F-B036-F07D4175C5AE}" destId="{E6F1E551-5D7F-4A98-B423-504E6F97559E}" srcOrd="2" destOrd="0" parTransId="{3131DC10-B86D-48D6-AA56-517546C8BAFE}" sibTransId="{DB6FD605-7E98-41E6-9767-EDCB4E9BA38A}"/>
    <dgm:cxn modelId="{B23E76A2-274B-461A-A646-4EEEC1176F39}" srcId="{3D619364-F067-4A2F-B036-F07D4175C5AE}" destId="{3CD51A7F-35E6-43BF-A827-1602CAAB5F87}" srcOrd="3" destOrd="0" parTransId="{CB25DFA1-1C26-4C76-852E-5254A8124E01}" sibTransId="{7F26E1B0-242E-489F-A85E-72F9656B3603}"/>
    <dgm:cxn modelId="{29518ABE-2586-4001-A9C8-39519AB64507}" type="presOf" srcId="{3D619364-F067-4A2F-B036-F07D4175C5AE}" destId="{6CB54B1D-C97E-42F1-8091-4B8065C799D1}" srcOrd="0" destOrd="0" presId="urn:microsoft.com/office/officeart/2008/layout/LinedList"/>
    <dgm:cxn modelId="{E0CA8EFD-A5D5-4895-9E45-FCC2E852E032}" type="presOf" srcId="{E6F1E551-5D7F-4A98-B423-504E6F97559E}" destId="{22CBFE00-09C0-41FF-8DDE-DBE5BEBED06D}" srcOrd="0" destOrd="0" presId="urn:microsoft.com/office/officeart/2008/layout/LinedList"/>
    <dgm:cxn modelId="{9BACF623-5108-4B18-A0E2-5E1AF8599E47}" type="presParOf" srcId="{6CB54B1D-C97E-42F1-8091-4B8065C799D1}" destId="{EDF2768A-213D-494A-8265-B9468288A50C}" srcOrd="0" destOrd="0" presId="urn:microsoft.com/office/officeart/2008/layout/LinedList"/>
    <dgm:cxn modelId="{511CE9D9-DBA2-4383-AAF0-78D097933698}" type="presParOf" srcId="{6CB54B1D-C97E-42F1-8091-4B8065C799D1}" destId="{32D30A80-6339-457C-B9BA-E022B858C1D2}" srcOrd="1" destOrd="0" presId="urn:microsoft.com/office/officeart/2008/layout/LinedList"/>
    <dgm:cxn modelId="{967F0243-6782-4620-BC02-C1D1D262BA85}" type="presParOf" srcId="{32D30A80-6339-457C-B9BA-E022B858C1D2}" destId="{74D2D604-2A60-4689-AD60-5F58D6B1A5D3}" srcOrd="0" destOrd="0" presId="urn:microsoft.com/office/officeart/2008/layout/LinedList"/>
    <dgm:cxn modelId="{5CD2117E-6CB1-453D-B243-22D6D7FC31DD}" type="presParOf" srcId="{32D30A80-6339-457C-B9BA-E022B858C1D2}" destId="{E94FD4BB-0A26-4BBD-BFA7-447CEBE6FF24}" srcOrd="1" destOrd="0" presId="urn:microsoft.com/office/officeart/2008/layout/LinedList"/>
    <dgm:cxn modelId="{B74FCC80-919B-4819-A464-5E9A4F14B871}" type="presParOf" srcId="{6CB54B1D-C97E-42F1-8091-4B8065C799D1}" destId="{474723B9-65BE-491F-A9B5-2BB065D30837}" srcOrd="2" destOrd="0" presId="urn:microsoft.com/office/officeart/2008/layout/LinedList"/>
    <dgm:cxn modelId="{41C81CB0-3421-45A4-A134-D20CA74BD202}" type="presParOf" srcId="{6CB54B1D-C97E-42F1-8091-4B8065C799D1}" destId="{1638CF43-BA2B-4429-B3AA-B3907B3CC868}" srcOrd="3" destOrd="0" presId="urn:microsoft.com/office/officeart/2008/layout/LinedList"/>
    <dgm:cxn modelId="{E1DDE1CC-7FDB-4665-9A39-D47899E83B53}" type="presParOf" srcId="{1638CF43-BA2B-4429-B3AA-B3907B3CC868}" destId="{D769CFE6-FC90-48B1-A9A4-00EA0BEEB4C6}" srcOrd="0" destOrd="0" presId="urn:microsoft.com/office/officeart/2008/layout/LinedList"/>
    <dgm:cxn modelId="{CFFB6D56-7374-4A99-8CBF-7B85D55994D1}" type="presParOf" srcId="{1638CF43-BA2B-4429-B3AA-B3907B3CC868}" destId="{EF73125C-A961-44D6-8A9F-A997A07E9DFB}" srcOrd="1" destOrd="0" presId="urn:microsoft.com/office/officeart/2008/layout/LinedList"/>
    <dgm:cxn modelId="{E9720EA8-CD23-4436-923B-BBE4AFF454C5}" type="presParOf" srcId="{6CB54B1D-C97E-42F1-8091-4B8065C799D1}" destId="{36A3770A-A444-4DD2-AD93-B4A0C3402EBB}" srcOrd="4" destOrd="0" presId="urn:microsoft.com/office/officeart/2008/layout/LinedList"/>
    <dgm:cxn modelId="{E6993EE3-8E96-4424-8628-99D5EC6CB61D}" type="presParOf" srcId="{6CB54B1D-C97E-42F1-8091-4B8065C799D1}" destId="{B7363AAA-3079-4AA0-9276-9977F4BDA6D0}" srcOrd="5" destOrd="0" presId="urn:microsoft.com/office/officeart/2008/layout/LinedList"/>
    <dgm:cxn modelId="{76C64E54-49E1-4CF5-8D66-2F9318BF18CF}" type="presParOf" srcId="{B7363AAA-3079-4AA0-9276-9977F4BDA6D0}" destId="{22CBFE00-09C0-41FF-8DDE-DBE5BEBED06D}" srcOrd="0" destOrd="0" presId="urn:microsoft.com/office/officeart/2008/layout/LinedList"/>
    <dgm:cxn modelId="{88A318DA-F3A2-480E-A975-D1801F47D50A}" type="presParOf" srcId="{B7363AAA-3079-4AA0-9276-9977F4BDA6D0}" destId="{AFF5E420-6EA9-49CD-8952-2B5B293BCEA8}" srcOrd="1" destOrd="0" presId="urn:microsoft.com/office/officeart/2008/layout/LinedList"/>
    <dgm:cxn modelId="{70685F4D-7708-4F27-B7E4-E9A4E0CB6992}" type="presParOf" srcId="{6CB54B1D-C97E-42F1-8091-4B8065C799D1}" destId="{75FB766B-EC57-463A-A6E0-29DF7EDF6009}" srcOrd="6" destOrd="0" presId="urn:microsoft.com/office/officeart/2008/layout/LinedList"/>
    <dgm:cxn modelId="{E0DE8405-AFA3-4992-80B4-7799BC5ED2E6}" type="presParOf" srcId="{6CB54B1D-C97E-42F1-8091-4B8065C799D1}" destId="{94D4B297-8385-4DDF-A3AF-36AA29158C53}" srcOrd="7" destOrd="0" presId="urn:microsoft.com/office/officeart/2008/layout/LinedList"/>
    <dgm:cxn modelId="{DF4B242C-DE07-48D5-9E95-1E5BEF2E837E}" type="presParOf" srcId="{94D4B297-8385-4DDF-A3AF-36AA29158C53}" destId="{0BB575EA-C09E-4EFC-BB2D-E0A41268B373}" srcOrd="0" destOrd="0" presId="urn:microsoft.com/office/officeart/2008/layout/LinedList"/>
    <dgm:cxn modelId="{932538AD-3E84-4046-A9A3-DEA3C6E8AC81}" type="presParOf" srcId="{94D4B297-8385-4DDF-A3AF-36AA29158C53}" destId="{08E78EF7-0F9D-4B4D-AE08-32DBA83131ED}" srcOrd="1" destOrd="0" presId="urn:microsoft.com/office/officeart/2008/layout/LinedList"/>
    <dgm:cxn modelId="{2B9F4CFC-A709-4EAB-BAA5-7284BA4E6CFB}" type="presParOf" srcId="{6CB54B1D-C97E-42F1-8091-4B8065C799D1}" destId="{277050AE-0CC9-417B-93BE-6EAEA4FDD686}" srcOrd="8" destOrd="0" presId="urn:microsoft.com/office/officeart/2008/layout/LinedList"/>
    <dgm:cxn modelId="{44FB64BF-BD0F-444A-9613-0D67AA4BA7AE}" type="presParOf" srcId="{6CB54B1D-C97E-42F1-8091-4B8065C799D1}" destId="{C5F26158-5819-4A10-9C81-A27ACAC943A4}" srcOrd="9" destOrd="0" presId="urn:microsoft.com/office/officeart/2008/layout/LinedList"/>
    <dgm:cxn modelId="{D1FF02FC-0B7F-4017-BA2C-DB79307D49E0}" type="presParOf" srcId="{C5F26158-5819-4A10-9C81-A27ACAC943A4}" destId="{942DDBDC-7C3B-4E4B-98AB-42600933B42F}" srcOrd="0" destOrd="0" presId="urn:microsoft.com/office/officeart/2008/layout/LinedList"/>
    <dgm:cxn modelId="{EAF2A4CC-735F-4ED0-9A54-1F8AA24FCAF0}" type="presParOf" srcId="{C5F26158-5819-4A10-9C81-A27ACAC943A4}" destId="{653D537D-127E-4CE8-9125-A69C2E67D91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D95AF7-9963-4540-8890-0D1044F458A7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95F48-C081-4B13-982C-0E66BF9CB628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B9F51-74C7-45A3-AB76-3ED413807A51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Amazon </a:t>
          </a:r>
          <a:r>
            <a:rPr lang="en-US" sz="18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Simple Queue Service (SQS)</a:t>
          </a:r>
          <a:r>
            <a:rPr lang="en-US" sz="18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is a </a:t>
          </a:r>
          <a:r>
            <a:rPr lang="en-US" sz="18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fully managed message queuing service</a:t>
          </a:r>
          <a:r>
            <a:rPr lang="en-US" sz="18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by AWS.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339618" y="2288"/>
        <a:ext cx="5024605" cy="1159843"/>
      </dsp:txXfrm>
    </dsp:sp>
    <dsp:sp modelId="{C45506D6-8FB6-4B4B-B3A5-EE62916D25B5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1815D6-BC6D-4BAA-AFBA-9D1049DCBC25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9569C-1722-4175-9EB8-F7525C3E32F4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It helps </a:t>
          </a:r>
          <a:r>
            <a:rPr lang="en-US" sz="1800" b="1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decouple and scale</a:t>
          </a:r>
          <a:r>
            <a:rPr lang="en-US" sz="18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microservices, distributed systems, and serverless applications.</a:t>
          </a:r>
          <a:endParaRPr lang="en-US" sz="18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339618" y="1452092"/>
        <a:ext cx="5024605" cy="1159843"/>
      </dsp:txXfrm>
    </dsp:sp>
    <dsp:sp modelId="{D0A5DFA8-BC91-4FBC-9730-FB6724809C85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9931FF-5F5A-4863-B702-A1F995914A07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9E764-7294-4891-8B51-CBC0CBC6E568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Enables asynchronous communication between application components.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339618" y="2901896"/>
        <a:ext cx="5024605" cy="1159843"/>
      </dsp:txXfrm>
    </dsp:sp>
    <dsp:sp modelId="{38577002-C9B5-437B-8008-4A79DA9A8431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24302D-B35B-4F88-A4CD-DFF419AFF08A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7A9F70-B75B-4497-A327-EF68FFD1E0C9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Eliminates the need for your own message broker setup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339618" y="4351700"/>
        <a:ext cx="5024605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7005A-9219-4391-AAA1-C8009D0BBC35}">
      <dsp:nvSpPr>
        <dsp:cNvPr id="0" name=""/>
        <dsp:cNvSpPr/>
      </dsp:nvSpPr>
      <dsp:spPr>
        <a:xfrm>
          <a:off x="0" y="1240"/>
          <a:ext cx="6798539" cy="60575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Fully managed:</a:t>
          </a:r>
          <a:r>
            <a:rPr lang="en-US" sz="16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No need to manage servers or message brokers.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571" y="30811"/>
        <a:ext cx="6739397" cy="546613"/>
      </dsp:txXfrm>
    </dsp:sp>
    <dsp:sp modelId="{758B5F29-5C68-4A40-B183-A8E030A8DDBE}">
      <dsp:nvSpPr>
        <dsp:cNvPr id="0" name=""/>
        <dsp:cNvSpPr/>
      </dsp:nvSpPr>
      <dsp:spPr>
        <a:xfrm>
          <a:off x="0" y="620636"/>
          <a:ext cx="6798539" cy="605755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Scalable:</a:t>
          </a:r>
          <a:r>
            <a:rPr lang="en-US" sz="16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Automatically handles message volume increases.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571" y="650207"/>
        <a:ext cx="6739397" cy="546613"/>
      </dsp:txXfrm>
    </dsp:sp>
    <dsp:sp modelId="{4FD6BFE2-215E-4F18-B4B3-05E5D7A7DCD8}">
      <dsp:nvSpPr>
        <dsp:cNvPr id="0" name=""/>
        <dsp:cNvSpPr/>
      </dsp:nvSpPr>
      <dsp:spPr>
        <a:xfrm>
          <a:off x="0" y="1240032"/>
          <a:ext cx="6798539" cy="605755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Reliable:</a:t>
          </a:r>
          <a:r>
            <a:rPr lang="en-US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Stores messages redundantly across multiple Availability Zones.</a:t>
          </a:r>
          <a:endParaRPr lang="en-US" sz="16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571" y="1269603"/>
        <a:ext cx="6739397" cy="546613"/>
      </dsp:txXfrm>
    </dsp:sp>
    <dsp:sp modelId="{D13ED2F5-0A27-4A6D-9703-926A67D44B7F}">
      <dsp:nvSpPr>
        <dsp:cNvPr id="0" name=""/>
        <dsp:cNvSpPr/>
      </dsp:nvSpPr>
      <dsp:spPr>
        <a:xfrm>
          <a:off x="0" y="1859428"/>
          <a:ext cx="6798539" cy="605755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Secure:</a:t>
          </a:r>
          <a:r>
            <a:rPr lang="en-US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Supports encryption (KMS) and IAM-based access.</a:t>
          </a:r>
          <a:endParaRPr lang="en-US" sz="16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571" y="1888999"/>
        <a:ext cx="6739397" cy="546613"/>
      </dsp:txXfrm>
    </dsp:sp>
    <dsp:sp modelId="{FBCB8BDA-A1DF-4E3E-8626-887C06213334}">
      <dsp:nvSpPr>
        <dsp:cNvPr id="0" name=""/>
        <dsp:cNvSpPr/>
      </dsp:nvSpPr>
      <dsp:spPr>
        <a:xfrm>
          <a:off x="0" y="2478825"/>
          <a:ext cx="6798539" cy="605755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Cost-effective:</a:t>
          </a:r>
          <a:r>
            <a:rPr lang="en-US" sz="16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Pay only for what you use.</a:t>
          </a:r>
          <a:endParaRPr lang="en-US" sz="16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571" y="2508396"/>
        <a:ext cx="6739397" cy="546613"/>
      </dsp:txXfrm>
    </dsp:sp>
    <dsp:sp modelId="{F1912753-1F69-4FC1-B813-1AFF4E4B79B6}">
      <dsp:nvSpPr>
        <dsp:cNvPr id="0" name=""/>
        <dsp:cNvSpPr/>
      </dsp:nvSpPr>
      <dsp:spPr>
        <a:xfrm>
          <a:off x="0" y="3098221"/>
          <a:ext cx="6798539" cy="605755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Asynchronous Processing:</a:t>
          </a:r>
          <a:r>
            <a:rPr lang="en-US" sz="16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Decouples components for better performance and resilience.</a:t>
          </a:r>
          <a:endParaRPr lang="en-US" sz="16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571" y="3127792"/>
        <a:ext cx="6739397" cy="5466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55ED65-287F-4258-823A-5C2AEA5869CD}">
      <dsp:nvSpPr>
        <dsp:cNvPr id="0" name=""/>
        <dsp:cNvSpPr/>
      </dsp:nvSpPr>
      <dsp:spPr>
        <a:xfrm>
          <a:off x="1018839" y="307381"/>
          <a:ext cx="1092656" cy="10926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63DEC-570A-4B77-967F-9CFE56307B17}">
      <dsp:nvSpPr>
        <dsp:cNvPr id="0" name=""/>
        <dsp:cNvSpPr/>
      </dsp:nvSpPr>
      <dsp:spPr>
        <a:xfrm>
          <a:off x="4230" y="1532926"/>
          <a:ext cx="3121875" cy="468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1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Standard Queue</a:t>
          </a:r>
          <a:endParaRPr lang="en-US" sz="15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230" y="1532926"/>
        <a:ext cx="3121875" cy="468281"/>
      </dsp:txXfrm>
    </dsp:sp>
    <dsp:sp modelId="{DB5BA024-312F-41C3-8F4B-9C1EFDA11FE5}">
      <dsp:nvSpPr>
        <dsp:cNvPr id="0" name=""/>
        <dsp:cNvSpPr/>
      </dsp:nvSpPr>
      <dsp:spPr>
        <a:xfrm>
          <a:off x="4230" y="2063017"/>
          <a:ext cx="3121875" cy="1334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Unlimited throughput.</a:t>
          </a:r>
          <a:endParaRPr lang="en-US" sz="15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At least once</a:t>
          </a:r>
          <a:r>
            <a:rPr lang="en-US" sz="15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delivery (can deliver duplicates).</a:t>
          </a:r>
          <a:endParaRPr lang="en-US" sz="15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Best-effort ordering</a:t>
          </a:r>
          <a:r>
            <a:rPr lang="en-US" sz="15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(messages may arrive out of order).</a:t>
          </a:r>
          <a:endParaRPr lang="en-US" sz="15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230" y="2063017"/>
        <a:ext cx="3121875" cy="1334818"/>
      </dsp:txXfrm>
    </dsp:sp>
    <dsp:sp modelId="{4857E3E5-3CB6-4376-A92D-6A49CB80E1ED}">
      <dsp:nvSpPr>
        <dsp:cNvPr id="0" name=""/>
        <dsp:cNvSpPr/>
      </dsp:nvSpPr>
      <dsp:spPr>
        <a:xfrm>
          <a:off x="4687042" y="307381"/>
          <a:ext cx="1092656" cy="10926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2EDF2-4BBC-4378-82BF-EE61FDCBBC09}">
      <dsp:nvSpPr>
        <dsp:cNvPr id="0" name=""/>
        <dsp:cNvSpPr/>
      </dsp:nvSpPr>
      <dsp:spPr>
        <a:xfrm>
          <a:off x="3672433" y="1532926"/>
          <a:ext cx="3121875" cy="468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1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FIFO Queue (First-In-First-Out)</a:t>
          </a:r>
          <a:endParaRPr lang="en-US" sz="15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2433" y="1532926"/>
        <a:ext cx="3121875" cy="468281"/>
      </dsp:txXfrm>
    </dsp:sp>
    <dsp:sp modelId="{59612682-7D42-433B-B727-EF1F4C9806E6}">
      <dsp:nvSpPr>
        <dsp:cNvPr id="0" name=""/>
        <dsp:cNvSpPr/>
      </dsp:nvSpPr>
      <dsp:spPr>
        <a:xfrm>
          <a:off x="3672433" y="2063017"/>
          <a:ext cx="3121875" cy="13348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Exactly-once processing</a:t>
          </a:r>
          <a:r>
            <a:rPr lang="en-US" sz="15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(no duplicates).</a:t>
          </a:r>
          <a:endParaRPr lang="en-US" sz="15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Preserves order</a:t>
          </a:r>
          <a:r>
            <a:rPr lang="en-US" sz="1500" b="0" i="0" kern="12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of messages.</a:t>
          </a:r>
          <a:endParaRPr lang="en-US" sz="15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Throughput: 300 messages/sec (or higher with batching).</a:t>
          </a:r>
          <a:endParaRPr lang="en-US" sz="15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2433" y="2063017"/>
        <a:ext cx="3121875" cy="13348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F2768A-213D-494A-8265-B9468288A50C}">
      <dsp:nvSpPr>
        <dsp:cNvPr id="0" name=""/>
        <dsp:cNvSpPr/>
      </dsp:nvSpPr>
      <dsp:spPr>
        <a:xfrm>
          <a:off x="0" y="525"/>
          <a:ext cx="671474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D2D604-2A60-4689-AD60-5F58D6B1A5D3}">
      <dsp:nvSpPr>
        <dsp:cNvPr id="0" name=""/>
        <dsp:cNvSpPr/>
      </dsp:nvSpPr>
      <dsp:spPr>
        <a:xfrm>
          <a:off x="0" y="525"/>
          <a:ext cx="6714744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SQS Architecture</a:t>
          </a:r>
        </a:p>
      </dsp:txBody>
      <dsp:txXfrm>
        <a:off x="0" y="525"/>
        <a:ext cx="6714744" cy="860482"/>
      </dsp:txXfrm>
    </dsp:sp>
    <dsp:sp modelId="{474723B9-65BE-491F-A9B5-2BB065D30837}">
      <dsp:nvSpPr>
        <dsp:cNvPr id="0" name=""/>
        <dsp:cNvSpPr/>
      </dsp:nvSpPr>
      <dsp:spPr>
        <a:xfrm>
          <a:off x="0" y="861008"/>
          <a:ext cx="6714744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769CFE6-FC90-48B1-A9A4-00EA0BEEB4C6}">
      <dsp:nvSpPr>
        <dsp:cNvPr id="0" name=""/>
        <dsp:cNvSpPr/>
      </dsp:nvSpPr>
      <dsp:spPr>
        <a:xfrm>
          <a:off x="0" y="861008"/>
          <a:ext cx="6714744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Title: SQS Architecture Overview</a:t>
          </a:r>
          <a:br>
            <a:rPr lang="en-US" sz="2400" kern="1200"/>
          </a:br>
          <a:r>
            <a:rPr lang="en-US" sz="2400" kern="1200"/>
            <a:t>Content (visual + explanation):</a:t>
          </a:r>
        </a:p>
      </dsp:txBody>
      <dsp:txXfrm>
        <a:off x="0" y="861008"/>
        <a:ext cx="6714744" cy="860482"/>
      </dsp:txXfrm>
    </dsp:sp>
    <dsp:sp modelId="{36A3770A-A444-4DD2-AD93-B4A0C3402EBB}">
      <dsp:nvSpPr>
        <dsp:cNvPr id="0" name=""/>
        <dsp:cNvSpPr/>
      </dsp:nvSpPr>
      <dsp:spPr>
        <a:xfrm>
          <a:off x="0" y="1721491"/>
          <a:ext cx="671474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2CBFE00-09C0-41FF-8DDE-DBE5BEBED06D}">
      <dsp:nvSpPr>
        <dsp:cNvPr id="0" name=""/>
        <dsp:cNvSpPr/>
      </dsp:nvSpPr>
      <dsp:spPr>
        <a:xfrm>
          <a:off x="0" y="1721491"/>
          <a:ext cx="6714744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Producers: Send messages to queue.</a:t>
          </a:r>
        </a:p>
      </dsp:txBody>
      <dsp:txXfrm>
        <a:off x="0" y="1721491"/>
        <a:ext cx="6714744" cy="860482"/>
      </dsp:txXfrm>
    </dsp:sp>
    <dsp:sp modelId="{75FB766B-EC57-463A-A6E0-29DF7EDF6009}">
      <dsp:nvSpPr>
        <dsp:cNvPr id="0" name=""/>
        <dsp:cNvSpPr/>
      </dsp:nvSpPr>
      <dsp:spPr>
        <a:xfrm>
          <a:off x="0" y="2581973"/>
          <a:ext cx="6714744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BB575EA-C09E-4EFC-BB2D-E0A41268B373}">
      <dsp:nvSpPr>
        <dsp:cNvPr id="0" name=""/>
        <dsp:cNvSpPr/>
      </dsp:nvSpPr>
      <dsp:spPr>
        <a:xfrm>
          <a:off x="0" y="2581973"/>
          <a:ext cx="6714744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Queue: Stores messages until they’re processed.</a:t>
          </a:r>
        </a:p>
      </dsp:txBody>
      <dsp:txXfrm>
        <a:off x="0" y="2581973"/>
        <a:ext cx="6714744" cy="860482"/>
      </dsp:txXfrm>
    </dsp:sp>
    <dsp:sp modelId="{277050AE-0CC9-417B-93BE-6EAEA4FDD686}">
      <dsp:nvSpPr>
        <dsp:cNvPr id="0" name=""/>
        <dsp:cNvSpPr/>
      </dsp:nvSpPr>
      <dsp:spPr>
        <a:xfrm>
          <a:off x="0" y="3442456"/>
          <a:ext cx="671474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42DDBDC-7C3B-4E4B-98AB-42600933B42F}">
      <dsp:nvSpPr>
        <dsp:cNvPr id="0" name=""/>
        <dsp:cNvSpPr/>
      </dsp:nvSpPr>
      <dsp:spPr>
        <a:xfrm>
          <a:off x="0" y="3442456"/>
          <a:ext cx="6714744" cy="8604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Consumers: Poll queue to receive and process messages.</a:t>
          </a:r>
        </a:p>
      </dsp:txBody>
      <dsp:txXfrm>
        <a:off x="0" y="3442456"/>
        <a:ext cx="6714744" cy="860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3B94D8-1A42-4F5C-9B67-543BC57ADE91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81D4F-9CAF-4EFF-83BE-0A0B749247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08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7805F-8DE3-A113-ABB9-A14C3A4C8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C35B5-49B4-2C44-0578-FF3135503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6EB22-B025-EED4-2925-657681E08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E327-4180-47C7-A42A-61CB84FAF27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525D1-F0EB-C63C-9D76-04A76FBA5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00B1A-1D6D-872C-AB61-047652CF1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469E8-0190-46D2-BAF5-FE4C7FBFC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613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BDD4-54CA-34E1-CE21-4F6219F20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F5B7A-693F-8F17-586C-4014BAB5D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0D432-F32C-3184-7DF6-60A2CD7B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E327-4180-47C7-A42A-61CB84FAF27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BD4AE-E2FB-7724-4E4B-68CAAE1C0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2F4DA-EF73-0DF1-87AE-814EF5A3E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469E8-0190-46D2-BAF5-FE4C7FBFC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972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0544E-B952-12FF-1AAC-58770916D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A8133-0379-C75E-BF75-6E08491D5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2FFC-A282-F4CC-895E-7172059AC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E327-4180-47C7-A42A-61CB84FAF27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A543F-CD9A-D300-4890-1A0F671F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78F1F-B01B-FDF0-CCF6-D84307B9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469E8-0190-46D2-BAF5-FE4C7FBFC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48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BB81-9718-9939-5534-428F98F1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E723D-D563-DB67-762F-58C6183B0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EEA94-5467-D82C-0A52-A049A8FAA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F5B6E-A3DD-BAAA-6A0D-6BD99174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E327-4180-47C7-A42A-61CB84FAF27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40FC7-645B-455D-7048-5DF06C81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9FD5B-5135-C586-121C-DCEE73C4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469E8-0190-46D2-BAF5-FE4C7FBFC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444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B4E58-6C8F-EF4C-B6D8-2ED2BC5E8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250D7-BFD3-F8F3-1EF8-E10607023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12C45-92CC-374A-7D02-7590532D4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4A7852-42F0-5287-EBEE-F19C583421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69AE9-F94E-E8FA-F6B4-7D024651F7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820BCD-59AC-DD71-F837-0776FC29A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E327-4180-47C7-A42A-61CB84FAF27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9F4AC-1782-E65F-6FE8-02AFC9A57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B9ADC4-D361-0720-8450-2A4958B8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469E8-0190-46D2-BAF5-FE4C7FBFC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12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B10C-83E9-78E9-F0BA-7AA9C2664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28C3D2-FBEA-8CA1-2052-5931C1084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E327-4180-47C7-A42A-61CB84FAF27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55A8B-9777-7A78-E60F-5CA0ADE9E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04A53E-539C-AD2C-E8B9-8E7F60AE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469E8-0190-46D2-BAF5-FE4C7FBFC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887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143CB-F58C-139D-E250-56ACD35F3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E327-4180-47C7-A42A-61CB84FAF27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A1C40-3330-70FD-0819-2FBFD8B70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75F20-F6F0-20BD-3515-C198AC047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469E8-0190-46D2-BAF5-FE4C7FBFC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647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3B8C1-4101-A8FA-7A19-6B2F08A5F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C201C-06F0-818D-2520-58746FAA0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8397B-209C-5E18-A612-05161FDB5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9D939-7697-C9F5-E76F-04F6342EE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E327-4180-47C7-A42A-61CB84FAF27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0748A-1803-3E6B-6246-CABE87725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04483-239D-1956-EA38-820661722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469E8-0190-46D2-BAF5-FE4C7FBFC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100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FA7F8-A878-4DB0-0CE2-031A2D0CF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905A52-81BF-55F4-2D27-E0B0874223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37CCB-12B6-4539-A9FE-9F99C2CCA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E5261-E744-66DC-B38D-88273400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E327-4180-47C7-A42A-61CB84FAF27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BC452-D08B-FD12-468F-F395EA69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FC5CFD-93A2-23B5-A2A8-46A8EF49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469E8-0190-46D2-BAF5-FE4C7FBFC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920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EE69A-3F3F-9944-A462-FF3899798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BF7A50-8D9B-3F4C-310C-F9F6DC268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17CD3-CC38-56EF-04D2-DBA303A2B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E327-4180-47C7-A42A-61CB84FAF27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D2304-5529-A0C1-D8B8-CABE66348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5346E-CE9C-B994-B204-490C12A1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469E8-0190-46D2-BAF5-FE4C7FBFC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450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D5DD2-56FD-4633-4F31-0BD3BC8D72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B0C68-FC50-3E0A-86C7-FEEC8A970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5B810-0D75-C574-0C76-843D4917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1E327-4180-47C7-A42A-61CB84FAF27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69D0-95C3-8331-BFA1-D1B436B37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19E9B-8FA1-BB7D-4A97-FEDCC600E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469E8-0190-46D2-BAF5-FE4C7FBFC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318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9AE0DB-F3C5-1FED-2F26-803A48C4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DF162-0A7D-255B-C8D3-A598564A9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10E22-8D6D-9C3C-96D5-323DAA06A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1E327-4180-47C7-A42A-61CB84FAF27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CE7AA-5A32-2E34-930E-FD3EB7BF6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E109C-E9DC-161A-DC7E-A69E7F26D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469E8-0190-46D2-BAF5-FE4C7FBFC6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125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85D945-6F1D-35B0-5DA0-B3AC5D8B2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030" y="1209220"/>
            <a:ext cx="9147940" cy="2337238"/>
          </a:xfrm>
        </p:spPr>
        <p:txBody>
          <a:bodyPr anchor="b">
            <a:normAutofit/>
          </a:bodyPr>
          <a:lstStyle/>
          <a:p>
            <a:r>
              <a:rPr lang="en-IN" sz="4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Amazon SQS</a:t>
            </a:r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935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4301-3A57-7698-2518-9A768FB99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Amazon SQS?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36872FB-6E84-F298-B431-2A8AD11752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943359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1931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38F07F-03A5-2896-7A89-CE39D57F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Use SQS</a:t>
            </a:r>
          </a:p>
        </p:txBody>
      </p:sp>
      <p:pic>
        <p:nvPicPr>
          <p:cNvPr id="7" name="Picture 6" descr="A close-up of a blue wave&#10;&#10;AI-generated content may be incorrect.">
            <a:extLst>
              <a:ext uri="{FF2B5EF4-FFF2-40B4-BE49-F238E27FC236}">
                <a16:creationId xmlns:a16="http://schemas.microsoft.com/office/drawing/2014/main" id="{876A68C3-DE13-9B83-1DB4-6222CF4214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82" r="3424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EA240F61-CC35-7E0A-CDF0-92020A6627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535064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10202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C03B3D-400D-639E-952E-B6C7F976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pPr algn="ctr"/>
            <a:r>
              <a:rPr lang="en-IN" sz="4000" dirty="0"/>
              <a:t>SQS Queue Types</a:t>
            </a:r>
          </a:p>
        </p:txBody>
      </p:sp>
      <p:pic>
        <p:nvPicPr>
          <p:cNvPr id="7" name="Picture 6" descr="Close-up of a screen&#10;&#10;AI-generated content may be incorrect.">
            <a:extLst>
              <a:ext uri="{FF2B5EF4-FFF2-40B4-BE49-F238E27FC236}">
                <a16:creationId xmlns:a16="http://schemas.microsoft.com/office/drawing/2014/main" id="{1C79502B-B42F-728F-2403-16D7E82070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81" r="48273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A2EBC9C-EF24-4785-A7B5-BE1072AB72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926188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6355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F00B84-F10B-E952-9366-30B331DBF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SQS Architecture</a:t>
            </a:r>
            <a:endParaRPr lang="en-IN"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 descr="A close-up of a hexagonal structure&#10;&#10;AI-generated content may be incorrect.">
            <a:extLst>
              <a:ext uri="{FF2B5EF4-FFF2-40B4-BE49-F238E27FC236}">
                <a16:creationId xmlns:a16="http://schemas.microsoft.com/office/drawing/2014/main" id="{BD78791A-B704-7CDC-853D-656DB57D06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48" r="26576"/>
          <a:stretch>
            <a:fillRect/>
          </a:stretch>
        </p:blipFill>
        <p:spPr>
          <a:xfrm>
            <a:off x="7989293" y="1904282"/>
            <a:ext cx="3423093" cy="4224808"/>
          </a:xfrm>
          <a:prstGeom prst="rect">
            <a:avLst/>
          </a:prstGeom>
        </p:spPr>
      </p:pic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A36A0C90-69A5-7267-591C-8F83DF70B3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843312"/>
              </p:ext>
            </p:extLst>
          </p:nvPr>
        </p:nvGraphicFramePr>
        <p:xfrm>
          <a:off x="838200" y="1825625"/>
          <a:ext cx="6714744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9613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228</Words>
  <Application>Microsoft Office PowerPoint</Application>
  <PresentationFormat>Widescreen</PresentationFormat>
  <Paragraphs>31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Introduction to Amazon SQS</vt:lpstr>
      <vt:lpstr>What is Amazon SQS?</vt:lpstr>
      <vt:lpstr>Why Use SQS</vt:lpstr>
      <vt:lpstr>SQS Queue Types</vt:lpstr>
      <vt:lpstr>SQS Architecture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20</cp:revision>
  <dcterms:created xsi:type="dcterms:W3CDTF">2025-10-19T15:28:00Z</dcterms:created>
  <dcterms:modified xsi:type="dcterms:W3CDTF">2025-10-19T15:34:16Z</dcterms:modified>
</cp:coreProperties>
</file>